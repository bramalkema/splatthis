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1819275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1819275"/>
          <a:chOff x="0" y="0"/>
          <a:chExt cx="3657600" cy="1819275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1819275"/>
            <a:chOff x="0" y="0"/>
            <a:chExt cx="3657600" cy="1819275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1819275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-10286881">
              <a:off x="3378406" y="882109"/>
              <a:ext cx="24863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4511"/>
                  </a:srgbClr>
                </a:gs>
                <a:gs pos="14286">
                  <a:srgbClr val="FFFFFF">
                    <a:alpha val="22775"/>
                  </a:srgbClr>
                </a:gs>
                <a:gs pos="28571">
                  <a:srgbClr val="FFFFFF">
                    <a:alpha val="18182"/>
                  </a:srgbClr>
                </a:gs>
                <a:gs pos="42857">
                  <a:srgbClr val="FFFFFF">
                    <a:alpha val="12333"/>
                  </a:srgbClr>
                </a:gs>
                <a:gs pos="57143">
                  <a:srgbClr val="FFFFFF">
                    <a:alpha val="7034"/>
                  </a:srgbClr>
                </a:gs>
                <a:gs pos="71429">
                  <a:srgbClr val="FFFFFF">
                    <a:alpha val="3356"/>
                  </a:srgbClr>
                </a:gs>
                <a:gs pos="85714">
                  <a:srgbClr val="FFFFFF">
                    <a:alpha val="1341"/>
                  </a:srgbClr>
                </a:gs>
                <a:gs pos="100000">
                  <a:srgbClr val="FFFFF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10190312">
              <a:off x="3136361" y="726804"/>
              <a:ext cx="26925" cy="6731"/>
            </a:xfrm>
            <a:prstGeom prst="ellipse">
              <a:avLst/>
            </a:prstGeom>
            <a:gradFill>
              <a:gsLst>
                <a:gs pos="0">
                  <a:srgbClr val="FAFAFA">
                    <a:alpha val="24166"/>
                  </a:srgbClr>
                </a:gs>
                <a:gs pos="14286">
                  <a:srgbClr val="FAFAFA">
                    <a:alpha val="22450"/>
                  </a:srgbClr>
                </a:gs>
                <a:gs pos="28571">
                  <a:srgbClr val="FAFAFA">
                    <a:alpha val="17914"/>
                  </a:srgbClr>
                </a:gs>
                <a:gs pos="42857">
                  <a:srgbClr val="FAFAFA">
                    <a:alpha val="12145"/>
                  </a:srgbClr>
                </a:gs>
                <a:gs pos="57143">
                  <a:srgbClr val="FAFAFA">
                    <a:alpha val="6923"/>
                  </a:srgbClr>
                </a:gs>
                <a:gs pos="71429">
                  <a:srgbClr val="FAFAFA">
                    <a:alpha val="3303"/>
                  </a:srgbClr>
                </a:gs>
                <a:gs pos="85714">
                  <a:srgbClr val="FAFAFA">
                    <a:alpha val="1319"/>
                  </a:srgbClr>
                </a:gs>
                <a:gs pos="100000">
                  <a:srgbClr val="FAFAFA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4385614">
              <a:off x="2342946" y="692053"/>
              <a:ext cx="24990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4490"/>
                  </a:srgbClr>
                </a:gs>
                <a:gs pos="14286">
                  <a:srgbClr val="FFFFFF">
                    <a:alpha val="22755"/>
                  </a:srgbClr>
                </a:gs>
                <a:gs pos="28571">
                  <a:srgbClr val="FFFFFF">
                    <a:alpha val="18165"/>
                  </a:srgbClr>
                </a:gs>
                <a:gs pos="42857">
                  <a:srgbClr val="FFFFFF">
                    <a:alpha val="12321"/>
                  </a:srgbClr>
                </a:gs>
                <a:gs pos="57143">
                  <a:srgbClr val="FFFFFF">
                    <a:alpha val="7027"/>
                  </a:srgbClr>
                </a:gs>
                <a:gs pos="71429">
                  <a:srgbClr val="FFFFFF">
                    <a:alpha val="3353"/>
                  </a:srgbClr>
                </a:gs>
                <a:gs pos="85714">
                  <a:srgbClr val="FFFFFF">
                    <a:alpha val="1340"/>
                  </a:srgbClr>
                </a:gs>
                <a:gs pos="100000">
                  <a:srgbClr val="FFFFFF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4403839">
              <a:off x="2972906" y="932338"/>
              <a:ext cx="873298" cy="188260"/>
            </a:xfrm>
            <a:prstGeom prst="ellipse">
              <a:avLst/>
            </a:prstGeom>
            <a:gradFill>
              <a:gsLst>
                <a:gs pos="0">
                  <a:srgbClr val="929292">
                    <a:alpha val="1285"/>
                  </a:srgbClr>
                </a:gs>
                <a:gs pos="14286">
                  <a:srgbClr val="929292">
                    <a:alpha val="1182"/>
                  </a:srgbClr>
                </a:gs>
                <a:gs pos="28571">
                  <a:srgbClr val="929292">
                    <a:alpha val="919"/>
                  </a:srgbClr>
                </a:gs>
                <a:gs pos="42857">
                  <a:srgbClr val="929292">
                    <a:alpha val="604"/>
                  </a:srgbClr>
                </a:gs>
                <a:gs pos="57143">
                  <a:srgbClr val="929292">
                    <a:alpha val="335"/>
                  </a:srgbClr>
                </a:gs>
                <a:gs pos="71429">
                  <a:srgbClr val="929292">
                    <a:alpha val="157"/>
                  </a:srgbClr>
                </a:gs>
                <a:gs pos="85714">
                  <a:srgbClr val="929292">
                    <a:alpha val="62"/>
                  </a:srgbClr>
                </a:gs>
                <a:gs pos="100000">
                  <a:srgbClr val="929292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3470894">
              <a:off x="3026395" y="727745"/>
              <a:ext cx="642812" cy="279122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2709512">
              <a:off x="2732238" y="893940"/>
              <a:ext cx="829365" cy="274932"/>
            </a:xfrm>
            <a:prstGeom prst="ellipse">
              <a:avLst/>
            </a:prstGeom>
            <a:gradFill>
              <a:gsLst>
                <a:gs pos="0">
                  <a:srgbClr val="3F4142">
                    <a:alpha val="24793"/>
                  </a:srgbClr>
                </a:gs>
                <a:gs pos="14286">
                  <a:srgbClr val="3F4142">
                    <a:alpha val="23040"/>
                  </a:srgbClr>
                </a:gs>
                <a:gs pos="28571">
                  <a:srgbClr val="3F4142">
                    <a:alpha val="18400"/>
                  </a:srgbClr>
                </a:gs>
                <a:gs pos="42857">
                  <a:srgbClr val="3F4142">
                    <a:alpha val="12486"/>
                  </a:srgbClr>
                </a:gs>
                <a:gs pos="57143">
                  <a:srgbClr val="3F4142">
                    <a:alpha val="7124"/>
                  </a:srgbClr>
                </a:gs>
                <a:gs pos="71429">
                  <a:srgbClr val="3F4142">
                    <a:alpha val="3400"/>
                  </a:srgbClr>
                </a:gs>
                <a:gs pos="85714">
                  <a:srgbClr val="3F4142">
                    <a:alpha val="1359"/>
                  </a:srgbClr>
                </a:gs>
                <a:gs pos="100000">
                  <a:srgbClr val="3F4142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5223202">
              <a:off x="2093093" y="456313"/>
              <a:ext cx="1037862" cy="6297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4685202">
              <a:off x="1440882" y="305745"/>
              <a:ext cx="915933" cy="482913"/>
            </a:xfrm>
            <a:prstGeom prst="ellipse">
              <a:avLst/>
            </a:prstGeom>
            <a:gradFill>
              <a:gsLst>
                <a:gs pos="0">
                  <a:srgbClr val="F4F5F5">
                    <a:alpha val="24349"/>
                  </a:srgbClr>
                </a:gs>
                <a:gs pos="14286">
                  <a:srgbClr val="F4F5F5">
                    <a:alpha val="22622"/>
                  </a:srgbClr>
                </a:gs>
                <a:gs pos="28571">
                  <a:srgbClr val="F4F5F5">
                    <a:alpha val="18056"/>
                  </a:srgbClr>
                </a:gs>
                <a:gs pos="42857">
                  <a:srgbClr val="F4F5F5">
                    <a:alpha val="12244"/>
                  </a:srgbClr>
                </a:gs>
                <a:gs pos="57143">
                  <a:srgbClr val="F4F5F5">
                    <a:alpha val="6982"/>
                  </a:srgbClr>
                </a:gs>
                <a:gs pos="71429">
                  <a:srgbClr val="F4F5F5">
                    <a:alpha val="3331"/>
                  </a:srgbClr>
                </a:gs>
                <a:gs pos="85714">
                  <a:srgbClr val="F4F5F5">
                    <a:alpha val="1331"/>
                  </a:srgbClr>
                </a:gs>
                <a:gs pos="100000">
                  <a:srgbClr val="F4F5F5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7995776">
              <a:off x="1353769" y="248023"/>
              <a:ext cx="725860" cy="88521"/>
            </a:xfrm>
            <a:prstGeom prst="ellipse">
              <a:avLst/>
            </a:prstGeom>
            <a:gradFill>
              <a:gsLst>
                <a:gs pos="0">
                  <a:srgbClr val="6A6A6A">
                    <a:alpha val="31246"/>
                  </a:srgbClr>
                </a:gs>
                <a:gs pos="14286">
                  <a:srgbClr val="6A6A6A">
                    <a:alpha val="29130"/>
                  </a:srgbClr>
                </a:gs>
                <a:gs pos="28571">
                  <a:srgbClr val="6A6A6A">
                    <a:alpha val="23460"/>
                  </a:srgbClr>
                </a:gs>
                <a:gs pos="42857">
                  <a:srgbClr val="6A6A6A">
                    <a:alpha val="16085"/>
                  </a:srgbClr>
                </a:gs>
                <a:gs pos="57143">
                  <a:srgbClr val="6A6A6A">
                    <a:alpha val="9260"/>
                  </a:srgbClr>
                </a:gs>
                <a:gs pos="71429">
                  <a:srgbClr val="6A6A6A">
                    <a:alpha val="4447"/>
                  </a:srgbClr>
                </a:gs>
                <a:gs pos="85714">
                  <a:srgbClr val="6A6A6A">
                    <a:alpha val="1783"/>
                  </a:srgbClr>
                </a:gs>
                <a:gs pos="100000">
                  <a:srgbClr val="6A6A6A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10787603">
              <a:off x="1745243" y="-186508"/>
              <a:ext cx="1030913" cy="6098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6949346">
              <a:off x="2364385" y="267852"/>
              <a:ext cx="825679" cy="4792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5289031">
              <a:off x="1999160" y="184166"/>
              <a:ext cx="467168" cy="430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8360404">
              <a:off x="2968189" y="274124"/>
              <a:ext cx="590202" cy="575366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10528263">
              <a:off x="2671189" y="738945"/>
              <a:ext cx="33304" cy="8326"/>
            </a:xfrm>
            <a:prstGeom prst="ellipse">
              <a:avLst/>
            </a:prstGeom>
            <a:gradFill>
              <a:gsLst>
                <a:gs pos="0">
                  <a:srgbClr val="F7F7F7">
                    <a:alpha val="23086"/>
                  </a:srgbClr>
                </a:gs>
                <a:gs pos="14286">
                  <a:srgbClr val="F7F7F7">
                    <a:alpha val="21436"/>
                  </a:srgbClr>
                </a:gs>
                <a:gs pos="28571">
                  <a:srgbClr val="F7F7F7">
                    <a:alpha val="17082"/>
                  </a:srgbClr>
                </a:gs>
                <a:gs pos="42857">
                  <a:srgbClr val="F7F7F7">
                    <a:alpha val="11562"/>
                  </a:srgbClr>
                </a:gs>
                <a:gs pos="57143">
                  <a:srgbClr val="F7F7F7">
                    <a:alpha val="6582"/>
                  </a:srgbClr>
                </a:gs>
                <a:gs pos="71429">
                  <a:srgbClr val="F7F7F7">
                    <a:alpha val="3137"/>
                  </a:srgbClr>
                </a:gs>
                <a:gs pos="85714">
                  <a:srgbClr val="F7F7F7">
                    <a:alpha val="1252"/>
                  </a:srgbClr>
                </a:gs>
                <a:gs pos="100000">
                  <a:srgbClr val="F7F7F7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5984541">
              <a:off x="1967034" y="228561"/>
              <a:ext cx="1004183" cy="489196"/>
            </a:xfrm>
            <a:prstGeom prst="ellipse">
              <a:avLst/>
            </a:prstGeom>
            <a:gradFill>
              <a:gsLst>
                <a:gs pos="0">
                  <a:srgbClr val="FEFEFE">
                    <a:alpha val="30514"/>
                  </a:srgbClr>
                </a:gs>
                <a:gs pos="14286">
                  <a:srgbClr val="FEFEFE">
                    <a:alpha val="28438"/>
                  </a:srgbClr>
                </a:gs>
                <a:gs pos="28571">
                  <a:srgbClr val="FEFEFE">
                    <a:alpha val="22880"/>
                  </a:srgbClr>
                </a:gs>
                <a:gs pos="42857">
                  <a:srgbClr val="FEFEFE">
                    <a:alpha val="15668"/>
                  </a:srgbClr>
                </a:gs>
                <a:gs pos="57143">
                  <a:srgbClr val="FEFEFE">
                    <a:alpha val="9010"/>
                  </a:srgbClr>
                </a:gs>
                <a:gs pos="71429">
                  <a:srgbClr val="FEFEFE">
                    <a:alpha val="4324"/>
                  </a:srgbClr>
                </a:gs>
                <a:gs pos="85714">
                  <a:srgbClr val="FEFEFE">
                    <a:alpha val="1733"/>
                  </a:srgbClr>
                </a:gs>
                <a:gs pos="100000">
                  <a:srgbClr val="FEFEFE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9740894">
              <a:off x="1919183" y="267345"/>
              <a:ext cx="640312" cy="562317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5400000">
              <a:off x="3389635" y="873946"/>
              <a:ext cx="27052" cy="27052"/>
            </a:xfrm>
            <a:prstGeom prst="ellipse">
              <a:avLst/>
            </a:prstGeom>
            <a:gradFill>
              <a:gsLst>
                <a:gs pos="0">
                  <a:srgbClr val="FEFEFE">
                    <a:alpha val="22240"/>
                  </a:srgbClr>
                </a:gs>
                <a:gs pos="14286">
                  <a:srgbClr val="FEFEFE">
                    <a:alpha val="20641"/>
                  </a:srgbClr>
                </a:gs>
                <a:gs pos="28571">
                  <a:srgbClr val="FEFEFE">
                    <a:alpha val="16432"/>
                  </a:srgbClr>
                </a:gs>
                <a:gs pos="42857">
                  <a:srgbClr val="FEFEFE">
                    <a:alpha val="11108"/>
                  </a:srgbClr>
                </a:gs>
                <a:gs pos="57143">
                  <a:srgbClr val="FEFEFE">
                    <a:alpha val="6316"/>
                  </a:srgbClr>
                </a:gs>
                <a:gs pos="71429">
                  <a:srgbClr val="FEFEFE">
                    <a:alpha val="3008"/>
                  </a:srgbClr>
                </a:gs>
                <a:gs pos="85714">
                  <a:srgbClr val="FEFEFE">
                    <a:alpha val="1200"/>
                  </a:srgbClr>
                </a:gs>
                <a:gs pos="100000">
                  <a:srgbClr val="FEFEFE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4113719">
              <a:off x="2926052" y="527577"/>
              <a:ext cx="38479" cy="9620"/>
            </a:xfrm>
            <a:prstGeom prst="ellipse">
              <a:avLst/>
            </a:prstGeom>
            <a:gradFill>
              <a:gsLst>
                <a:gs pos="0">
                  <a:srgbClr val="FFFFFF">
                    <a:alpha val="22199"/>
                  </a:srgbClr>
                </a:gs>
                <a:gs pos="14286">
                  <a:srgbClr val="FFFFFF">
                    <a:alpha val="20604"/>
                  </a:srgbClr>
                </a:gs>
                <a:gs pos="28571">
                  <a:srgbClr val="FFFFFF">
                    <a:alpha val="16401"/>
                  </a:srgbClr>
                </a:gs>
                <a:gs pos="42857">
                  <a:srgbClr val="FFFFFF">
                    <a:alpha val="11086"/>
                  </a:srgbClr>
                </a:gs>
                <a:gs pos="57143">
                  <a:srgbClr val="FFFFFF">
                    <a:alpha val="6303"/>
                  </a:srgbClr>
                </a:gs>
                <a:gs pos="71429">
                  <a:srgbClr val="FFFFFF">
                    <a:alpha val="3002"/>
                  </a:srgbClr>
                </a:gs>
                <a:gs pos="85714">
                  <a:srgbClr val="FFFFFF">
                    <a:alpha val="1198"/>
                  </a:srgbClr>
                </a:gs>
                <a:gs pos="100000">
                  <a:srgbClr val="FFFFFF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8046466">
              <a:off x="2897277" y="1043813"/>
              <a:ext cx="225300" cy="394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10695479">
              <a:off x="2821260" y="1068288"/>
              <a:ext cx="544441" cy="311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6050322">
              <a:off x="2626686" y="736458"/>
              <a:ext cx="55867" cy="13967"/>
            </a:xfrm>
            <a:prstGeom prst="ellipse">
              <a:avLst/>
            </a:prstGeom>
            <a:gradFill>
              <a:gsLst>
                <a:gs pos="0">
                  <a:srgbClr val="888888">
                    <a:alpha val="19144"/>
                  </a:srgbClr>
                </a:gs>
                <a:gs pos="14286">
                  <a:srgbClr val="888888">
                    <a:alpha val="17742"/>
                  </a:srgbClr>
                </a:gs>
                <a:gs pos="28571">
                  <a:srgbClr val="888888">
                    <a:alpha val="14071"/>
                  </a:srgbClr>
                </a:gs>
                <a:gs pos="42857">
                  <a:srgbClr val="888888">
                    <a:alpha val="9468"/>
                  </a:srgbClr>
                </a:gs>
                <a:gs pos="57143">
                  <a:srgbClr val="888888">
                    <a:alpha val="5363"/>
                  </a:srgbClr>
                </a:gs>
                <a:gs pos="71429">
                  <a:srgbClr val="888888">
                    <a:alpha val="2547"/>
                  </a:srgbClr>
                </a:gs>
                <a:gs pos="85714">
                  <a:srgbClr val="888888">
                    <a:alpha val="1015"/>
                  </a:srgbClr>
                </a:gs>
                <a:gs pos="100000">
                  <a:srgbClr val="888888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10664228">
              <a:off x="2914111" y="555758"/>
              <a:ext cx="627420" cy="3785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00000">
              <a:off x="2533278" y="898889"/>
              <a:ext cx="26219" cy="26219"/>
            </a:xfrm>
            <a:prstGeom prst="ellipse">
              <a:avLst/>
            </a:prstGeom>
            <a:gradFill>
              <a:gsLst>
                <a:gs pos="0">
                  <a:srgbClr val="BBBBBB">
                    <a:alpha val="19756"/>
                  </a:srgbClr>
                </a:gs>
                <a:gs pos="14286">
                  <a:srgbClr val="BBBBBB">
                    <a:alpha val="18314"/>
                  </a:srgbClr>
                </a:gs>
                <a:gs pos="28571">
                  <a:srgbClr val="BBBBBB">
                    <a:alpha val="14536"/>
                  </a:srgbClr>
                </a:gs>
                <a:gs pos="42857">
                  <a:srgbClr val="BBBBBB">
                    <a:alpha val="9790"/>
                  </a:srgbClr>
                </a:gs>
                <a:gs pos="57143">
                  <a:srgbClr val="BBBBBB">
                    <a:alpha val="5549"/>
                  </a:srgbClr>
                </a:gs>
                <a:gs pos="71429">
                  <a:srgbClr val="BBBBBB">
                    <a:alpha val="2637"/>
                  </a:srgbClr>
                </a:gs>
                <a:gs pos="85714">
                  <a:srgbClr val="BBBBBB">
                    <a:alpha val="1051"/>
                  </a:srgbClr>
                </a:gs>
                <a:gs pos="100000">
                  <a:srgbClr val="BBBBBB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6836525">
              <a:off x="3009501" y="1044014"/>
              <a:ext cx="53244" cy="13311"/>
            </a:xfrm>
            <a:prstGeom prst="ellipse">
              <a:avLst/>
            </a:prstGeom>
            <a:gradFill>
              <a:gsLst>
                <a:gs pos="0">
                  <a:srgbClr val="D8D8D8">
                    <a:alpha val="19613"/>
                  </a:srgbClr>
                </a:gs>
                <a:gs pos="14286">
                  <a:srgbClr val="D8D8D8">
                    <a:alpha val="18180"/>
                  </a:srgbClr>
                </a:gs>
                <a:gs pos="28571">
                  <a:srgbClr val="D8D8D8">
                    <a:alpha val="14427"/>
                  </a:srgbClr>
                </a:gs>
                <a:gs pos="42857">
                  <a:srgbClr val="D8D8D8">
                    <a:alpha val="9714"/>
                  </a:srgbClr>
                </a:gs>
                <a:gs pos="57143">
                  <a:srgbClr val="D8D8D8">
                    <a:alpha val="5505"/>
                  </a:srgbClr>
                </a:gs>
                <a:gs pos="71429">
                  <a:srgbClr val="D8D8D8">
                    <a:alpha val="2616"/>
                  </a:srgbClr>
                </a:gs>
                <a:gs pos="85714">
                  <a:srgbClr val="D8D8D8">
                    <a:alpha val="1043"/>
                  </a:srgbClr>
                </a:gs>
                <a:gs pos="100000">
                  <a:srgbClr val="D8D8D8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-8626522">
              <a:off x="2173753" y="421518"/>
              <a:ext cx="843680" cy="568674"/>
            </a:xfrm>
            <a:prstGeom prst="ellipse">
              <a:avLst/>
            </a:prstGeom>
            <a:gradFill>
              <a:gsLst>
                <a:gs pos="0">
                  <a:srgbClr val="BCBDBD">
                    <a:alpha val="31451"/>
                  </a:srgbClr>
                </a:gs>
                <a:gs pos="14286">
                  <a:srgbClr val="BCBDBD">
                    <a:alpha val="29325"/>
                  </a:srgbClr>
                </a:gs>
                <a:gs pos="28571">
                  <a:srgbClr val="BCBDBD">
                    <a:alpha val="23623"/>
                  </a:srgbClr>
                </a:gs>
                <a:gs pos="42857">
                  <a:srgbClr val="BCBDBD">
                    <a:alpha val="16202"/>
                  </a:srgbClr>
                </a:gs>
                <a:gs pos="57143">
                  <a:srgbClr val="BCBDBD">
                    <a:alpha val="9330"/>
                  </a:srgbClr>
                </a:gs>
                <a:gs pos="71429">
                  <a:srgbClr val="BCBDBD">
                    <a:alpha val="4481"/>
                  </a:srgbClr>
                </a:gs>
                <a:gs pos="85714">
                  <a:srgbClr val="BCBDBD">
                    <a:alpha val="1797"/>
                  </a:srgbClr>
                </a:gs>
                <a:gs pos="100000">
                  <a:srgbClr val="BCBDBD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091306">
              <a:off x="3149116" y="518379"/>
              <a:ext cx="290903" cy="330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10671564">
              <a:off x="1975455" y="274497"/>
              <a:ext cx="534967" cy="917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4818703">
              <a:off x="2658740" y="885463"/>
              <a:ext cx="130699" cy="38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3967942">
              <a:off x="3096781" y="1054810"/>
              <a:ext cx="273354" cy="356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5230030">
              <a:off x="2188325" y="183364"/>
              <a:ext cx="57614" cy="14403"/>
            </a:xfrm>
            <a:prstGeom prst="ellipse">
              <a:avLst/>
            </a:prstGeom>
            <a:gradFill>
              <a:gsLst>
                <a:gs pos="0">
                  <a:srgbClr val="A7A7A7">
                    <a:alpha val="18831"/>
                  </a:srgbClr>
                </a:gs>
                <a:gs pos="14286">
                  <a:srgbClr val="A7A7A7">
                    <a:alpha val="17449"/>
                  </a:srgbClr>
                </a:gs>
                <a:gs pos="28571">
                  <a:srgbClr val="A7A7A7">
                    <a:alpha val="13833"/>
                  </a:srgbClr>
                </a:gs>
                <a:gs pos="42857">
                  <a:srgbClr val="A7A7A7">
                    <a:alpha val="9304"/>
                  </a:srgbClr>
                </a:gs>
                <a:gs pos="57143">
                  <a:srgbClr val="A7A7A7">
                    <a:alpha val="5268"/>
                  </a:srgbClr>
                </a:gs>
                <a:gs pos="71429">
                  <a:srgbClr val="A7A7A7">
                    <a:alpha val="2501"/>
                  </a:srgbClr>
                </a:gs>
                <a:gs pos="85714">
                  <a:srgbClr val="A7A7A7">
                    <a:alpha val="997"/>
                  </a:srgbClr>
                </a:gs>
                <a:gs pos="100000">
                  <a:srgbClr val="A7A7A7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4963543">
              <a:off x="2842394" y="891738"/>
              <a:ext cx="54350" cy="13587"/>
            </a:xfrm>
            <a:prstGeom prst="ellipse">
              <a:avLst/>
            </a:prstGeom>
            <a:gradFill>
              <a:gsLst>
                <a:gs pos="0">
                  <a:srgbClr val="E1E1E1">
                    <a:alpha val="19415"/>
                  </a:srgbClr>
                </a:gs>
                <a:gs pos="14286">
                  <a:srgbClr val="E1E1E1">
                    <a:alpha val="17996"/>
                  </a:srgbClr>
                </a:gs>
                <a:gs pos="28571">
                  <a:srgbClr val="E1E1E1">
                    <a:alpha val="14277"/>
                  </a:srgbClr>
                </a:gs>
                <a:gs pos="42857">
                  <a:srgbClr val="E1E1E1">
                    <a:alpha val="9611"/>
                  </a:srgbClr>
                </a:gs>
                <a:gs pos="57143">
                  <a:srgbClr val="E1E1E1">
                    <a:alpha val="5445"/>
                  </a:srgbClr>
                </a:gs>
                <a:gs pos="71429">
                  <a:srgbClr val="E1E1E1">
                    <a:alpha val="2587"/>
                  </a:srgbClr>
                </a:gs>
                <a:gs pos="85714">
                  <a:srgbClr val="E1E1E1">
                    <a:alpha val="1031"/>
                  </a:srgbClr>
                </a:gs>
                <a:gs pos="100000">
                  <a:srgbClr val="E1E1E1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10665840">
              <a:off x="2846322" y="578329"/>
              <a:ext cx="696368" cy="326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725042">
              <a:off x="2299515" y="189049"/>
              <a:ext cx="483088" cy="480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-8501625">
              <a:off x="2144616" y="165901"/>
              <a:ext cx="53597" cy="13399"/>
            </a:xfrm>
            <a:prstGeom prst="ellipse">
              <a:avLst/>
            </a:prstGeom>
            <a:gradFill>
              <a:gsLst>
                <a:gs pos="0">
                  <a:srgbClr val="DDDDDD">
                    <a:alpha val="19550"/>
                  </a:srgbClr>
                </a:gs>
                <a:gs pos="14286">
                  <a:srgbClr val="DDDDDD">
                    <a:alpha val="18122"/>
                  </a:srgbClr>
                </a:gs>
                <a:gs pos="28571">
                  <a:srgbClr val="DDDDDD">
                    <a:alpha val="14379"/>
                  </a:srgbClr>
                </a:gs>
                <a:gs pos="42857">
                  <a:srgbClr val="DDDDDD">
                    <a:alpha val="9681"/>
                  </a:srgbClr>
                </a:gs>
                <a:gs pos="57143">
                  <a:srgbClr val="DDDDDD">
                    <a:alpha val="5486"/>
                  </a:srgbClr>
                </a:gs>
                <a:gs pos="71429">
                  <a:srgbClr val="DDDDDD">
                    <a:alpha val="2606"/>
                  </a:srgbClr>
                </a:gs>
                <a:gs pos="85714">
                  <a:srgbClr val="DDDDDD">
                    <a:alpha val="1039"/>
                  </a:srgbClr>
                </a:gs>
                <a:gs pos="100000">
                  <a:srgbClr val="DDDDDD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4336580">
              <a:off x="3397728" y="1050492"/>
              <a:ext cx="57855" cy="14464"/>
            </a:xfrm>
            <a:prstGeom prst="ellipse">
              <a:avLst/>
            </a:prstGeom>
            <a:gradFill>
              <a:gsLst>
                <a:gs pos="0">
                  <a:srgbClr val="BBBBBB">
                    <a:alpha val="18787"/>
                  </a:srgbClr>
                </a:gs>
                <a:gs pos="14286">
                  <a:srgbClr val="BBBBBB">
                    <a:alpha val="17409"/>
                  </a:srgbClr>
                </a:gs>
                <a:gs pos="28571">
                  <a:srgbClr val="BBBBBB">
                    <a:alpha val="13801"/>
                  </a:srgbClr>
                </a:gs>
                <a:gs pos="42857">
                  <a:srgbClr val="BBBBBB">
                    <a:alpha val="9281"/>
                  </a:srgbClr>
                </a:gs>
                <a:gs pos="57143">
                  <a:srgbClr val="BBBBBB">
                    <a:alpha val="5254"/>
                  </a:srgbClr>
                </a:gs>
                <a:gs pos="71429">
                  <a:srgbClr val="BBBBBB">
                    <a:alpha val="2495"/>
                  </a:srgbClr>
                </a:gs>
                <a:gs pos="85714">
                  <a:srgbClr val="BBBBBB">
                    <a:alpha val="994"/>
                  </a:srgbClr>
                </a:gs>
                <a:gs pos="100000">
                  <a:srgbClr val="BBBBBB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4870308">
              <a:off x="3065115" y="709421"/>
              <a:ext cx="212559" cy="314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5478269">
              <a:off x="3414761" y="711680"/>
              <a:ext cx="42417" cy="10604"/>
            </a:xfrm>
            <a:prstGeom prst="ellipse">
              <a:avLst/>
            </a:prstGeom>
            <a:gradFill>
              <a:gsLst>
                <a:gs pos="0">
                  <a:srgbClr val="F8F8F8">
                    <a:alpha val="21518"/>
                  </a:srgbClr>
                </a:gs>
                <a:gs pos="14286">
                  <a:srgbClr val="F8F8F8">
                    <a:alpha val="19964"/>
                  </a:srgbClr>
                </a:gs>
                <a:gs pos="28571">
                  <a:srgbClr val="F8F8F8">
                    <a:alpha val="15879"/>
                  </a:srgbClr>
                </a:gs>
                <a:gs pos="42857">
                  <a:srgbClr val="F8F8F8">
                    <a:alpha val="10722"/>
                  </a:srgbClr>
                </a:gs>
                <a:gs pos="57143">
                  <a:srgbClr val="F8F8F8">
                    <a:alpha val="6091"/>
                  </a:srgbClr>
                </a:gs>
                <a:gs pos="71429">
                  <a:srgbClr val="F8F8F8">
                    <a:alpha val="2899"/>
                  </a:srgbClr>
                </a:gs>
                <a:gs pos="85714">
                  <a:srgbClr val="F8F8F8">
                    <a:alpha val="1157"/>
                  </a:srgbClr>
                </a:gs>
                <a:gs pos="100000">
                  <a:srgbClr val="F8F8F8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6438946">
              <a:off x="2817811" y="878108"/>
              <a:ext cx="56680" cy="14170"/>
            </a:xfrm>
            <a:prstGeom prst="ellipse">
              <a:avLst/>
            </a:prstGeom>
            <a:gradFill>
              <a:gsLst>
                <a:gs pos="0">
                  <a:srgbClr val="919191">
                    <a:alpha val="18998"/>
                  </a:srgbClr>
                </a:gs>
                <a:gs pos="14286">
                  <a:srgbClr val="919191">
                    <a:alpha val="17606"/>
                  </a:srgbClr>
                </a:gs>
                <a:gs pos="28571">
                  <a:srgbClr val="919191">
                    <a:alpha val="13961"/>
                  </a:srgbClr>
                </a:gs>
                <a:gs pos="42857">
                  <a:srgbClr val="919191">
                    <a:alpha val="9392"/>
                  </a:srgbClr>
                </a:gs>
                <a:gs pos="57143">
                  <a:srgbClr val="919191">
                    <a:alpha val="5318"/>
                  </a:srgbClr>
                </a:gs>
                <a:gs pos="71429">
                  <a:srgbClr val="919191">
                    <a:alpha val="2526"/>
                  </a:srgbClr>
                </a:gs>
                <a:gs pos="85714">
                  <a:srgbClr val="919191">
                    <a:alpha val="1006"/>
                  </a:srgbClr>
                </a:gs>
                <a:gs pos="100000">
                  <a:srgbClr val="919191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5400000">
              <a:off x="3303935" y="837569"/>
              <a:ext cx="23587" cy="23587"/>
            </a:xfrm>
            <a:prstGeom prst="ellipse">
              <a:avLst/>
            </a:prstGeom>
            <a:gradFill>
              <a:gsLst>
                <a:gs pos="0">
                  <a:srgbClr val="F1F1F1">
                    <a:alpha val="20686"/>
                  </a:srgbClr>
                </a:gs>
                <a:gs pos="14286">
                  <a:srgbClr val="F1F1F1">
                    <a:alpha val="19186"/>
                  </a:srgbClr>
                </a:gs>
                <a:gs pos="28571">
                  <a:srgbClr val="F1F1F1">
                    <a:alpha val="15244"/>
                  </a:srgbClr>
                </a:gs>
                <a:gs pos="42857">
                  <a:srgbClr val="F1F1F1">
                    <a:alpha val="10281"/>
                  </a:srgbClr>
                </a:gs>
                <a:gs pos="57143">
                  <a:srgbClr val="F1F1F1">
                    <a:alpha val="5834"/>
                  </a:srgbClr>
                </a:gs>
                <a:gs pos="71429">
                  <a:srgbClr val="F1F1F1">
                    <a:alpha val="2775"/>
                  </a:srgbClr>
                </a:gs>
                <a:gs pos="85714">
                  <a:srgbClr val="F1F1F1">
                    <a:alpha val="1107"/>
                  </a:srgbClr>
                </a:gs>
                <a:gs pos="100000">
                  <a:srgbClr val="F1F1F1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5400000">
              <a:off x="3542330" y="529050"/>
              <a:ext cx="24815" cy="24815"/>
            </a:xfrm>
            <a:prstGeom prst="ellipse">
              <a:avLst/>
            </a:prstGeom>
            <a:gradFill>
              <a:gsLst>
                <a:gs pos="0">
                  <a:srgbClr val="E0E0E0">
                    <a:alpha val="20253"/>
                  </a:srgbClr>
                </a:gs>
                <a:gs pos="14286">
                  <a:srgbClr val="E0E0E0">
                    <a:alpha val="18780"/>
                  </a:srgbClr>
                </a:gs>
                <a:gs pos="28571">
                  <a:srgbClr val="E0E0E0">
                    <a:alpha val="14914"/>
                  </a:srgbClr>
                </a:gs>
                <a:gs pos="42857">
                  <a:srgbClr val="E0E0E0">
                    <a:alpha val="10052"/>
                  </a:srgbClr>
                </a:gs>
                <a:gs pos="57143">
                  <a:srgbClr val="E0E0E0">
                    <a:alpha val="5701"/>
                  </a:srgbClr>
                </a:gs>
                <a:gs pos="71429">
                  <a:srgbClr val="E0E0E0">
                    <a:alpha val="2710"/>
                  </a:srgbClr>
                </a:gs>
                <a:gs pos="85714">
                  <a:srgbClr val="E0E0E0">
                    <a:alpha val="1081"/>
                  </a:srgbClr>
                </a:gs>
                <a:gs pos="100000">
                  <a:srgbClr val="E0E0E0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9846341">
              <a:off x="3117653" y="1004981"/>
              <a:ext cx="57159" cy="14290"/>
            </a:xfrm>
            <a:prstGeom prst="ellipse">
              <a:avLst/>
            </a:prstGeom>
            <a:gradFill>
              <a:gsLst>
                <a:gs pos="0">
                  <a:srgbClr val="DBDBDB">
                    <a:alpha val="18912"/>
                  </a:srgbClr>
                </a:gs>
                <a:gs pos="14286">
                  <a:srgbClr val="DBDBDB">
                    <a:alpha val="17526"/>
                  </a:srgbClr>
                </a:gs>
                <a:gs pos="28571">
                  <a:srgbClr val="DBDBDB">
                    <a:alpha val="13895"/>
                  </a:srgbClr>
                </a:gs>
                <a:gs pos="42857">
                  <a:srgbClr val="DBDBDB">
                    <a:alpha val="9347"/>
                  </a:srgbClr>
                </a:gs>
                <a:gs pos="57143">
                  <a:srgbClr val="DBDBDB">
                    <a:alpha val="5292"/>
                  </a:srgbClr>
                </a:gs>
                <a:gs pos="71429">
                  <a:srgbClr val="DBDBDB">
                    <a:alpha val="2513"/>
                  </a:srgbClr>
                </a:gs>
                <a:gs pos="85714">
                  <a:srgbClr val="DBDBDB">
                    <a:alpha val="1001"/>
                  </a:srgbClr>
                </a:gs>
                <a:gs pos="100000">
                  <a:srgbClr val="DBDBDB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6144355">
              <a:off x="2792267" y="871551"/>
              <a:ext cx="58446" cy="14611"/>
            </a:xfrm>
            <a:prstGeom prst="ellipse">
              <a:avLst/>
            </a:prstGeom>
            <a:gradFill>
              <a:gsLst>
                <a:gs pos="0">
                  <a:srgbClr val="A1A1A1">
                    <a:alpha val="18681"/>
                  </a:srgbClr>
                </a:gs>
                <a:gs pos="14286">
                  <a:srgbClr val="A1A1A1">
                    <a:alpha val="17309"/>
                  </a:srgbClr>
                </a:gs>
                <a:gs pos="28571">
                  <a:srgbClr val="A1A1A1">
                    <a:alpha val="13720"/>
                  </a:srgbClr>
                </a:gs>
                <a:gs pos="42857">
                  <a:srgbClr val="A1A1A1">
                    <a:alpha val="9226"/>
                  </a:srgbClr>
                </a:gs>
                <a:gs pos="57143">
                  <a:srgbClr val="A1A1A1">
                    <a:alpha val="5222"/>
                  </a:srgbClr>
                </a:gs>
                <a:gs pos="71429">
                  <a:srgbClr val="A1A1A1">
                    <a:alpha val="2479"/>
                  </a:srgbClr>
                </a:gs>
                <a:gs pos="85714">
                  <a:srgbClr val="A1A1A1">
                    <a:alpha val="988"/>
                  </a:srgbClr>
                </a:gs>
                <a:gs pos="100000">
                  <a:srgbClr val="A1A1A1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4980355">
              <a:off x="2459320" y="205568"/>
              <a:ext cx="214503" cy="548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5648052">
              <a:off x="3410244" y="986615"/>
              <a:ext cx="42380" cy="10595"/>
            </a:xfrm>
            <a:prstGeom prst="ellipse">
              <a:avLst/>
            </a:prstGeom>
            <a:gradFill>
              <a:gsLst>
                <a:gs pos="0">
                  <a:srgbClr val="FFFFFF">
                    <a:alpha val="21524"/>
                  </a:srgbClr>
                </a:gs>
                <a:gs pos="14286">
                  <a:srgbClr val="FFFFFF">
                    <a:alpha val="19970"/>
                  </a:srgbClr>
                </a:gs>
                <a:gs pos="28571">
                  <a:srgbClr val="FFFFFF">
                    <a:alpha val="15884"/>
                  </a:srgbClr>
                </a:gs>
                <a:gs pos="42857">
                  <a:srgbClr val="FFFFFF">
                    <a:alpha val="10726"/>
                  </a:srgbClr>
                </a:gs>
                <a:gs pos="57143">
                  <a:srgbClr val="FFFFFF">
                    <a:alpha val="6093"/>
                  </a:srgbClr>
                </a:gs>
                <a:gs pos="71429">
                  <a:srgbClr val="FFFFFF">
                    <a:alpha val="2900"/>
                  </a:srgbClr>
                </a:gs>
                <a:gs pos="85714">
                  <a:srgbClr val="FFFFFF">
                    <a:alpha val="1157"/>
                  </a:srgbClr>
                </a:gs>
                <a:gs pos="100000">
                  <a:srgbClr val="FFFFFF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10774072">
              <a:off x="2310875" y="681761"/>
              <a:ext cx="631033" cy="303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7806364">
              <a:off x="3064842" y="843874"/>
              <a:ext cx="55822" cy="13955"/>
            </a:xfrm>
            <a:prstGeom prst="ellipse">
              <a:avLst/>
            </a:prstGeom>
            <a:gradFill>
              <a:gsLst>
                <a:gs pos="0">
                  <a:srgbClr val="EAEAEA">
                    <a:alpha val="19152"/>
                  </a:srgbClr>
                </a:gs>
                <a:gs pos="14286">
                  <a:srgbClr val="EAEAEA">
                    <a:alpha val="17750"/>
                  </a:srgbClr>
                </a:gs>
                <a:gs pos="28571">
                  <a:srgbClr val="EAEAEA">
                    <a:alpha val="14077"/>
                  </a:srgbClr>
                </a:gs>
                <a:gs pos="42857">
                  <a:srgbClr val="EAEAEA">
                    <a:alpha val="9473"/>
                  </a:srgbClr>
                </a:gs>
                <a:gs pos="57143">
                  <a:srgbClr val="EAEAEA">
                    <a:alpha val="5365"/>
                  </a:srgbClr>
                </a:gs>
                <a:gs pos="71429">
                  <a:srgbClr val="EAEAEA">
                    <a:alpha val="2548"/>
                  </a:srgbClr>
                </a:gs>
                <a:gs pos="85714">
                  <a:srgbClr val="EAEAEA">
                    <a:alpha val="1015"/>
                  </a:srgbClr>
                </a:gs>
                <a:gs pos="100000">
                  <a:srgbClr val="EAEAEA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207380">
              <a:off x="2839885" y="1098538"/>
              <a:ext cx="52953" cy="13238"/>
            </a:xfrm>
            <a:prstGeom prst="ellipse">
              <a:avLst/>
            </a:prstGeom>
            <a:gradFill>
              <a:gsLst>
                <a:gs pos="0">
                  <a:srgbClr val="E6E6E6">
                    <a:alpha val="19664"/>
                  </a:srgbClr>
                </a:gs>
                <a:gs pos="14286">
                  <a:srgbClr val="E6E6E6">
                    <a:alpha val="18229"/>
                  </a:srgbClr>
                </a:gs>
                <a:gs pos="28571">
                  <a:srgbClr val="E6E6E6">
                    <a:alpha val="14466"/>
                  </a:srgbClr>
                </a:gs>
                <a:gs pos="42857">
                  <a:srgbClr val="E6E6E6">
                    <a:alpha val="9741"/>
                  </a:srgbClr>
                </a:gs>
                <a:gs pos="57143">
                  <a:srgbClr val="E6E6E6">
                    <a:alpha val="5521"/>
                  </a:srgbClr>
                </a:gs>
                <a:gs pos="71429">
                  <a:srgbClr val="E6E6E6">
                    <a:alpha val="2623"/>
                  </a:srgbClr>
                </a:gs>
                <a:gs pos="85714">
                  <a:srgbClr val="E6E6E6">
                    <a:alpha val="1046"/>
                  </a:srgbClr>
                </a:gs>
                <a:gs pos="100000">
                  <a:srgbClr val="E6E6E6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9944514">
              <a:off x="2650716" y="739812"/>
              <a:ext cx="45729" cy="11432"/>
            </a:xfrm>
            <a:prstGeom prst="ellipse">
              <a:avLst/>
            </a:prstGeom>
            <a:gradFill>
              <a:gsLst>
                <a:gs pos="0">
                  <a:srgbClr val="E4E4E4">
                    <a:alpha val="20940"/>
                  </a:srgbClr>
                </a:gs>
                <a:gs pos="14286">
                  <a:srgbClr val="E4E4E4">
                    <a:alpha val="19423"/>
                  </a:srgbClr>
                </a:gs>
                <a:gs pos="28571">
                  <a:srgbClr val="E4E4E4">
                    <a:alpha val="15437"/>
                  </a:srgbClr>
                </a:gs>
                <a:gs pos="42857">
                  <a:srgbClr val="E4E4E4">
                    <a:alpha val="10415"/>
                  </a:srgbClr>
                </a:gs>
                <a:gs pos="57143">
                  <a:srgbClr val="E4E4E4">
                    <a:alpha val="5912"/>
                  </a:srgbClr>
                </a:gs>
                <a:gs pos="71429">
                  <a:srgbClr val="E4E4E4">
                    <a:alpha val="2812"/>
                  </a:srgbClr>
                </a:gs>
                <a:gs pos="85714">
                  <a:srgbClr val="E4E4E4">
                    <a:alpha val="1122"/>
                  </a:srgbClr>
                </a:gs>
                <a:gs pos="100000">
                  <a:srgbClr val="E4E4E4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3713292">
              <a:off x="2865748" y="1026629"/>
              <a:ext cx="110073" cy="357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8522165">
              <a:off x="2521908" y="761302"/>
              <a:ext cx="59534" cy="14883"/>
            </a:xfrm>
            <a:prstGeom prst="ellipse">
              <a:avLst/>
            </a:prstGeom>
            <a:gradFill>
              <a:gsLst>
                <a:gs pos="0">
                  <a:srgbClr val="BEBEBE">
                    <a:alpha val="18485"/>
                  </a:srgbClr>
                </a:gs>
                <a:gs pos="14286">
                  <a:srgbClr val="BEBEBE">
                    <a:alpha val="17126"/>
                  </a:srgbClr>
                </a:gs>
                <a:gs pos="28571">
                  <a:srgbClr val="BEBEBE">
                    <a:alpha val="13571"/>
                  </a:srgbClr>
                </a:gs>
                <a:gs pos="42857">
                  <a:srgbClr val="BEBEBE">
                    <a:alpha val="9123"/>
                  </a:srgbClr>
                </a:gs>
                <a:gs pos="57143">
                  <a:srgbClr val="BEBEBE">
                    <a:alpha val="5163"/>
                  </a:srgbClr>
                </a:gs>
                <a:gs pos="71429">
                  <a:srgbClr val="BEBEBE">
                    <a:alpha val="2451"/>
                  </a:srgbClr>
                </a:gs>
                <a:gs pos="85714">
                  <a:srgbClr val="BEBEBE">
                    <a:alpha val="976"/>
                  </a:srgbClr>
                </a:gs>
                <a:gs pos="100000">
                  <a:srgbClr val="BEBEBE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4487731">
              <a:off x="1986047" y="177607"/>
              <a:ext cx="139066" cy="470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9280784">
              <a:off x="2588182" y="262409"/>
              <a:ext cx="59901" cy="14975"/>
            </a:xfrm>
            <a:prstGeom prst="ellipse">
              <a:avLst/>
            </a:prstGeom>
            <a:gradFill>
              <a:gsLst>
                <a:gs pos="0">
                  <a:srgbClr val="AAAAAA">
                    <a:alpha val="18418"/>
                  </a:srgbClr>
                </a:gs>
                <a:gs pos="14286">
                  <a:srgbClr val="AAAAAA">
                    <a:alpha val="17064"/>
                  </a:srgbClr>
                </a:gs>
                <a:gs pos="28571">
                  <a:srgbClr val="AAAAAA">
                    <a:alpha val="13521"/>
                  </a:srgbClr>
                </a:gs>
                <a:gs pos="42857">
                  <a:srgbClr val="AAAAAA">
                    <a:alpha val="9089"/>
                  </a:srgbClr>
                </a:gs>
                <a:gs pos="57143">
                  <a:srgbClr val="AAAAAA">
                    <a:alpha val="5143"/>
                  </a:srgbClr>
                </a:gs>
                <a:gs pos="71429">
                  <a:srgbClr val="AAAAAA">
                    <a:alpha val="2441"/>
                  </a:srgbClr>
                </a:gs>
                <a:gs pos="85714">
                  <a:srgbClr val="AAAAAA">
                    <a:alpha val="973"/>
                  </a:srgbClr>
                </a:gs>
                <a:gs pos="100000">
                  <a:srgbClr val="AAAAAA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5431395">
              <a:off x="3457694" y="536621"/>
              <a:ext cx="57020" cy="14255"/>
            </a:xfrm>
            <a:prstGeom prst="ellipse">
              <a:avLst/>
            </a:prstGeom>
            <a:gradFill>
              <a:gsLst>
                <a:gs pos="0">
                  <a:srgbClr val="E6E6E6">
                    <a:alpha val="18937"/>
                  </a:srgbClr>
                </a:gs>
                <a:gs pos="14286">
                  <a:srgbClr val="E6E6E6">
                    <a:alpha val="17549"/>
                  </a:srgbClr>
                </a:gs>
                <a:gs pos="28571">
                  <a:srgbClr val="E6E6E6">
                    <a:alpha val="13914"/>
                  </a:srgbClr>
                </a:gs>
                <a:gs pos="42857">
                  <a:srgbClr val="E6E6E6">
                    <a:alpha val="9360"/>
                  </a:srgbClr>
                </a:gs>
                <a:gs pos="57143">
                  <a:srgbClr val="E6E6E6">
                    <a:alpha val="5300"/>
                  </a:srgbClr>
                </a:gs>
                <a:gs pos="71429">
                  <a:srgbClr val="E6E6E6">
                    <a:alpha val="2517"/>
                  </a:srgbClr>
                </a:gs>
                <a:gs pos="85714">
                  <a:srgbClr val="E6E6E6">
                    <a:alpha val="1003"/>
                  </a:srgbClr>
                </a:gs>
                <a:gs pos="100000">
                  <a:srgbClr val="E6E6E6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4227023">
              <a:off x="2619159" y="667718"/>
              <a:ext cx="372276" cy="105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5335850">
              <a:off x="2319015" y="534306"/>
              <a:ext cx="305429" cy="33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3324544">
              <a:off x="3437983" y="666781"/>
              <a:ext cx="59948" cy="14987"/>
            </a:xfrm>
            <a:prstGeom prst="ellipse">
              <a:avLst/>
            </a:prstGeom>
            <a:gradFill>
              <a:gsLst>
                <a:gs pos="0">
                  <a:srgbClr val="C6C6C6">
                    <a:alpha val="18410"/>
                  </a:srgbClr>
                </a:gs>
                <a:gs pos="14286">
                  <a:srgbClr val="C6C6C6">
                    <a:alpha val="17056"/>
                  </a:srgbClr>
                </a:gs>
                <a:gs pos="28571">
                  <a:srgbClr val="C6C6C6">
                    <a:alpha val="13515"/>
                  </a:srgbClr>
                </a:gs>
                <a:gs pos="42857">
                  <a:srgbClr val="C6C6C6">
                    <a:alpha val="9084"/>
                  </a:srgbClr>
                </a:gs>
                <a:gs pos="57143">
                  <a:srgbClr val="C6C6C6">
                    <a:alpha val="5140"/>
                  </a:srgbClr>
                </a:gs>
                <a:gs pos="71429">
                  <a:srgbClr val="C6C6C6">
                    <a:alpha val="2440"/>
                  </a:srgbClr>
                </a:gs>
                <a:gs pos="85714">
                  <a:srgbClr val="C6C6C6">
                    <a:alpha val="972"/>
                  </a:srgbClr>
                </a:gs>
                <a:gs pos="100000">
                  <a:srgbClr val="C6C6C6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9973906">
              <a:off x="2032482" y="251491"/>
              <a:ext cx="54764" cy="13691"/>
            </a:xfrm>
            <a:prstGeom prst="ellipse">
              <a:avLst/>
            </a:prstGeom>
            <a:gradFill>
              <a:gsLst>
                <a:gs pos="0">
                  <a:srgbClr val="777777">
                    <a:alpha val="19341"/>
                  </a:srgbClr>
                </a:gs>
                <a:gs pos="14286">
                  <a:srgbClr val="777777">
                    <a:alpha val="17927"/>
                  </a:srgbClr>
                </a:gs>
                <a:gs pos="28571">
                  <a:srgbClr val="777777">
                    <a:alpha val="14221"/>
                  </a:srgbClr>
                </a:gs>
                <a:gs pos="42857">
                  <a:srgbClr val="777777">
                    <a:alpha val="9572"/>
                  </a:srgbClr>
                </a:gs>
                <a:gs pos="57143">
                  <a:srgbClr val="777777">
                    <a:alpha val="5422"/>
                  </a:srgbClr>
                </a:gs>
                <a:gs pos="71429">
                  <a:srgbClr val="777777">
                    <a:alpha val="2576"/>
                  </a:srgbClr>
                </a:gs>
                <a:gs pos="85714">
                  <a:srgbClr val="777777">
                    <a:alpha val="1027"/>
                  </a:srgbClr>
                </a:gs>
                <a:gs pos="100000">
                  <a:srgbClr val="777777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10340162">
              <a:off x="2545837" y="526826"/>
              <a:ext cx="56091" cy="14023"/>
            </a:xfrm>
            <a:prstGeom prst="ellipse">
              <a:avLst/>
            </a:prstGeom>
            <a:gradFill>
              <a:gsLst>
                <a:gs pos="0">
                  <a:srgbClr val="C6C6C6">
                    <a:alpha val="19104"/>
                  </a:srgbClr>
                </a:gs>
                <a:gs pos="14286">
                  <a:srgbClr val="C6C6C6">
                    <a:alpha val="17705"/>
                  </a:srgbClr>
                </a:gs>
                <a:gs pos="28571">
                  <a:srgbClr val="C6C6C6">
                    <a:alpha val="14041"/>
                  </a:srgbClr>
                </a:gs>
                <a:gs pos="42857">
                  <a:srgbClr val="C6C6C6">
                    <a:alpha val="9447"/>
                  </a:srgbClr>
                </a:gs>
                <a:gs pos="57143">
                  <a:srgbClr val="C6C6C6">
                    <a:alpha val="5350"/>
                  </a:srgbClr>
                </a:gs>
                <a:gs pos="71429">
                  <a:srgbClr val="C6C6C6">
                    <a:alpha val="2541"/>
                  </a:srgbClr>
                </a:gs>
                <a:gs pos="85714">
                  <a:srgbClr val="C6C6C6">
                    <a:alpha val="1013"/>
                  </a:srgbClr>
                </a:gs>
                <a:gs pos="100000">
                  <a:srgbClr val="C6C6C6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10612267">
              <a:off x="3148069" y="898756"/>
              <a:ext cx="548345" cy="366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10789383">
              <a:off x="2068445" y="251767"/>
              <a:ext cx="520713" cy="408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117396">
              <a:off x="2672580" y="1047812"/>
              <a:ext cx="413426" cy="369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233229">
              <a:off x="1763758" y="201391"/>
              <a:ext cx="209357" cy="368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5367653">
              <a:off x="2552348" y="217706"/>
              <a:ext cx="269467" cy="406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359802">
              <a:off x="2840162" y="1082208"/>
              <a:ext cx="53505" cy="13376"/>
            </a:xfrm>
            <a:prstGeom prst="ellipse">
              <a:avLst/>
            </a:prstGeom>
            <a:gradFill>
              <a:gsLst>
                <a:gs pos="0">
                  <a:srgbClr val="E8E8E8">
                    <a:alpha val="19566"/>
                  </a:srgbClr>
                </a:gs>
                <a:gs pos="14286">
                  <a:srgbClr val="E8E8E8">
                    <a:alpha val="18137"/>
                  </a:srgbClr>
                </a:gs>
                <a:gs pos="28571">
                  <a:srgbClr val="E8E8E8">
                    <a:alpha val="14391"/>
                  </a:srgbClr>
                </a:gs>
                <a:gs pos="42857">
                  <a:srgbClr val="E8E8E8">
                    <a:alpha val="9690"/>
                  </a:srgbClr>
                </a:gs>
                <a:gs pos="57143">
                  <a:srgbClr val="E8E8E8">
                    <a:alpha val="5491"/>
                  </a:srgbClr>
                </a:gs>
                <a:gs pos="71429">
                  <a:srgbClr val="E8E8E8">
                    <a:alpha val="2609"/>
                  </a:srgbClr>
                </a:gs>
                <a:gs pos="85714">
                  <a:srgbClr val="E8E8E8">
                    <a:alpha val="1040"/>
                  </a:srgbClr>
                </a:gs>
                <a:gs pos="100000">
                  <a:srgbClr val="E8E8E8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4721629">
              <a:off x="3063325" y="1018821"/>
              <a:ext cx="60680" cy="15170"/>
            </a:xfrm>
            <a:prstGeom prst="ellipse">
              <a:avLst/>
            </a:prstGeom>
            <a:gradFill>
              <a:gsLst>
                <a:gs pos="0">
                  <a:srgbClr val="AFAFAF">
                    <a:alpha val="18277"/>
                  </a:srgbClr>
                </a:gs>
                <a:gs pos="14286">
                  <a:srgbClr val="AFAFAF">
                    <a:alpha val="16932"/>
                  </a:srgbClr>
                </a:gs>
                <a:gs pos="28571">
                  <a:srgbClr val="AFAFAF">
                    <a:alpha val="13415"/>
                  </a:srgbClr>
                </a:gs>
                <a:gs pos="42857">
                  <a:srgbClr val="AFAFAF">
                    <a:alpha val="9015"/>
                  </a:srgbClr>
                </a:gs>
                <a:gs pos="57143">
                  <a:srgbClr val="AFAFAF">
                    <a:alpha val="5100"/>
                  </a:srgbClr>
                </a:gs>
                <a:gs pos="71429">
                  <a:srgbClr val="AFAFAF">
                    <a:alpha val="2421"/>
                  </a:srgbClr>
                </a:gs>
                <a:gs pos="85714">
                  <a:srgbClr val="AFAFAF">
                    <a:alpha val="964"/>
                  </a:srgbClr>
                </a:gs>
                <a:gs pos="100000">
                  <a:srgbClr val="AFAFAF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109463">
              <a:off x="3297329" y="869033"/>
              <a:ext cx="48157" cy="12039"/>
            </a:xfrm>
            <a:prstGeom prst="ellipse">
              <a:avLst/>
            </a:prstGeom>
            <a:gradFill>
              <a:gsLst>
                <a:gs pos="0">
                  <a:srgbClr val="F0F0F0">
                    <a:alpha val="20513"/>
                  </a:srgbClr>
                </a:gs>
                <a:gs pos="14286">
                  <a:srgbClr val="F0F0F0">
                    <a:alpha val="19024"/>
                  </a:srgbClr>
                </a:gs>
                <a:gs pos="28571">
                  <a:srgbClr val="F0F0F0">
                    <a:alpha val="15112"/>
                  </a:srgbClr>
                </a:gs>
                <a:gs pos="42857">
                  <a:srgbClr val="F0F0F0">
                    <a:alpha val="10189"/>
                  </a:srgbClr>
                </a:gs>
                <a:gs pos="57143">
                  <a:srgbClr val="F0F0F0">
                    <a:alpha val="5781"/>
                  </a:srgbClr>
                </a:gs>
                <a:gs pos="71429">
                  <a:srgbClr val="F0F0F0">
                    <a:alpha val="2749"/>
                  </a:srgbClr>
                </a:gs>
                <a:gs pos="85714">
                  <a:srgbClr val="F0F0F0">
                    <a:alpha val="1096"/>
                  </a:srgbClr>
                </a:gs>
                <a:gs pos="100000">
                  <a:srgbClr val="F0F0F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8204931">
              <a:off x="2468073" y="703426"/>
              <a:ext cx="348895" cy="440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5255481">
              <a:off x="2482251" y="278669"/>
              <a:ext cx="58614" cy="14654"/>
            </a:xfrm>
            <a:prstGeom prst="ellipse">
              <a:avLst/>
            </a:prstGeom>
            <a:gradFill>
              <a:gsLst>
                <a:gs pos="0">
                  <a:srgbClr val="E7E7E7">
                    <a:alpha val="18650"/>
                  </a:srgbClr>
                </a:gs>
                <a:gs pos="14286">
                  <a:srgbClr val="E7E7E7">
                    <a:alpha val="17281"/>
                  </a:srgbClr>
                </a:gs>
                <a:gs pos="28571">
                  <a:srgbClr val="E7E7E7">
                    <a:alpha val="13697"/>
                  </a:srgbClr>
                </a:gs>
                <a:gs pos="42857">
                  <a:srgbClr val="E7E7E7">
                    <a:alpha val="9210"/>
                  </a:srgbClr>
                </a:gs>
                <a:gs pos="57143">
                  <a:srgbClr val="E7E7E7">
                    <a:alpha val="5213"/>
                  </a:srgbClr>
                </a:gs>
                <a:gs pos="71429">
                  <a:srgbClr val="E7E7E7">
                    <a:alpha val="2475"/>
                  </a:srgbClr>
                </a:gs>
                <a:gs pos="85714">
                  <a:srgbClr val="E7E7E7">
                    <a:alpha val="986"/>
                  </a:srgbClr>
                </a:gs>
                <a:gs pos="100000">
                  <a:srgbClr val="E7E7E7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6005428">
              <a:off x="3005119" y="552356"/>
              <a:ext cx="202644" cy="147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309964">
              <a:off x="2235753" y="690600"/>
              <a:ext cx="281105" cy="332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7310989">
              <a:off x="2103159" y="1029219"/>
              <a:ext cx="55917" cy="13979"/>
            </a:xfrm>
            <a:prstGeom prst="ellipse">
              <a:avLst/>
            </a:prstGeom>
            <a:gradFill>
              <a:gsLst>
                <a:gs pos="0">
                  <a:srgbClr val="737373">
                    <a:alpha val="19135"/>
                  </a:srgbClr>
                </a:gs>
                <a:gs pos="14286">
                  <a:srgbClr val="737373">
                    <a:alpha val="17734"/>
                  </a:srgbClr>
                </a:gs>
                <a:gs pos="28571">
                  <a:srgbClr val="737373">
                    <a:alpha val="14064"/>
                  </a:srgbClr>
                </a:gs>
                <a:gs pos="42857">
                  <a:srgbClr val="737373">
                    <a:alpha val="9464"/>
                  </a:srgbClr>
                </a:gs>
                <a:gs pos="57143">
                  <a:srgbClr val="737373">
                    <a:alpha val="5360"/>
                  </a:srgbClr>
                </a:gs>
                <a:gs pos="71429">
                  <a:srgbClr val="737373">
                    <a:alpha val="2546"/>
                  </a:srgbClr>
                </a:gs>
                <a:gs pos="85714">
                  <a:srgbClr val="737373">
                    <a:alpha val="1014"/>
                  </a:srgbClr>
                </a:gs>
                <a:gs pos="100000">
                  <a:srgbClr val="737373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10203595">
              <a:off x="3225160" y="494093"/>
              <a:ext cx="530182" cy="46355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-10161784">
              <a:off x="1992686" y="223638"/>
              <a:ext cx="59282" cy="14820"/>
            </a:xfrm>
            <a:prstGeom prst="ellipse">
              <a:avLst/>
            </a:prstGeom>
            <a:gradFill>
              <a:gsLst>
                <a:gs pos="0">
                  <a:srgbClr val="CACACA">
                    <a:alpha val="18530"/>
                  </a:srgbClr>
                </a:gs>
                <a:gs pos="14286">
                  <a:srgbClr val="CACACA">
                    <a:alpha val="17168"/>
                  </a:srgbClr>
                </a:gs>
                <a:gs pos="28571">
                  <a:srgbClr val="CACACA">
                    <a:alpha val="13606"/>
                  </a:srgbClr>
                </a:gs>
                <a:gs pos="42857">
                  <a:srgbClr val="CACACA">
                    <a:alpha val="9147"/>
                  </a:srgbClr>
                </a:gs>
                <a:gs pos="57143">
                  <a:srgbClr val="CACACA">
                    <a:alpha val="5177"/>
                  </a:srgbClr>
                </a:gs>
                <a:gs pos="71429">
                  <a:srgbClr val="CACACA">
                    <a:alpha val="2457"/>
                  </a:srgbClr>
                </a:gs>
                <a:gs pos="85714">
                  <a:srgbClr val="CACACA">
                    <a:alpha val="979"/>
                  </a:srgbClr>
                </a:gs>
                <a:gs pos="100000">
                  <a:srgbClr val="CACACA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5193834">
              <a:off x="2201605" y="895993"/>
              <a:ext cx="53009" cy="13252"/>
            </a:xfrm>
            <a:prstGeom prst="ellipse">
              <a:avLst/>
            </a:prstGeom>
            <a:gradFill>
              <a:gsLst>
                <a:gs pos="0">
                  <a:srgbClr val="DFDFDF">
                    <a:alpha val="19654"/>
                  </a:srgbClr>
                </a:gs>
                <a:gs pos="14286">
                  <a:srgbClr val="DFDFDF">
                    <a:alpha val="18220"/>
                  </a:srgbClr>
                </a:gs>
                <a:gs pos="28571">
                  <a:srgbClr val="DFDFDF">
                    <a:alpha val="14458"/>
                  </a:srgbClr>
                </a:gs>
                <a:gs pos="42857">
                  <a:srgbClr val="DFDFDF">
                    <a:alpha val="9736"/>
                  </a:srgbClr>
                </a:gs>
                <a:gs pos="57143">
                  <a:srgbClr val="DFDFDF">
                    <a:alpha val="5518"/>
                  </a:srgbClr>
                </a:gs>
                <a:gs pos="71429">
                  <a:srgbClr val="DFDFDF">
                    <a:alpha val="2622"/>
                  </a:srgbClr>
                </a:gs>
                <a:gs pos="85714">
                  <a:srgbClr val="DFDFDF">
                    <a:alpha val="1045"/>
                  </a:srgbClr>
                </a:gs>
                <a:gs pos="100000">
                  <a:srgbClr val="DFDFDF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-9282751">
              <a:off x="2895243" y="507178"/>
              <a:ext cx="60195" cy="15049"/>
            </a:xfrm>
            <a:prstGeom prst="ellipse">
              <a:avLst/>
            </a:prstGeom>
            <a:gradFill>
              <a:gsLst>
                <a:gs pos="0">
                  <a:srgbClr val="DEDEDE">
                    <a:alpha val="18365"/>
                  </a:srgbClr>
                </a:gs>
                <a:gs pos="14286">
                  <a:srgbClr val="DEDEDE">
                    <a:alpha val="17014"/>
                  </a:srgbClr>
                </a:gs>
                <a:gs pos="28571">
                  <a:srgbClr val="DEDEDE">
                    <a:alpha val="13481"/>
                  </a:srgbClr>
                </a:gs>
                <a:gs pos="42857">
                  <a:srgbClr val="DEDEDE">
                    <a:alpha val="9061"/>
                  </a:srgbClr>
                </a:gs>
                <a:gs pos="57143">
                  <a:srgbClr val="DEDEDE">
                    <a:alpha val="5127"/>
                  </a:srgbClr>
                </a:gs>
                <a:gs pos="71429">
                  <a:srgbClr val="DEDEDE">
                    <a:alpha val="2433"/>
                  </a:srgbClr>
                </a:gs>
                <a:gs pos="85714">
                  <a:srgbClr val="DEDEDE">
                    <a:alpha val="969"/>
                  </a:srgbClr>
                </a:gs>
                <a:gs pos="100000">
                  <a:srgbClr val="DEDEDE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5353732">
              <a:off x="2266917" y="518188"/>
              <a:ext cx="299141" cy="446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7640891">
              <a:off x="2097700" y="717399"/>
              <a:ext cx="299546" cy="29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5895633">
              <a:off x="3453170" y="854605"/>
              <a:ext cx="46834" cy="11708"/>
            </a:xfrm>
            <a:prstGeom prst="ellipse">
              <a:avLst/>
            </a:prstGeom>
            <a:gradFill>
              <a:gsLst>
                <a:gs pos="0">
                  <a:srgbClr val="F8F8F8">
                    <a:alpha val="20746"/>
                  </a:srgbClr>
                </a:gs>
                <a:gs pos="14286">
                  <a:srgbClr val="F8F8F8">
                    <a:alpha val="19241"/>
                  </a:srgbClr>
                </a:gs>
                <a:gs pos="28571">
                  <a:srgbClr val="F8F8F8">
                    <a:alpha val="15290"/>
                  </a:srgbClr>
                </a:gs>
                <a:gs pos="42857">
                  <a:srgbClr val="F8F8F8">
                    <a:alpha val="10312"/>
                  </a:srgbClr>
                </a:gs>
                <a:gs pos="57143">
                  <a:srgbClr val="F8F8F8">
                    <a:alpha val="5852"/>
                  </a:srgbClr>
                </a:gs>
                <a:gs pos="71429">
                  <a:srgbClr val="F8F8F8">
                    <a:alpha val="2783"/>
                  </a:srgbClr>
                </a:gs>
                <a:gs pos="85714">
                  <a:srgbClr val="F8F8F8">
                    <a:alpha val="1110"/>
                  </a:srgbClr>
                </a:gs>
                <a:gs pos="100000">
                  <a:srgbClr val="F8F8F8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5400000">
              <a:off x="2222522" y="147543"/>
              <a:ext cx="30421" cy="30421"/>
            </a:xfrm>
            <a:prstGeom prst="ellipse">
              <a:avLst/>
            </a:prstGeom>
            <a:gradFill>
              <a:gsLst>
                <a:gs pos="0">
                  <a:srgbClr val="767676">
                    <a:alpha val="18248"/>
                  </a:srgbClr>
                </a:gs>
                <a:gs pos="14286">
                  <a:srgbClr val="767676">
                    <a:alpha val="16905"/>
                  </a:srgbClr>
                </a:gs>
                <a:gs pos="28571">
                  <a:srgbClr val="767676">
                    <a:alpha val="13393"/>
                  </a:srgbClr>
                </a:gs>
                <a:gs pos="42857">
                  <a:srgbClr val="767676">
                    <a:alpha val="9000"/>
                  </a:srgbClr>
                </a:gs>
                <a:gs pos="57143">
                  <a:srgbClr val="767676">
                    <a:alpha val="5092"/>
                  </a:srgbClr>
                </a:gs>
                <a:gs pos="71429">
                  <a:srgbClr val="767676">
                    <a:alpha val="2416"/>
                  </a:srgbClr>
                </a:gs>
                <a:gs pos="85714">
                  <a:srgbClr val="767676">
                    <a:alpha val="963"/>
                  </a:srgbClr>
                </a:gs>
                <a:gs pos="100000">
                  <a:srgbClr val="767676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5283276">
              <a:off x="1761638" y="221096"/>
              <a:ext cx="60920" cy="15230"/>
            </a:xfrm>
            <a:prstGeom prst="ellipse">
              <a:avLst/>
            </a:prstGeom>
            <a:gradFill>
              <a:gsLst>
                <a:gs pos="0">
                  <a:srgbClr val="838383">
                    <a:alpha val="18234"/>
                  </a:srgbClr>
                </a:gs>
                <a:gs pos="14286">
                  <a:srgbClr val="838383">
                    <a:alpha val="16892"/>
                  </a:srgbClr>
                </a:gs>
                <a:gs pos="28571">
                  <a:srgbClr val="838383">
                    <a:alpha val="13382"/>
                  </a:srgbClr>
                </a:gs>
                <a:gs pos="42857">
                  <a:srgbClr val="838383">
                    <a:alpha val="8993"/>
                  </a:srgbClr>
                </a:gs>
                <a:gs pos="57143">
                  <a:srgbClr val="838383">
                    <a:alpha val="5087"/>
                  </a:srgbClr>
                </a:gs>
                <a:gs pos="71429">
                  <a:srgbClr val="838383">
                    <a:alpha val="2414"/>
                  </a:srgbClr>
                </a:gs>
                <a:gs pos="85714">
                  <a:srgbClr val="838383">
                    <a:alpha val="962"/>
                  </a:srgbClr>
                </a:gs>
                <a:gs pos="100000">
                  <a:srgbClr val="838383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5399874">
              <a:off x="2609375" y="219517"/>
              <a:ext cx="59882" cy="14971"/>
            </a:xfrm>
            <a:prstGeom prst="ellipse">
              <a:avLst/>
            </a:prstGeom>
            <a:gradFill>
              <a:gsLst>
                <a:gs pos="0">
                  <a:srgbClr val="979797">
                    <a:alpha val="18422"/>
                  </a:srgbClr>
                </a:gs>
                <a:gs pos="14286">
                  <a:srgbClr val="979797">
                    <a:alpha val="17067"/>
                  </a:srgbClr>
                </a:gs>
                <a:gs pos="28571">
                  <a:srgbClr val="979797">
                    <a:alpha val="13524"/>
                  </a:srgbClr>
                </a:gs>
                <a:gs pos="42857">
                  <a:srgbClr val="979797">
                    <a:alpha val="9091"/>
                  </a:srgbClr>
                </a:gs>
                <a:gs pos="57143">
                  <a:srgbClr val="979797">
                    <a:alpha val="5144"/>
                  </a:srgbClr>
                </a:gs>
                <a:gs pos="71429">
                  <a:srgbClr val="979797">
                    <a:alpha val="2442"/>
                  </a:srgbClr>
                </a:gs>
                <a:gs pos="85714">
                  <a:srgbClr val="979797">
                    <a:alpha val="973"/>
                  </a:srgbClr>
                </a:gs>
                <a:gs pos="100000">
                  <a:srgbClr val="979797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4813769">
              <a:off x="1944129" y="239567"/>
              <a:ext cx="57928" cy="14482"/>
            </a:xfrm>
            <a:prstGeom prst="ellipse">
              <a:avLst/>
            </a:prstGeom>
            <a:gradFill>
              <a:gsLst>
                <a:gs pos="0">
                  <a:srgbClr val="C8C8C8">
                    <a:alpha val="18774"/>
                  </a:srgbClr>
                </a:gs>
                <a:gs pos="14286">
                  <a:srgbClr val="C8C8C8">
                    <a:alpha val="17396"/>
                  </a:srgbClr>
                </a:gs>
                <a:gs pos="28571">
                  <a:srgbClr val="C8C8C8">
                    <a:alpha val="13791"/>
                  </a:srgbClr>
                </a:gs>
                <a:gs pos="42857">
                  <a:srgbClr val="C8C8C8">
                    <a:alpha val="9275"/>
                  </a:srgbClr>
                </a:gs>
                <a:gs pos="57143">
                  <a:srgbClr val="C8C8C8">
                    <a:alpha val="5250"/>
                  </a:srgbClr>
                </a:gs>
                <a:gs pos="71429">
                  <a:srgbClr val="C8C8C8">
                    <a:alpha val="2493"/>
                  </a:srgbClr>
                </a:gs>
                <a:gs pos="85714">
                  <a:srgbClr val="C8C8C8">
                    <a:alpha val="993"/>
                  </a:srgbClr>
                </a:gs>
                <a:gs pos="100000">
                  <a:srgbClr val="C8C8C8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10128005">
              <a:off x="1854233" y="739223"/>
              <a:ext cx="47889" cy="11972"/>
            </a:xfrm>
            <a:prstGeom prst="ellipse">
              <a:avLst/>
            </a:prstGeom>
            <a:gradFill>
              <a:gsLst>
                <a:gs pos="0">
                  <a:srgbClr val="CDCDCE">
                    <a:alpha val="20560"/>
                  </a:srgbClr>
                </a:gs>
                <a:gs pos="14286">
                  <a:srgbClr val="CDCDCE">
                    <a:alpha val="19068"/>
                  </a:srgbClr>
                </a:gs>
                <a:gs pos="28571">
                  <a:srgbClr val="CDCDCE">
                    <a:alpha val="15148"/>
                  </a:srgbClr>
                </a:gs>
                <a:gs pos="42857">
                  <a:srgbClr val="CDCDCE">
                    <a:alpha val="10214"/>
                  </a:srgbClr>
                </a:gs>
                <a:gs pos="57143">
                  <a:srgbClr val="CDCDCE">
                    <a:alpha val="5795"/>
                  </a:srgbClr>
                </a:gs>
                <a:gs pos="71429">
                  <a:srgbClr val="CDCDCE">
                    <a:alpha val="2756"/>
                  </a:srgbClr>
                </a:gs>
                <a:gs pos="85714">
                  <a:srgbClr val="CDCDCE">
                    <a:alpha val="1099"/>
                  </a:srgbClr>
                </a:gs>
                <a:gs pos="100000">
                  <a:srgbClr val="CDCDCE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4970111">
              <a:off x="3116796" y="694449"/>
              <a:ext cx="251725" cy="354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4081658">
              <a:off x="1772136" y="217329"/>
              <a:ext cx="381416" cy="258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5312319">
              <a:off x="2305589" y="200808"/>
              <a:ext cx="418886" cy="41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-9702742">
              <a:off x="1582653" y="184361"/>
              <a:ext cx="59281" cy="14820"/>
            </a:xfrm>
            <a:prstGeom prst="ellipse">
              <a:avLst/>
            </a:prstGeom>
            <a:gradFill>
              <a:gsLst>
                <a:gs pos="0">
                  <a:srgbClr val="A9A9A9">
                    <a:alpha val="18530"/>
                  </a:srgbClr>
                </a:gs>
                <a:gs pos="14286">
                  <a:srgbClr val="A9A9A9">
                    <a:alpha val="17168"/>
                  </a:srgbClr>
                </a:gs>
                <a:gs pos="28571">
                  <a:srgbClr val="A9A9A9">
                    <a:alpha val="13606"/>
                  </a:srgbClr>
                </a:gs>
                <a:gs pos="42857">
                  <a:srgbClr val="A9A9A9">
                    <a:alpha val="9147"/>
                  </a:srgbClr>
                </a:gs>
                <a:gs pos="57143">
                  <a:srgbClr val="A9A9A9">
                    <a:alpha val="5177"/>
                  </a:srgbClr>
                </a:gs>
                <a:gs pos="71429">
                  <a:srgbClr val="A9A9A9">
                    <a:alpha val="2457"/>
                  </a:srgbClr>
                </a:gs>
                <a:gs pos="85714">
                  <a:srgbClr val="A9A9A9">
                    <a:alpha val="979"/>
                  </a:srgbClr>
                </a:gs>
                <a:gs pos="100000">
                  <a:srgbClr val="A9A9A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5335865">
              <a:off x="2319014" y="534306"/>
              <a:ext cx="305431" cy="33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2991695">
              <a:off x="2970224" y="686176"/>
              <a:ext cx="54149" cy="13537"/>
            </a:xfrm>
            <a:prstGeom prst="ellipse">
              <a:avLst/>
            </a:prstGeom>
            <a:gradFill>
              <a:gsLst>
                <a:gs pos="0">
                  <a:srgbClr val="F9F9F9">
                    <a:alpha val="19451"/>
                  </a:srgbClr>
                </a:gs>
                <a:gs pos="14286">
                  <a:srgbClr val="F9F9F9">
                    <a:alpha val="18029"/>
                  </a:srgbClr>
                </a:gs>
                <a:gs pos="28571">
                  <a:srgbClr val="F9F9F9">
                    <a:alpha val="14304"/>
                  </a:srgbClr>
                </a:gs>
                <a:gs pos="42857">
                  <a:srgbClr val="F9F9F9">
                    <a:alpha val="9629"/>
                  </a:srgbClr>
                </a:gs>
                <a:gs pos="57143">
                  <a:srgbClr val="F9F9F9">
                    <a:alpha val="5456"/>
                  </a:srgbClr>
                </a:gs>
                <a:gs pos="71429">
                  <a:srgbClr val="F9F9F9">
                    <a:alpha val="2592"/>
                  </a:srgbClr>
                </a:gs>
                <a:gs pos="85714">
                  <a:srgbClr val="F9F9F9">
                    <a:alpha val="1033"/>
                  </a:srgbClr>
                </a:gs>
                <a:gs pos="100000">
                  <a:srgbClr val="F9F9F9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3138471">
              <a:off x="2730466" y="1030104"/>
              <a:ext cx="112463" cy="33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9610613">
              <a:off x="3502783" y="985900"/>
              <a:ext cx="60114" cy="15028"/>
            </a:xfrm>
            <a:prstGeom prst="ellipse">
              <a:avLst/>
            </a:prstGeom>
            <a:gradFill>
              <a:gsLst>
                <a:gs pos="0">
                  <a:srgbClr val="EEEEEE">
                    <a:alpha val="18380"/>
                  </a:srgbClr>
                </a:gs>
                <a:gs pos="14286">
                  <a:srgbClr val="EEEEEE">
                    <a:alpha val="17028"/>
                  </a:srgbClr>
                </a:gs>
                <a:gs pos="28571">
                  <a:srgbClr val="EEEEEE">
                    <a:alpha val="13492"/>
                  </a:srgbClr>
                </a:gs>
                <a:gs pos="42857">
                  <a:srgbClr val="EEEEEE">
                    <a:alpha val="9069"/>
                  </a:srgbClr>
                </a:gs>
                <a:gs pos="57143">
                  <a:srgbClr val="EEEEEE">
                    <a:alpha val="5131"/>
                  </a:srgbClr>
                </a:gs>
                <a:gs pos="71429">
                  <a:srgbClr val="EEEEEE">
                    <a:alpha val="2436"/>
                  </a:srgbClr>
                </a:gs>
                <a:gs pos="85714">
                  <a:srgbClr val="EEEEEE">
                    <a:alpha val="970"/>
                  </a:srgbClr>
                </a:gs>
                <a:gs pos="100000">
                  <a:srgbClr val="EEEEEE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8140421">
              <a:off x="2433606" y="217643"/>
              <a:ext cx="424814" cy="561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-9650730">
              <a:off x="2485470" y="507723"/>
              <a:ext cx="56941" cy="14235"/>
            </a:xfrm>
            <a:prstGeom prst="ellipse">
              <a:avLst/>
            </a:prstGeom>
            <a:gradFill>
              <a:gsLst>
                <a:gs pos="0">
                  <a:srgbClr val="F2F2F1">
                    <a:alpha val="18951"/>
                  </a:srgbClr>
                </a:gs>
                <a:gs pos="14286">
                  <a:srgbClr val="F2F2F1">
                    <a:alpha val="17562"/>
                  </a:srgbClr>
                </a:gs>
                <a:gs pos="28571">
                  <a:srgbClr val="F2F2F1">
                    <a:alpha val="13925"/>
                  </a:srgbClr>
                </a:gs>
                <a:gs pos="42857">
                  <a:srgbClr val="F2F2F1">
                    <a:alpha val="9367"/>
                  </a:srgbClr>
                </a:gs>
                <a:gs pos="57143">
                  <a:srgbClr val="F2F2F1">
                    <a:alpha val="5304"/>
                  </a:srgbClr>
                </a:gs>
                <a:gs pos="71429">
                  <a:srgbClr val="F2F2F1">
                    <a:alpha val="2519"/>
                  </a:srgbClr>
                </a:gs>
                <a:gs pos="85714">
                  <a:srgbClr val="F2F2F1">
                    <a:alpha val="1004"/>
                  </a:srgbClr>
                </a:gs>
                <a:gs pos="100000">
                  <a:srgbClr val="F2F2F1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4030123">
              <a:off x="2647438" y="547080"/>
              <a:ext cx="130005" cy="39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8831732">
              <a:off x="1316919" y="227504"/>
              <a:ext cx="1027773" cy="88318"/>
            </a:xfrm>
            <a:prstGeom prst="ellipse">
              <a:avLst/>
            </a:prstGeom>
            <a:gradFill>
              <a:gsLst>
                <a:gs pos="0">
                  <a:srgbClr val="FFFFFF">
                    <a:alpha val="10711"/>
                  </a:srgbClr>
                </a:gs>
                <a:gs pos="14286">
                  <a:srgbClr val="FFFFFF">
                    <a:alpha val="9889"/>
                  </a:srgbClr>
                </a:gs>
                <a:gs pos="28571">
                  <a:srgbClr val="FFFFFF">
                    <a:alpha val="7767"/>
                  </a:srgbClr>
                </a:gs>
                <a:gs pos="42857">
                  <a:srgbClr val="FFFFFF">
                    <a:alpha val="5165"/>
                  </a:srgbClr>
                </a:gs>
                <a:gs pos="57143">
                  <a:srgbClr val="FFFFFF">
                    <a:alpha val="2896"/>
                  </a:srgbClr>
                </a:gs>
                <a:gs pos="71429">
                  <a:srgbClr val="FFFFFF">
                    <a:alpha val="1366"/>
                  </a:srgbClr>
                </a:gs>
                <a:gs pos="85714">
                  <a:srgbClr val="FFFFFF">
                    <a:alpha val="542"/>
                  </a:srgbClr>
                </a:gs>
                <a:gs pos="100000">
                  <a:srgbClr val="FFFFFF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7358404">
              <a:off x="2836838" y="1020011"/>
              <a:ext cx="60588" cy="15147"/>
            </a:xfrm>
            <a:prstGeom prst="ellipse">
              <a:avLst/>
            </a:prstGeom>
            <a:gradFill>
              <a:gsLst>
                <a:gs pos="0">
                  <a:srgbClr val="E6E6E6">
                    <a:alpha val="18294"/>
                  </a:srgbClr>
                </a:gs>
                <a:gs pos="14286">
                  <a:srgbClr val="E6E6E6">
                    <a:alpha val="16948"/>
                  </a:srgbClr>
                </a:gs>
                <a:gs pos="28571">
                  <a:srgbClr val="E6E6E6">
                    <a:alpha val="13427"/>
                  </a:srgbClr>
                </a:gs>
                <a:gs pos="42857">
                  <a:srgbClr val="E6E6E6">
                    <a:alpha val="9024"/>
                  </a:srgbClr>
                </a:gs>
                <a:gs pos="57143">
                  <a:srgbClr val="E6E6E6">
                    <a:alpha val="5105"/>
                  </a:srgbClr>
                </a:gs>
                <a:gs pos="71429">
                  <a:srgbClr val="E6E6E6">
                    <a:alpha val="2423"/>
                  </a:srgbClr>
                </a:gs>
                <a:gs pos="85714">
                  <a:srgbClr val="E6E6E6">
                    <a:alpha val="965"/>
                  </a:srgbClr>
                </a:gs>
                <a:gs pos="100000">
                  <a:srgbClr val="E6E6E6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736308">
              <a:off x="3089696" y="872299"/>
              <a:ext cx="51559" cy="12890"/>
            </a:xfrm>
            <a:prstGeom prst="ellipse">
              <a:avLst/>
            </a:prstGeom>
            <a:gradFill>
              <a:gsLst>
                <a:gs pos="0">
                  <a:srgbClr val="E7E7E7">
                    <a:alpha val="19912"/>
                  </a:srgbClr>
                </a:gs>
                <a:gs pos="14286">
                  <a:srgbClr val="E7E7E7">
                    <a:alpha val="18461"/>
                  </a:srgbClr>
                </a:gs>
                <a:gs pos="28571">
                  <a:srgbClr val="E7E7E7">
                    <a:alpha val="14654"/>
                  </a:srgbClr>
                </a:gs>
                <a:gs pos="42857">
                  <a:srgbClr val="E7E7E7">
                    <a:alpha val="9872"/>
                  </a:srgbClr>
                </a:gs>
                <a:gs pos="57143">
                  <a:srgbClr val="E7E7E7">
                    <a:alpha val="5597"/>
                  </a:srgbClr>
                </a:gs>
                <a:gs pos="71429">
                  <a:srgbClr val="E7E7E7">
                    <a:alpha val="2660"/>
                  </a:srgbClr>
                </a:gs>
                <a:gs pos="85714">
                  <a:srgbClr val="E7E7E7">
                    <a:alpha val="1060"/>
                  </a:srgbClr>
                </a:gs>
                <a:gs pos="100000">
                  <a:srgbClr val="E7E7E7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4385308">
              <a:off x="2340445" y="1060970"/>
              <a:ext cx="45957" cy="11489"/>
            </a:xfrm>
            <a:prstGeom prst="ellipse">
              <a:avLst/>
            </a:prstGeom>
            <a:gradFill>
              <a:gsLst>
                <a:gs pos="0">
                  <a:srgbClr val="F4F4F4">
                    <a:alpha val="20900"/>
                  </a:srgbClr>
                </a:gs>
                <a:gs pos="14286">
                  <a:srgbClr val="F4F4F4">
                    <a:alpha val="19385"/>
                  </a:srgbClr>
                </a:gs>
                <a:gs pos="28571">
                  <a:srgbClr val="F4F4F4">
                    <a:alpha val="15407"/>
                  </a:srgbClr>
                </a:gs>
                <a:gs pos="42857">
                  <a:srgbClr val="F4F4F4">
                    <a:alpha val="10394"/>
                  </a:srgbClr>
                </a:gs>
                <a:gs pos="57143">
                  <a:srgbClr val="F4F4F4">
                    <a:alpha val="5900"/>
                  </a:srgbClr>
                </a:gs>
                <a:gs pos="71429">
                  <a:srgbClr val="F4F4F4">
                    <a:alpha val="2806"/>
                  </a:srgbClr>
                </a:gs>
                <a:gs pos="85714">
                  <a:srgbClr val="F4F4F4">
                    <a:alpha val="1119"/>
                  </a:srgbClr>
                </a:gs>
                <a:gs pos="100000">
                  <a:srgbClr val="F4F4F4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-10468121">
              <a:off x="1927153" y="564237"/>
              <a:ext cx="46526" cy="11632"/>
            </a:xfrm>
            <a:prstGeom prst="ellipse">
              <a:avLst/>
            </a:prstGeom>
            <a:gradFill>
              <a:gsLst>
                <a:gs pos="0">
                  <a:srgbClr val="DFDFDF">
                    <a:alpha val="20800"/>
                  </a:srgbClr>
                </a:gs>
                <a:gs pos="14286">
                  <a:srgbClr val="DFDFDF">
                    <a:alpha val="19292"/>
                  </a:srgbClr>
                </a:gs>
                <a:gs pos="28571">
                  <a:srgbClr val="DFDFDF">
                    <a:alpha val="15331"/>
                  </a:srgbClr>
                </a:gs>
                <a:gs pos="42857">
                  <a:srgbClr val="DFDFDF">
                    <a:alpha val="10341"/>
                  </a:srgbClr>
                </a:gs>
                <a:gs pos="57143">
                  <a:srgbClr val="DFDFDF">
                    <a:alpha val="5869"/>
                  </a:srgbClr>
                </a:gs>
                <a:gs pos="71429">
                  <a:srgbClr val="DFDFDF">
                    <a:alpha val="2792"/>
                  </a:srgbClr>
                </a:gs>
                <a:gs pos="85714">
                  <a:srgbClr val="DFDFDF">
                    <a:alpha val="1113"/>
                  </a:srgbClr>
                </a:gs>
                <a:gs pos="100000">
                  <a:srgbClr val="DFDFDF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9733465">
              <a:off x="1252443" y="173880"/>
              <a:ext cx="62974" cy="15743"/>
            </a:xfrm>
            <a:prstGeom prst="ellipse">
              <a:avLst/>
            </a:prstGeom>
            <a:gradFill>
              <a:gsLst>
                <a:gs pos="0">
                  <a:srgbClr val="999999">
                    <a:alpha val="17861"/>
                  </a:srgbClr>
                </a:gs>
                <a:gs pos="14286">
                  <a:srgbClr val="999999">
                    <a:alpha val="16543"/>
                  </a:srgbClr>
                </a:gs>
                <a:gs pos="28571">
                  <a:srgbClr val="999999">
                    <a:alpha val="13100"/>
                  </a:srgbClr>
                </a:gs>
                <a:gs pos="42857">
                  <a:srgbClr val="999999">
                    <a:alpha val="8799"/>
                  </a:srgbClr>
                </a:gs>
                <a:gs pos="57143">
                  <a:srgbClr val="999999">
                    <a:alpha val="4975"/>
                  </a:srgbClr>
                </a:gs>
                <a:gs pos="71429">
                  <a:srgbClr val="999999">
                    <a:alpha val="2361"/>
                  </a:srgbClr>
                </a:gs>
                <a:gs pos="85714">
                  <a:srgbClr val="999999">
                    <a:alpha val="940"/>
                  </a:srgbClr>
                </a:gs>
                <a:gs pos="100000">
                  <a:srgbClr val="999999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980873">
              <a:off x="1725401" y="870973"/>
              <a:ext cx="59593" cy="14898"/>
            </a:xfrm>
            <a:prstGeom prst="ellipse">
              <a:avLst/>
            </a:prstGeom>
            <a:gradFill>
              <a:gsLst>
                <a:gs pos="0">
                  <a:srgbClr val="BABABA">
                    <a:alpha val="18474"/>
                  </a:srgbClr>
                </a:gs>
                <a:gs pos="14286">
                  <a:srgbClr val="BABABA">
                    <a:alpha val="17116"/>
                  </a:srgbClr>
                </a:gs>
                <a:gs pos="28571">
                  <a:srgbClr val="BABABA">
                    <a:alpha val="13563"/>
                  </a:srgbClr>
                </a:gs>
                <a:gs pos="42857">
                  <a:srgbClr val="BABABA">
                    <a:alpha val="9118"/>
                  </a:srgbClr>
                </a:gs>
                <a:gs pos="57143">
                  <a:srgbClr val="BABABA">
                    <a:alpha val="5160"/>
                  </a:srgbClr>
                </a:gs>
                <a:gs pos="71429">
                  <a:srgbClr val="BABABA">
                    <a:alpha val="2449"/>
                  </a:srgbClr>
                </a:gs>
                <a:gs pos="85714">
                  <a:srgbClr val="BABABA">
                    <a:alpha val="976"/>
                  </a:srgbClr>
                </a:gs>
                <a:gs pos="100000">
                  <a:srgbClr val="BABABA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476750">
              <a:off x="2853457" y="826590"/>
              <a:ext cx="556460" cy="322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3484232">
              <a:off x="2245945" y="1087918"/>
              <a:ext cx="58256" cy="14564"/>
            </a:xfrm>
            <a:prstGeom prst="ellipse">
              <a:avLst/>
            </a:prstGeom>
            <a:gradFill>
              <a:gsLst>
                <a:gs pos="0">
                  <a:srgbClr val="E0E0E0">
                    <a:alpha val="18715"/>
                  </a:srgbClr>
                </a:gs>
                <a:gs pos="14286">
                  <a:srgbClr val="E0E0E0">
                    <a:alpha val="17341"/>
                  </a:srgbClr>
                </a:gs>
                <a:gs pos="28571">
                  <a:srgbClr val="E0E0E0">
                    <a:alpha val="13746"/>
                  </a:srgbClr>
                </a:gs>
                <a:gs pos="42857">
                  <a:srgbClr val="E0E0E0">
                    <a:alpha val="9244"/>
                  </a:srgbClr>
                </a:gs>
                <a:gs pos="57143">
                  <a:srgbClr val="E0E0E0">
                    <a:alpha val="5233"/>
                  </a:srgbClr>
                </a:gs>
                <a:gs pos="71429">
                  <a:srgbClr val="E0E0E0">
                    <a:alpha val="2484"/>
                  </a:srgbClr>
                </a:gs>
                <a:gs pos="85714">
                  <a:srgbClr val="E0E0E0">
                    <a:alpha val="990"/>
                  </a:srgbClr>
                </a:gs>
                <a:gs pos="100000">
                  <a:srgbClr val="E0E0E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2896723">
              <a:off x="1450753" y="195930"/>
              <a:ext cx="400520" cy="52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260097">
              <a:off x="1810796" y="715627"/>
              <a:ext cx="232579" cy="32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974715">
              <a:off x="1879693" y="937750"/>
              <a:ext cx="63647" cy="15912"/>
            </a:xfrm>
            <a:prstGeom prst="ellipse">
              <a:avLst/>
            </a:prstGeom>
            <a:gradFill>
              <a:gsLst>
                <a:gs pos="0">
                  <a:srgbClr val="9E9E9E">
                    <a:alpha val="17738"/>
                  </a:srgbClr>
                </a:gs>
                <a:gs pos="14286">
                  <a:srgbClr val="9E9E9E">
                    <a:alpha val="16429"/>
                  </a:srgbClr>
                </a:gs>
                <a:gs pos="28571">
                  <a:srgbClr val="9E9E9E">
                    <a:alpha val="13008"/>
                  </a:srgbClr>
                </a:gs>
                <a:gs pos="42857">
                  <a:srgbClr val="9E9E9E">
                    <a:alpha val="8735"/>
                  </a:srgbClr>
                </a:gs>
                <a:gs pos="57143">
                  <a:srgbClr val="9E9E9E">
                    <a:alpha val="4938"/>
                  </a:srgbClr>
                </a:gs>
                <a:gs pos="71429">
                  <a:srgbClr val="9E9E9E">
                    <a:alpha val="2343"/>
                  </a:srgbClr>
                </a:gs>
                <a:gs pos="85714">
                  <a:srgbClr val="9E9E9E">
                    <a:alpha val="933"/>
                  </a:srgbClr>
                </a:gs>
                <a:gs pos="100000">
                  <a:srgbClr val="9E9E9E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-9657968">
              <a:off x="2569192" y="1047091"/>
              <a:ext cx="61597" cy="15399"/>
            </a:xfrm>
            <a:prstGeom prst="ellipse">
              <a:avLst/>
            </a:prstGeom>
            <a:gradFill>
              <a:gsLst>
                <a:gs pos="0">
                  <a:srgbClr val="B8B8B8">
                    <a:alpha val="18111"/>
                  </a:srgbClr>
                </a:gs>
                <a:gs pos="14286">
                  <a:srgbClr val="B8B8B8">
                    <a:alpha val="16777"/>
                  </a:srgbClr>
                </a:gs>
                <a:gs pos="28571">
                  <a:srgbClr val="B8B8B8">
                    <a:alpha val="13289"/>
                  </a:srgbClr>
                </a:gs>
                <a:gs pos="42857">
                  <a:srgbClr val="B8B8B8">
                    <a:alpha val="8929"/>
                  </a:srgbClr>
                </a:gs>
                <a:gs pos="57143">
                  <a:srgbClr val="B8B8B8">
                    <a:alpha val="5050"/>
                  </a:srgbClr>
                </a:gs>
                <a:gs pos="71429">
                  <a:srgbClr val="B8B8B8">
                    <a:alpha val="2397"/>
                  </a:srgbClr>
                </a:gs>
                <a:gs pos="85714">
                  <a:srgbClr val="B8B8B8">
                    <a:alpha val="955"/>
                  </a:srgbClr>
                </a:gs>
                <a:gs pos="100000">
                  <a:srgbClr val="B8B8B8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9404411">
              <a:off x="2292632" y="708950"/>
              <a:ext cx="47313" cy="11828"/>
            </a:xfrm>
            <a:prstGeom prst="ellipse">
              <a:avLst/>
            </a:prstGeom>
            <a:gradFill>
              <a:gsLst>
                <a:gs pos="0">
                  <a:srgbClr val="DCDCDC">
                    <a:alpha val="20662"/>
                  </a:srgbClr>
                </a:gs>
                <a:gs pos="14286">
                  <a:srgbClr val="DCDCDC">
                    <a:alpha val="19163"/>
                  </a:srgbClr>
                </a:gs>
                <a:gs pos="28571">
                  <a:srgbClr val="DCDCDC">
                    <a:alpha val="15225"/>
                  </a:srgbClr>
                </a:gs>
                <a:gs pos="42857">
                  <a:srgbClr val="DCDCDC">
                    <a:alpha val="10268"/>
                  </a:srgbClr>
                </a:gs>
                <a:gs pos="57143">
                  <a:srgbClr val="DCDCDC">
                    <a:alpha val="5827"/>
                  </a:srgbClr>
                </a:gs>
                <a:gs pos="71429">
                  <a:srgbClr val="DCDCDC">
                    <a:alpha val="2771"/>
                  </a:srgbClr>
                </a:gs>
                <a:gs pos="85714">
                  <a:srgbClr val="DCDCDC">
                    <a:alpha val="1105"/>
                  </a:srgbClr>
                </a:gs>
                <a:gs pos="100000">
                  <a:srgbClr val="DCDCDC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10460154">
              <a:off x="1436277" y="184586"/>
              <a:ext cx="59015" cy="14754"/>
            </a:xfrm>
            <a:prstGeom prst="ellipse">
              <a:avLst/>
            </a:prstGeom>
            <a:gradFill>
              <a:gsLst>
                <a:gs pos="0">
                  <a:srgbClr val="B8B8B8">
                    <a:alpha val="18578"/>
                  </a:srgbClr>
                </a:gs>
                <a:gs pos="14286">
                  <a:srgbClr val="B8B8B8">
                    <a:alpha val="17213"/>
                  </a:srgbClr>
                </a:gs>
                <a:gs pos="28571">
                  <a:srgbClr val="B8B8B8">
                    <a:alpha val="13642"/>
                  </a:srgbClr>
                </a:gs>
                <a:gs pos="42857">
                  <a:srgbClr val="B8B8B8">
                    <a:alpha val="9172"/>
                  </a:srgbClr>
                </a:gs>
                <a:gs pos="57143">
                  <a:srgbClr val="B8B8B8">
                    <a:alpha val="5191"/>
                  </a:srgbClr>
                </a:gs>
                <a:gs pos="71429">
                  <a:srgbClr val="B8B8B8">
                    <a:alpha val="2464"/>
                  </a:srgbClr>
                </a:gs>
                <a:gs pos="85714">
                  <a:srgbClr val="B8B8B8">
                    <a:alpha val="982"/>
                  </a:srgbClr>
                </a:gs>
                <a:gs pos="100000">
                  <a:srgbClr val="B8B8B8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6146775">
              <a:off x="3077840" y="869633"/>
              <a:ext cx="49100" cy="12275"/>
            </a:xfrm>
            <a:prstGeom prst="ellipse">
              <a:avLst/>
            </a:prstGeom>
            <a:gradFill>
              <a:gsLst>
                <a:gs pos="0">
                  <a:srgbClr val="F0F0F0">
                    <a:alpha val="20347"/>
                  </a:srgbClr>
                </a:gs>
                <a:gs pos="14286">
                  <a:srgbClr val="F0F0F0">
                    <a:alpha val="18868"/>
                  </a:srgbClr>
                </a:gs>
                <a:gs pos="28571">
                  <a:srgbClr val="F0F0F0">
                    <a:alpha val="14985"/>
                  </a:srgbClr>
                </a:gs>
                <a:gs pos="42857">
                  <a:srgbClr val="F0F0F0">
                    <a:alpha val="10101"/>
                  </a:srgbClr>
                </a:gs>
                <a:gs pos="57143">
                  <a:srgbClr val="F0F0F0">
                    <a:alpha val="5730"/>
                  </a:srgbClr>
                </a:gs>
                <a:gs pos="71429">
                  <a:srgbClr val="F0F0F0">
                    <a:alpha val="2724"/>
                  </a:srgbClr>
                </a:gs>
                <a:gs pos="85714">
                  <a:srgbClr val="F0F0F0">
                    <a:alpha val="1086"/>
                  </a:srgbClr>
                </a:gs>
                <a:gs pos="100000">
                  <a:srgbClr val="F0F0F0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3526173">
              <a:off x="2624909" y="176302"/>
              <a:ext cx="41168" cy="10292"/>
            </a:xfrm>
            <a:prstGeom prst="ellipse">
              <a:avLst/>
            </a:prstGeom>
            <a:gradFill>
              <a:gsLst>
                <a:gs pos="0">
                  <a:srgbClr val="FFFFFF">
                    <a:alpha val="21735"/>
                  </a:srgbClr>
                </a:gs>
                <a:gs pos="14286">
                  <a:srgbClr val="FFFFFF">
                    <a:alpha val="20168"/>
                  </a:srgbClr>
                </a:gs>
                <a:gs pos="28571">
                  <a:srgbClr val="FFFFFF">
                    <a:alpha val="16045"/>
                  </a:srgbClr>
                </a:gs>
                <a:gs pos="42857">
                  <a:srgbClr val="FFFFFF">
                    <a:alpha val="10838"/>
                  </a:srgbClr>
                </a:gs>
                <a:gs pos="57143">
                  <a:srgbClr val="FFFFFF">
                    <a:alpha val="6159"/>
                  </a:srgbClr>
                </a:gs>
                <a:gs pos="71429">
                  <a:srgbClr val="FFFFFF">
                    <a:alpha val="2932"/>
                  </a:srgbClr>
                </a:gs>
                <a:gs pos="85714">
                  <a:srgbClr val="FFFFFF">
                    <a:alpha val="1170"/>
                  </a:srgbClr>
                </a:gs>
                <a:gs pos="100000">
                  <a:srgbClr val="FFFFFF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3137130">
              <a:off x="3321263" y="719926"/>
              <a:ext cx="88291" cy="300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4647894">
              <a:off x="2396308" y="831549"/>
              <a:ext cx="59475" cy="14869"/>
            </a:xfrm>
            <a:prstGeom prst="ellipse">
              <a:avLst/>
            </a:prstGeom>
            <a:gradFill>
              <a:gsLst>
                <a:gs pos="0">
                  <a:srgbClr val="9A9A9A">
                    <a:alpha val="18495"/>
                  </a:srgbClr>
                </a:gs>
                <a:gs pos="14286">
                  <a:srgbClr val="9A9A9A">
                    <a:alpha val="17136"/>
                  </a:srgbClr>
                </a:gs>
                <a:gs pos="28571">
                  <a:srgbClr val="9A9A9A">
                    <a:alpha val="13580"/>
                  </a:srgbClr>
                </a:gs>
                <a:gs pos="42857">
                  <a:srgbClr val="9A9A9A">
                    <a:alpha val="9129"/>
                  </a:srgbClr>
                </a:gs>
                <a:gs pos="57143">
                  <a:srgbClr val="9A9A9A">
                    <a:alpha val="5166"/>
                  </a:srgbClr>
                </a:gs>
                <a:gs pos="71429">
                  <a:srgbClr val="9A9A9A">
                    <a:alpha val="2452"/>
                  </a:srgbClr>
                </a:gs>
                <a:gs pos="85714">
                  <a:srgbClr val="9A9A9A">
                    <a:alpha val="977"/>
                  </a:srgbClr>
                </a:gs>
                <a:gs pos="100000">
                  <a:srgbClr val="9A9A9A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-10732772">
              <a:off x="1462466" y="1022778"/>
              <a:ext cx="680543" cy="317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2709555">
              <a:off x="1773448" y="544638"/>
              <a:ext cx="215360" cy="304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650788">
              <a:off x="1764657" y="212637"/>
              <a:ext cx="209206" cy="39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220781">
              <a:off x="2477863" y="889923"/>
              <a:ext cx="151788" cy="313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9107463">
              <a:off x="2978840" y="841106"/>
              <a:ext cx="58224" cy="14556"/>
            </a:xfrm>
            <a:prstGeom prst="ellipse">
              <a:avLst/>
            </a:prstGeom>
            <a:gradFill>
              <a:gsLst>
                <a:gs pos="0">
                  <a:srgbClr val="F5F5F5">
                    <a:alpha val="18721"/>
                  </a:srgbClr>
                </a:gs>
                <a:gs pos="14286">
                  <a:srgbClr val="F5F5F5">
                    <a:alpha val="17346"/>
                  </a:srgbClr>
                </a:gs>
                <a:gs pos="28571">
                  <a:srgbClr val="F5F5F5">
                    <a:alpha val="13750"/>
                  </a:srgbClr>
                </a:gs>
                <a:gs pos="42857">
                  <a:srgbClr val="F5F5F5">
                    <a:alpha val="9247"/>
                  </a:srgbClr>
                </a:gs>
                <a:gs pos="57143">
                  <a:srgbClr val="F5F5F5">
                    <a:alpha val="5234"/>
                  </a:srgbClr>
                </a:gs>
                <a:gs pos="71429">
                  <a:srgbClr val="F5F5F5">
                    <a:alpha val="2485"/>
                  </a:srgbClr>
                </a:gs>
                <a:gs pos="85714">
                  <a:srgbClr val="F5F5F5">
                    <a:alpha val="990"/>
                  </a:srgbClr>
                </a:gs>
                <a:gs pos="100000">
                  <a:srgbClr val="F5F5F5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-9374821">
              <a:off x="3132639" y="1032254"/>
              <a:ext cx="35986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22628"/>
                  </a:srgbClr>
                </a:gs>
                <a:gs pos="14286">
                  <a:srgbClr val="FFFFFF">
                    <a:alpha val="21006"/>
                  </a:srgbClr>
                </a:gs>
                <a:gs pos="28571">
                  <a:srgbClr val="FFFFFF">
                    <a:alpha val="16730"/>
                  </a:srgbClr>
                </a:gs>
                <a:gs pos="42857">
                  <a:srgbClr val="FFFFFF">
                    <a:alpha val="11316"/>
                  </a:srgbClr>
                </a:gs>
                <a:gs pos="57143">
                  <a:srgbClr val="FFFFFF">
                    <a:alpha val="6438"/>
                  </a:srgbClr>
                </a:gs>
                <a:gs pos="71429">
                  <a:srgbClr val="FFFFFF">
                    <a:alpha val="3067"/>
                  </a:srgbClr>
                </a:gs>
                <a:gs pos="85714">
                  <a:srgbClr val="FFFFFF">
                    <a:alpha val="1224"/>
                  </a:srgbClr>
                </a:gs>
                <a:gs pos="100000">
                  <a:srgbClr val="FFFFFF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400000">
              <a:off x="1804097" y="901409"/>
              <a:ext cx="32363" cy="32363"/>
            </a:xfrm>
            <a:prstGeom prst="ellipse">
              <a:avLst/>
            </a:prstGeom>
            <a:gradFill>
              <a:gsLst>
                <a:gs pos="0">
                  <a:srgbClr val="8C8D8D">
                    <a:alpha val="17541"/>
                  </a:srgbClr>
                </a:gs>
                <a:gs pos="14286">
                  <a:srgbClr val="8C8D8D">
                    <a:alpha val="16245"/>
                  </a:srgbClr>
                </a:gs>
                <a:gs pos="28571">
                  <a:srgbClr val="8C8D8D">
                    <a:alpha val="12859"/>
                  </a:srgbClr>
                </a:gs>
                <a:gs pos="42857">
                  <a:srgbClr val="8C8D8D">
                    <a:alpha val="8633"/>
                  </a:srgbClr>
                </a:gs>
                <a:gs pos="57143">
                  <a:srgbClr val="8C8D8D">
                    <a:alpha val="4880"/>
                  </a:srgbClr>
                </a:gs>
                <a:gs pos="71429">
                  <a:srgbClr val="8C8D8D">
                    <a:alpha val="2314"/>
                  </a:srgbClr>
                </a:gs>
                <a:gs pos="85714">
                  <a:srgbClr val="8C8D8D">
                    <a:alpha val="922"/>
                  </a:srgbClr>
                </a:gs>
                <a:gs pos="100000">
                  <a:srgbClr val="8C8D8D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-8196888">
              <a:off x="645070" y="173958"/>
              <a:ext cx="482625" cy="737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8167230">
              <a:off x="2194359" y="218167"/>
              <a:ext cx="458151" cy="52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5335865">
              <a:off x="2319014" y="534306"/>
              <a:ext cx="305432" cy="33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9673705">
              <a:off x="2590958" y="157075"/>
              <a:ext cx="56283" cy="14071"/>
            </a:xfrm>
            <a:prstGeom prst="ellipse">
              <a:avLst/>
            </a:prstGeom>
            <a:gradFill>
              <a:gsLst>
                <a:gs pos="0">
                  <a:srgbClr val="F8F8F8">
                    <a:alpha val="19069"/>
                  </a:srgbClr>
                </a:gs>
                <a:gs pos="14286">
                  <a:srgbClr val="F8F8F8">
                    <a:alpha val="17672"/>
                  </a:srgbClr>
                </a:gs>
                <a:gs pos="28571">
                  <a:srgbClr val="F8F8F8">
                    <a:alpha val="14014"/>
                  </a:srgbClr>
                </a:gs>
                <a:gs pos="42857">
                  <a:srgbClr val="F8F8F8">
                    <a:alpha val="9429"/>
                  </a:srgbClr>
                </a:gs>
                <a:gs pos="57143">
                  <a:srgbClr val="F8F8F8">
                    <a:alpha val="5340"/>
                  </a:srgbClr>
                </a:gs>
                <a:gs pos="71429">
                  <a:srgbClr val="F8F8F8">
                    <a:alpha val="2536"/>
                  </a:srgbClr>
                </a:gs>
                <a:gs pos="85714">
                  <a:srgbClr val="F8F8F8">
                    <a:alpha val="1011"/>
                  </a:srgbClr>
                </a:gs>
                <a:gs pos="100000">
                  <a:srgbClr val="F8F8F8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5360391">
              <a:off x="2691851" y="1048710"/>
              <a:ext cx="115634" cy="376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-10623328">
              <a:off x="2386535" y="157662"/>
              <a:ext cx="126686" cy="38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3791748">
              <a:off x="1647519" y="772997"/>
              <a:ext cx="327120" cy="243167"/>
            </a:xfrm>
            <a:prstGeom prst="ellipse">
              <a:avLst/>
            </a:prstGeom>
            <a:gradFill>
              <a:gsLst>
                <a:gs pos="0">
                  <a:srgbClr val="1E1619">
                    <a:alpha val="32336"/>
                  </a:srgbClr>
                </a:gs>
                <a:gs pos="14286">
                  <a:srgbClr val="1E1619">
                    <a:alpha val="30164"/>
                  </a:srgbClr>
                </a:gs>
                <a:gs pos="28571">
                  <a:srgbClr val="1E1619">
                    <a:alpha val="24327"/>
                  </a:srgbClr>
                </a:gs>
                <a:gs pos="42857">
                  <a:srgbClr val="1E1619">
                    <a:alpha val="16710"/>
                  </a:srgbClr>
                </a:gs>
                <a:gs pos="57143">
                  <a:srgbClr val="1E1619">
                    <a:alpha val="9635"/>
                  </a:srgbClr>
                </a:gs>
                <a:gs pos="71429">
                  <a:srgbClr val="1E1619">
                    <a:alpha val="4632"/>
                  </a:srgbClr>
                </a:gs>
                <a:gs pos="85714">
                  <a:srgbClr val="1E1619">
                    <a:alpha val="1858"/>
                  </a:srgbClr>
                </a:gs>
                <a:gs pos="100000">
                  <a:srgbClr val="1E1619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556861">
              <a:off x="3344538" y="1001406"/>
              <a:ext cx="232304" cy="328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653578">
              <a:off x="2262840" y="890345"/>
              <a:ext cx="64459" cy="16115"/>
            </a:xfrm>
            <a:prstGeom prst="ellipse">
              <a:avLst/>
            </a:prstGeom>
            <a:gradFill>
              <a:gsLst>
                <a:gs pos="0">
                  <a:srgbClr val="909090">
                    <a:alpha val="17590"/>
                  </a:srgbClr>
                </a:gs>
                <a:gs pos="14286">
                  <a:srgbClr val="909090">
                    <a:alpha val="16290"/>
                  </a:srgbClr>
                </a:gs>
                <a:gs pos="28571">
                  <a:srgbClr val="909090">
                    <a:alpha val="12896"/>
                  </a:srgbClr>
                </a:gs>
                <a:gs pos="42857">
                  <a:srgbClr val="909090">
                    <a:alpha val="8658"/>
                  </a:srgbClr>
                </a:gs>
                <a:gs pos="57143">
                  <a:srgbClr val="909090">
                    <a:alpha val="4894"/>
                  </a:srgbClr>
                </a:gs>
                <a:gs pos="71429">
                  <a:srgbClr val="909090">
                    <a:alpha val="2322"/>
                  </a:srgbClr>
                </a:gs>
                <a:gs pos="85714">
                  <a:srgbClr val="909090">
                    <a:alpha val="925"/>
                  </a:srgbClr>
                </a:gs>
                <a:gs pos="100000">
                  <a:srgbClr val="909090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5043856">
              <a:off x="1671321" y="538220"/>
              <a:ext cx="199650" cy="316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7428295">
              <a:off x="2591873" y="438731"/>
              <a:ext cx="599315" cy="233169"/>
            </a:xfrm>
            <a:prstGeom prst="ellipse">
              <a:avLst/>
            </a:prstGeom>
            <a:gradFill>
              <a:gsLst>
                <a:gs pos="0">
                  <a:srgbClr val="FFFFFF">
                    <a:alpha val="23316"/>
                  </a:srgbClr>
                </a:gs>
                <a:gs pos="14286">
                  <a:srgbClr val="FFFFFF">
                    <a:alpha val="21651"/>
                  </a:srgbClr>
                </a:gs>
                <a:gs pos="28571">
                  <a:srgbClr val="FFFFFF">
                    <a:alpha val="17259"/>
                  </a:srgbClr>
                </a:gs>
                <a:gs pos="42857">
                  <a:srgbClr val="FFFFFF">
                    <a:alpha val="11686"/>
                  </a:srgbClr>
                </a:gs>
                <a:gs pos="57143">
                  <a:srgbClr val="FFFFFF">
                    <a:alpha val="6654"/>
                  </a:srgbClr>
                </a:gs>
                <a:gs pos="71429">
                  <a:srgbClr val="FFFFFF">
                    <a:alpha val="3172"/>
                  </a:srgbClr>
                </a:gs>
                <a:gs pos="85714">
                  <a:srgbClr val="FFFFFF">
                    <a:alpha val="1266"/>
                  </a:srgbClr>
                </a:gs>
                <a:gs pos="100000">
                  <a:srgbClr val="FFFFFF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5252523">
              <a:off x="874216" y="200756"/>
              <a:ext cx="288003" cy="452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9161958">
              <a:off x="1571138" y="694816"/>
              <a:ext cx="63660" cy="15915"/>
            </a:xfrm>
            <a:prstGeom prst="ellipse">
              <a:avLst/>
            </a:prstGeom>
            <a:gradFill>
              <a:gsLst>
                <a:gs pos="0">
                  <a:srgbClr val="585858">
                    <a:alpha val="17736"/>
                  </a:srgbClr>
                </a:gs>
                <a:gs pos="14286">
                  <a:srgbClr val="585858">
                    <a:alpha val="16427"/>
                  </a:srgbClr>
                </a:gs>
                <a:gs pos="28571">
                  <a:srgbClr val="585858">
                    <a:alpha val="13006"/>
                  </a:srgbClr>
                </a:gs>
                <a:gs pos="42857">
                  <a:srgbClr val="585858">
                    <a:alpha val="8734"/>
                  </a:srgbClr>
                </a:gs>
                <a:gs pos="57143">
                  <a:srgbClr val="585858">
                    <a:alpha val="4938"/>
                  </a:srgbClr>
                </a:gs>
                <a:gs pos="71429">
                  <a:srgbClr val="585858">
                    <a:alpha val="2343"/>
                  </a:srgbClr>
                </a:gs>
                <a:gs pos="85714">
                  <a:srgbClr val="585858">
                    <a:alpha val="933"/>
                  </a:srgbClr>
                </a:gs>
                <a:gs pos="100000">
                  <a:srgbClr val="585858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3738695">
              <a:off x="2541546" y="656655"/>
              <a:ext cx="63644" cy="15911"/>
            </a:xfrm>
            <a:prstGeom prst="ellipse">
              <a:avLst/>
            </a:prstGeom>
            <a:gradFill>
              <a:gsLst>
                <a:gs pos="0">
                  <a:srgbClr val="E1E0E0">
                    <a:alpha val="17739"/>
                  </a:srgbClr>
                </a:gs>
                <a:gs pos="14286">
                  <a:srgbClr val="E1E0E0">
                    <a:alpha val="16429"/>
                  </a:srgbClr>
                </a:gs>
                <a:gs pos="28571">
                  <a:srgbClr val="E1E0E0">
                    <a:alpha val="13008"/>
                  </a:srgbClr>
                </a:gs>
                <a:gs pos="42857">
                  <a:srgbClr val="E1E0E0">
                    <a:alpha val="8735"/>
                  </a:srgbClr>
                </a:gs>
                <a:gs pos="57143">
                  <a:srgbClr val="E1E0E0">
                    <a:alpha val="4939"/>
                  </a:srgbClr>
                </a:gs>
                <a:gs pos="71429">
                  <a:srgbClr val="E1E0E0">
                    <a:alpha val="2343"/>
                  </a:srgbClr>
                </a:gs>
                <a:gs pos="85714">
                  <a:srgbClr val="E1E0E0">
                    <a:alpha val="933"/>
                  </a:srgbClr>
                </a:gs>
                <a:gs pos="100000">
                  <a:srgbClr val="E1E0E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5567538">
              <a:off x="2866364" y="731870"/>
              <a:ext cx="37534" cy="9383"/>
            </a:xfrm>
            <a:prstGeom prst="ellipse">
              <a:avLst/>
            </a:prstGeom>
            <a:gradFill>
              <a:gsLst>
                <a:gs pos="0">
                  <a:srgbClr val="FBFBFB">
                    <a:alpha val="22362"/>
                  </a:srgbClr>
                </a:gs>
                <a:gs pos="14286">
                  <a:srgbClr val="FBFBFB">
                    <a:alpha val="20756"/>
                  </a:srgbClr>
                </a:gs>
                <a:gs pos="28571">
                  <a:srgbClr val="FBFBFB">
                    <a:alpha val="16526"/>
                  </a:srgbClr>
                </a:gs>
                <a:gs pos="42857">
                  <a:srgbClr val="FBFBFB">
                    <a:alpha val="11173"/>
                  </a:srgbClr>
                </a:gs>
                <a:gs pos="57143">
                  <a:srgbClr val="FBFBFB">
                    <a:alpha val="6354"/>
                  </a:srgbClr>
                </a:gs>
                <a:gs pos="71429">
                  <a:srgbClr val="FBFBFB">
                    <a:alpha val="3026"/>
                  </a:srgbClr>
                </a:gs>
                <a:gs pos="85714">
                  <a:srgbClr val="FBFBFB">
                    <a:alpha val="1208"/>
                  </a:srgbClr>
                </a:gs>
                <a:gs pos="100000">
                  <a:srgbClr val="FBFBFB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-9438127">
              <a:off x="1481930" y="184608"/>
              <a:ext cx="64118" cy="16029"/>
            </a:xfrm>
            <a:prstGeom prst="ellipse">
              <a:avLst/>
            </a:prstGeom>
            <a:gradFill>
              <a:gsLst>
                <a:gs pos="0">
                  <a:srgbClr val="C1C1C1">
                    <a:alpha val="17652"/>
                  </a:srgbClr>
                </a:gs>
                <a:gs pos="14286">
                  <a:srgbClr val="C1C1C1">
                    <a:alpha val="16349"/>
                  </a:srgbClr>
                </a:gs>
                <a:gs pos="28571">
                  <a:srgbClr val="C1C1C1">
                    <a:alpha val="12943"/>
                  </a:srgbClr>
                </a:gs>
                <a:gs pos="42857">
                  <a:srgbClr val="C1C1C1">
                    <a:alpha val="8690"/>
                  </a:srgbClr>
                </a:gs>
                <a:gs pos="57143">
                  <a:srgbClr val="C1C1C1">
                    <a:alpha val="4913"/>
                  </a:srgbClr>
                </a:gs>
                <a:gs pos="71429">
                  <a:srgbClr val="C1C1C1">
                    <a:alpha val="2330"/>
                  </a:srgbClr>
                </a:gs>
                <a:gs pos="85714">
                  <a:srgbClr val="C1C1C1">
                    <a:alpha val="928"/>
                  </a:srgbClr>
                </a:gs>
                <a:gs pos="100000">
                  <a:srgbClr val="C1C1C1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8382767">
              <a:off x="2191082" y="517064"/>
              <a:ext cx="54707" cy="13677"/>
            </a:xfrm>
            <a:prstGeom prst="ellipse">
              <a:avLst/>
            </a:prstGeom>
            <a:gradFill>
              <a:gsLst>
                <a:gs pos="0">
                  <a:srgbClr val="595959">
                    <a:alpha val="19352"/>
                  </a:srgbClr>
                </a:gs>
                <a:gs pos="14286">
                  <a:srgbClr val="595959">
                    <a:alpha val="17936"/>
                  </a:srgbClr>
                </a:gs>
                <a:gs pos="28571">
                  <a:srgbClr val="595959">
                    <a:alpha val="14228"/>
                  </a:srgbClr>
                </a:gs>
                <a:gs pos="42857">
                  <a:srgbClr val="595959">
                    <a:alpha val="9577"/>
                  </a:srgbClr>
                </a:gs>
                <a:gs pos="57143">
                  <a:srgbClr val="595959">
                    <a:alpha val="5426"/>
                  </a:srgbClr>
                </a:gs>
                <a:gs pos="71429">
                  <a:srgbClr val="595959">
                    <a:alpha val="2577"/>
                  </a:srgbClr>
                </a:gs>
                <a:gs pos="85714">
                  <a:srgbClr val="595959">
                    <a:alpha val="1027"/>
                  </a:srgbClr>
                </a:gs>
                <a:gs pos="100000">
                  <a:srgbClr val="595959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5469355">
              <a:off x="1556248" y="206257"/>
              <a:ext cx="366194" cy="42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10432842">
              <a:off x="1637267" y="997728"/>
              <a:ext cx="483656" cy="165023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-9767967">
              <a:off x="2007091" y="906935"/>
              <a:ext cx="59605" cy="14901"/>
            </a:xfrm>
            <a:prstGeom prst="ellipse">
              <a:avLst/>
            </a:prstGeom>
            <a:gradFill>
              <a:gsLst>
                <a:gs pos="0">
                  <a:srgbClr val="D5D5D5">
                    <a:alpha val="18472"/>
                  </a:srgbClr>
                </a:gs>
                <a:gs pos="14286">
                  <a:srgbClr val="D5D5D5">
                    <a:alpha val="17114"/>
                  </a:srgbClr>
                </a:gs>
                <a:gs pos="28571">
                  <a:srgbClr val="D5D5D5">
                    <a:alpha val="13562"/>
                  </a:srgbClr>
                </a:gs>
                <a:gs pos="42857">
                  <a:srgbClr val="D5D5D5">
                    <a:alpha val="9117"/>
                  </a:srgbClr>
                </a:gs>
                <a:gs pos="57143">
                  <a:srgbClr val="D5D5D5">
                    <a:alpha val="5159"/>
                  </a:srgbClr>
                </a:gs>
                <a:gs pos="71429">
                  <a:srgbClr val="D5D5D5">
                    <a:alpha val="2449"/>
                  </a:srgbClr>
                </a:gs>
                <a:gs pos="85714">
                  <a:srgbClr val="D5D5D5">
                    <a:alpha val="976"/>
                  </a:srgbClr>
                </a:gs>
                <a:gs pos="100000">
                  <a:srgbClr val="D5D5D5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621315">
              <a:off x="2513806" y="670573"/>
              <a:ext cx="365953" cy="1095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8966929">
              <a:off x="2656893" y="928363"/>
              <a:ext cx="211198" cy="37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10218014">
              <a:off x="1928564" y="1712700"/>
              <a:ext cx="65578" cy="16394"/>
            </a:xfrm>
            <a:prstGeom prst="ellipse">
              <a:avLst/>
            </a:prstGeom>
            <a:gradFill>
              <a:gsLst>
                <a:gs pos="0">
                  <a:srgbClr val="A3A3A3">
                    <a:alpha val="17386"/>
                  </a:srgbClr>
                </a:gs>
                <a:gs pos="14286">
                  <a:srgbClr val="A3A3A3">
                    <a:alpha val="16100"/>
                  </a:srgbClr>
                </a:gs>
                <a:gs pos="28571">
                  <a:srgbClr val="A3A3A3">
                    <a:alpha val="12742"/>
                  </a:srgbClr>
                </a:gs>
                <a:gs pos="42857">
                  <a:srgbClr val="A3A3A3">
                    <a:alpha val="8552"/>
                  </a:srgbClr>
                </a:gs>
                <a:gs pos="57143">
                  <a:srgbClr val="A3A3A3">
                    <a:alpha val="4833"/>
                  </a:srgbClr>
                </a:gs>
                <a:gs pos="71429">
                  <a:srgbClr val="A3A3A3">
                    <a:alpha val="2292"/>
                  </a:srgbClr>
                </a:gs>
                <a:gs pos="85714">
                  <a:srgbClr val="A3A3A3">
                    <a:alpha val="913"/>
                  </a:srgbClr>
                </a:gs>
                <a:gs pos="100000">
                  <a:srgbClr val="A3A3A3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10748999">
              <a:off x="2495042" y="564873"/>
              <a:ext cx="599941" cy="369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5494767">
              <a:off x="3134194" y="1014024"/>
              <a:ext cx="366002" cy="30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7312997">
              <a:off x="3429024" y="828507"/>
              <a:ext cx="62861" cy="15715"/>
            </a:xfrm>
            <a:prstGeom prst="ellipse">
              <a:avLst/>
            </a:prstGeom>
            <a:gradFill>
              <a:gsLst>
                <a:gs pos="0">
                  <a:srgbClr val="9F9F9F">
                    <a:alpha val="17882"/>
                  </a:srgbClr>
                </a:gs>
                <a:gs pos="14286">
                  <a:srgbClr val="9F9F9F">
                    <a:alpha val="16562"/>
                  </a:srgbClr>
                </a:gs>
                <a:gs pos="28571">
                  <a:srgbClr val="9F9F9F">
                    <a:alpha val="13116"/>
                  </a:srgbClr>
                </a:gs>
                <a:gs pos="42857">
                  <a:srgbClr val="9F9F9F">
                    <a:alpha val="8809"/>
                  </a:srgbClr>
                </a:gs>
                <a:gs pos="57143">
                  <a:srgbClr val="9F9F9F">
                    <a:alpha val="4981"/>
                  </a:srgbClr>
                </a:gs>
                <a:gs pos="71429">
                  <a:srgbClr val="9F9F9F">
                    <a:alpha val="2363"/>
                  </a:srgbClr>
                </a:gs>
                <a:gs pos="85714">
                  <a:srgbClr val="9F9F9F">
                    <a:alpha val="941"/>
                  </a:srgbClr>
                </a:gs>
                <a:gs pos="100000">
                  <a:srgbClr val="9F9F9F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5399929">
              <a:off x="2956431" y="1055799"/>
              <a:ext cx="145039" cy="98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4856362">
              <a:off x="1442957" y="865170"/>
              <a:ext cx="63225" cy="15806"/>
            </a:xfrm>
            <a:prstGeom prst="ellipse">
              <a:avLst/>
            </a:prstGeom>
            <a:gradFill>
              <a:gsLst>
                <a:gs pos="0">
                  <a:srgbClr val="A8A8A8">
                    <a:alpha val="17815"/>
                  </a:srgbClr>
                </a:gs>
                <a:gs pos="14286">
                  <a:srgbClr val="A8A8A8">
                    <a:alpha val="16501"/>
                  </a:srgbClr>
                </a:gs>
                <a:gs pos="28571">
                  <a:srgbClr val="A8A8A8">
                    <a:alpha val="13066"/>
                  </a:srgbClr>
                </a:gs>
                <a:gs pos="42857">
                  <a:srgbClr val="A8A8A8">
                    <a:alpha val="8775"/>
                  </a:srgbClr>
                </a:gs>
                <a:gs pos="57143">
                  <a:srgbClr val="A8A8A8">
                    <a:alpha val="4962"/>
                  </a:srgbClr>
                </a:gs>
                <a:gs pos="71429">
                  <a:srgbClr val="A8A8A8">
                    <a:alpha val="2354"/>
                  </a:srgbClr>
                </a:gs>
                <a:gs pos="85714">
                  <a:srgbClr val="A8A8A8">
                    <a:alpha val="938"/>
                  </a:srgbClr>
                </a:gs>
                <a:gs pos="100000">
                  <a:srgbClr val="A8A8A8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5730980">
              <a:off x="2890906" y="908611"/>
              <a:ext cx="52430" cy="13107"/>
            </a:xfrm>
            <a:prstGeom prst="ellipse">
              <a:avLst/>
            </a:prstGeom>
            <a:gradFill>
              <a:gsLst>
                <a:gs pos="0">
                  <a:srgbClr val="EDEDED">
                    <a:alpha val="19757"/>
                  </a:srgbClr>
                </a:gs>
                <a:gs pos="14286">
                  <a:srgbClr val="EDEDED">
                    <a:alpha val="18316"/>
                  </a:srgbClr>
                </a:gs>
                <a:gs pos="28571">
                  <a:srgbClr val="EDEDED">
                    <a:alpha val="14537"/>
                  </a:srgbClr>
                </a:gs>
                <a:gs pos="42857">
                  <a:srgbClr val="EDEDED">
                    <a:alpha val="9790"/>
                  </a:srgbClr>
                </a:gs>
                <a:gs pos="57143">
                  <a:srgbClr val="EDEDED">
                    <a:alpha val="5549"/>
                  </a:srgbClr>
                </a:gs>
                <a:gs pos="71429">
                  <a:srgbClr val="EDEDED">
                    <a:alpha val="2637"/>
                  </a:srgbClr>
                </a:gs>
                <a:gs pos="85714">
                  <a:srgbClr val="EDEDED">
                    <a:alpha val="1051"/>
                  </a:srgbClr>
                </a:gs>
                <a:gs pos="100000">
                  <a:srgbClr val="EDEDED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8500234">
              <a:off x="1416662" y="174219"/>
              <a:ext cx="61378" cy="15344"/>
            </a:xfrm>
            <a:prstGeom prst="ellipse">
              <a:avLst/>
            </a:prstGeom>
            <a:gradFill>
              <a:gsLst>
                <a:gs pos="0">
                  <a:srgbClr val="4B4B4B">
                    <a:alpha val="18151"/>
                  </a:srgbClr>
                </a:gs>
                <a:gs pos="14286">
                  <a:srgbClr val="4B4B4B">
                    <a:alpha val="16814"/>
                  </a:srgbClr>
                </a:gs>
                <a:gs pos="28571">
                  <a:srgbClr val="4B4B4B">
                    <a:alpha val="13319"/>
                  </a:srgbClr>
                </a:gs>
                <a:gs pos="42857">
                  <a:srgbClr val="4B4B4B">
                    <a:alpha val="8949"/>
                  </a:srgbClr>
                </a:gs>
                <a:gs pos="57143">
                  <a:srgbClr val="4B4B4B">
                    <a:alpha val="5062"/>
                  </a:srgbClr>
                </a:gs>
                <a:gs pos="71429">
                  <a:srgbClr val="4B4B4B">
                    <a:alpha val="2402"/>
                  </a:srgbClr>
                </a:gs>
                <a:gs pos="85714">
                  <a:srgbClr val="4B4B4B">
                    <a:alpha val="957"/>
                  </a:srgbClr>
                </a:gs>
                <a:gs pos="100000">
                  <a:srgbClr val="4B4B4B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10766843">
              <a:off x="2304817" y="1026248"/>
              <a:ext cx="622225" cy="3165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10044425">
              <a:off x="1537279" y="175360"/>
              <a:ext cx="64318" cy="16079"/>
            </a:xfrm>
            <a:prstGeom prst="ellipse">
              <a:avLst/>
            </a:prstGeom>
            <a:gradFill>
              <a:gsLst>
                <a:gs pos="0">
                  <a:srgbClr val="646464">
                    <a:alpha val="17616"/>
                  </a:srgbClr>
                </a:gs>
                <a:gs pos="14286">
                  <a:srgbClr val="646464">
                    <a:alpha val="16315"/>
                  </a:srgbClr>
                </a:gs>
                <a:gs pos="28571">
                  <a:srgbClr val="646464">
                    <a:alpha val="12915"/>
                  </a:srgbClr>
                </a:gs>
                <a:gs pos="42857">
                  <a:srgbClr val="646464">
                    <a:alpha val="8671"/>
                  </a:srgbClr>
                </a:gs>
                <a:gs pos="57143">
                  <a:srgbClr val="646464">
                    <a:alpha val="4902"/>
                  </a:srgbClr>
                </a:gs>
                <a:gs pos="71429">
                  <a:srgbClr val="646464">
                    <a:alpha val="2325"/>
                  </a:srgbClr>
                </a:gs>
                <a:gs pos="85714">
                  <a:srgbClr val="646464">
                    <a:alpha val="926"/>
                  </a:srgbClr>
                </a:gs>
                <a:gs pos="100000">
                  <a:srgbClr val="646464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3834154">
              <a:off x="1994838" y="1095781"/>
              <a:ext cx="63304" cy="15826"/>
            </a:xfrm>
            <a:prstGeom prst="ellipse">
              <a:avLst/>
            </a:prstGeom>
            <a:gradFill>
              <a:gsLst>
                <a:gs pos="0">
                  <a:srgbClr val="8F8F8F">
                    <a:alpha val="17801"/>
                  </a:srgbClr>
                </a:gs>
                <a:gs pos="14286">
                  <a:srgbClr val="8F8F8F">
                    <a:alpha val="16487"/>
                  </a:srgbClr>
                </a:gs>
                <a:gs pos="28571">
                  <a:srgbClr val="8F8F8F">
                    <a:alpha val="13055"/>
                  </a:srgbClr>
                </a:gs>
                <a:gs pos="42857">
                  <a:srgbClr val="8F8F8F">
                    <a:alpha val="8767"/>
                  </a:srgbClr>
                </a:gs>
                <a:gs pos="57143">
                  <a:srgbClr val="8F8F8F">
                    <a:alpha val="4957"/>
                  </a:srgbClr>
                </a:gs>
                <a:gs pos="71429">
                  <a:srgbClr val="8F8F8F">
                    <a:alpha val="2352"/>
                  </a:srgbClr>
                </a:gs>
                <a:gs pos="85714">
                  <a:srgbClr val="8F8F8F">
                    <a:alpha val="937"/>
                  </a:srgbClr>
                </a:gs>
                <a:gs pos="100000">
                  <a:srgbClr val="8F8F8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10614156">
              <a:off x="1329418" y="197195"/>
              <a:ext cx="470917" cy="382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8611736">
              <a:off x="1850601" y="942381"/>
              <a:ext cx="56761" cy="14190"/>
            </a:xfrm>
            <a:prstGeom prst="ellipse">
              <a:avLst/>
            </a:prstGeom>
            <a:gradFill>
              <a:gsLst>
                <a:gs pos="0">
                  <a:srgbClr val="3B3C3B">
                    <a:alpha val="18984"/>
                  </a:srgbClr>
                </a:gs>
                <a:gs pos="14286">
                  <a:srgbClr val="3B3C3B">
                    <a:alpha val="17592"/>
                  </a:srgbClr>
                </a:gs>
                <a:gs pos="28571">
                  <a:srgbClr val="3B3C3B">
                    <a:alpha val="13949"/>
                  </a:srgbClr>
                </a:gs>
                <a:gs pos="42857">
                  <a:srgbClr val="3B3C3B">
                    <a:alpha val="9384"/>
                  </a:srgbClr>
                </a:gs>
                <a:gs pos="57143">
                  <a:srgbClr val="3B3C3B">
                    <a:alpha val="5314"/>
                  </a:srgbClr>
                </a:gs>
                <a:gs pos="71429">
                  <a:srgbClr val="3B3C3B">
                    <a:alpha val="2524"/>
                  </a:srgbClr>
                </a:gs>
                <a:gs pos="85714">
                  <a:srgbClr val="3B3C3B">
                    <a:alpha val="1006"/>
                  </a:srgbClr>
                </a:gs>
                <a:gs pos="100000">
                  <a:srgbClr val="3B3C3B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6464331">
              <a:off x="2078730" y="1043368"/>
              <a:ext cx="54479" cy="13620"/>
            </a:xfrm>
            <a:prstGeom prst="ellipse">
              <a:avLst/>
            </a:prstGeom>
            <a:gradFill>
              <a:gsLst>
                <a:gs pos="0">
                  <a:srgbClr val="DCDCDC">
                    <a:alpha val="19392"/>
                  </a:srgbClr>
                </a:gs>
                <a:gs pos="14286">
                  <a:srgbClr val="DCDCDC">
                    <a:alpha val="17974"/>
                  </a:srgbClr>
                </a:gs>
                <a:gs pos="28571">
                  <a:srgbClr val="DCDCDC">
                    <a:alpha val="14259"/>
                  </a:srgbClr>
                </a:gs>
                <a:gs pos="42857">
                  <a:srgbClr val="DCDCDC">
                    <a:alpha val="9598"/>
                  </a:srgbClr>
                </a:gs>
                <a:gs pos="57143">
                  <a:srgbClr val="DCDCDC">
                    <a:alpha val="5438"/>
                  </a:srgbClr>
                </a:gs>
                <a:gs pos="71429">
                  <a:srgbClr val="DCDCDC">
                    <a:alpha val="2583"/>
                  </a:srgbClr>
                </a:gs>
                <a:gs pos="85714">
                  <a:srgbClr val="DCDCDC">
                    <a:alpha val="1030"/>
                  </a:srgbClr>
                </a:gs>
                <a:gs pos="100000">
                  <a:srgbClr val="DCDCDC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8193638">
              <a:off x="2076923" y="580702"/>
              <a:ext cx="61941" cy="15485"/>
            </a:xfrm>
            <a:prstGeom prst="ellipse">
              <a:avLst/>
            </a:prstGeom>
            <a:gradFill>
              <a:gsLst>
                <a:gs pos="0">
                  <a:srgbClr val="E1E1E1">
                    <a:alpha val="18049"/>
                  </a:srgbClr>
                </a:gs>
                <a:gs pos="14286">
                  <a:srgbClr val="E1E1E1">
                    <a:alpha val="16719"/>
                  </a:srgbClr>
                </a:gs>
                <a:gs pos="28571">
                  <a:srgbClr val="E1E1E1">
                    <a:alpha val="13242"/>
                  </a:srgbClr>
                </a:gs>
                <a:gs pos="42857">
                  <a:srgbClr val="E1E1E1">
                    <a:alpha val="8896"/>
                  </a:srgbClr>
                </a:gs>
                <a:gs pos="57143">
                  <a:srgbClr val="E1E1E1">
                    <a:alpha val="5032"/>
                  </a:srgbClr>
                </a:gs>
                <a:gs pos="71429">
                  <a:srgbClr val="E1E1E1">
                    <a:alpha val="2388"/>
                  </a:srgbClr>
                </a:gs>
                <a:gs pos="85714">
                  <a:srgbClr val="E1E1E1">
                    <a:alpha val="951"/>
                  </a:srgbClr>
                </a:gs>
                <a:gs pos="100000">
                  <a:srgbClr val="E1E1E1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6210181">
              <a:off x="3536464" y="895701"/>
              <a:ext cx="49651" cy="12413"/>
            </a:xfrm>
            <a:prstGeom prst="ellipse">
              <a:avLst/>
            </a:prstGeom>
            <a:gradFill>
              <a:gsLst>
                <a:gs pos="0">
                  <a:srgbClr val="727172">
                    <a:alpha val="20250"/>
                  </a:srgbClr>
                </a:gs>
                <a:gs pos="14286">
                  <a:srgbClr val="727172">
                    <a:alpha val="18777"/>
                  </a:srgbClr>
                </a:gs>
                <a:gs pos="28571">
                  <a:srgbClr val="727172">
                    <a:alpha val="14911"/>
                  </a:srgbClr>
                </a:gs>
                <a:gs pos="42857">
                  <a:srgbClr val="727172">
                    <a:alpha val="10050"/>
                  </a:srgbClr>
                </a:gs>
                <a:gs pos="57143">
                  <a:srgbClr val="727172">
                    <a:alpha val="5700"/>
                  </a:srgbClr>
                </a:gs>
                <a:gs pos="71429">
                  <a:srgbClr val="727172">
                    <a:alpha val="2710"/>
                  </a:srgbClr>
                </a:gs>
                <a:gs pos="85714">
                  <a:srgbClr val="727172">
                    <a:alpha val="1080"/>
                  </a:srgbClr>
                </a:gs>
                <a:gs pos="100000">
                  <a:srgbClr val="727172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4780185">
              <a:off x="2978725" y="714964"/>
              <a:ext cx="181069" cy="22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5152296">
              <a:off x="2202669" y="179483"/>
              <a:ext cx="459832" cy="416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5105281">
              <a:off x="1718088" y="1044533"/>
              <a:ext cx="250292" cy="304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10644820">
              <a:off x="3530075" y="1030282"/>
              <a:ext cx="45357" cy="11339"/>
            </a:xfrm>
            <a:prstGeom prst="ellipse">
              <a:avLst/>
            </a:prstGeom>
            <a:gradFill>
              <a:gsLst>
                <a:gs pos="0">
                  <a:srgbClr val="F5F5F5">
                    <a:alpha val="21005"/>
                  </a:srgbClr>
                </a:gs>
                <a:gs pos="14286">
                  <a:srgbClr val="F5F5F5">
                    <a:alpha val="19484"/>
                  </a:srgbClr>
                </a:gs>
                <a:gs pos="28571">
                  <a:srgbClr val="F5F5F5">
                    <a:alpha val="15487"/>
                  </a:srgbClr>
                </a:gs>
                <a:gs pos="42857">
                  <a:srgbClr val="F5F5F5">
                    <a:alpha val="10450"/>
                  </a:srgbClr>
                </a:gs>
                <a:gs pos="57143">
                  <a:srgbClr val="F5F5F5">
                    <a:alpha val="5932"/>
                  </a:srgbClr>
                </a:gs>
                <a:gs pos="71429">
                  <a:srgbClr val="F5F5F5">
                    <a:alpha val="2822"/>
                  </a:srgbClr>
                </a:gs>
                <a:gs pos="85714">
                  <a:srgbClr val="F5F5F5">
                    <a:alpha val="1126"/>
                  </a:srgbClr>
                </a:gs>
                <a:gs pos="100000">
                  <a:srgbClr val="F5F5F5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-10032433">
              <a:off x="866130" y="151529"/>
              <a:ext cx="198148" cy="411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9485480">
              <a:off x="2606952" y="922901"/>
              <a:ext cx="60336" cy="15084"/>
            </a:xfrm>
            <a:prstGeom prst="ellipse">
              <a:avLst/>
            </a:prstGeom>
            <a:gradFill>
              <a:gsLst>
                <a:gs pos="0">
                  <a:srgbClr val="E5E5E5">
                    <a:alpha val="18339"/>
                  </a:srgbClr>
                </a:gs>
                <a:gs pos="14286">
                  <a:srgbClr val="E5E5E5">
                    <a:alpha val="16990"/>
                  </a:srgbClr>
                </a:gs>
                <a:gs pos="28571">
                  <a:srgbClr val="E5E5E5">
                    <a:alpha val="13462"/>
                  </a:srgbClr>
                </a:gs>
                <a:gs pos="42857">
                  <a:srgbClr val="E5E5E5">
                    <a:alpha val="9048"/>
                  </a:srgbClr>
                </a:gs>
                <a:gs pos="57143">
                  <a:srgbClr val="E5E5E5">
                    <a:alpha val="5119"/>
                  </a:srgbClr>
                </a:gs>
                <a:gs pos="71429">
                  <a:srgbClr val="E5E5E5">
                    <a:alpha val="2430"/>
                  </a:srgbClr>
                </a:gs>
                <a:gs pos="85714">
                  <a:srgbClr val="E5E5E5">
                    <a:alpha val="968"/>
                  </a:srgbClr>
                </a:gs>
                <a:gs pos="100000">
                  <a:srgbClr val="E5E5E5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10440524">
              <a:off x="1019221" y="149860"/>
              <a:ext cx="118850" cy="385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9962461">
              <a:off x="2957359" y="1031079"/>
              <a:ext cx="66741" cy="16685"/>
            </a:xfrm>
            <a:prstGeom prst="ellipse">
              <a:avLst/>
            </a:prstGeom>
            <a:gradFill>
              <a:gsLst>
                <a:gs pos="0">
                  <a:srgbClr val="A4A4A4">
                    <a:alpha val="17173"/>
                  </a:srgbClr>
                </a:gs>
                <a:gs pos="14286">
                  <a:srgbClr val="A4A4A4">
                    <a:alpha val="15901"/>
                  </a:srgbClr>
                </a:gs>
                <a:gs pos="28571">
                  <a:srgbClr val="A4A4A4">
                    <a:alpha val="12581"/>
                  </a:srgbClr>
                </a:gs>
                <a:gs pos="42857">
                  <a:srgbClr val="A4A4A4">
                    <a:alpha val="8442"/>
                  </a:srgbClr>
                </a:gs>
                <a:gs pos="57143">
                  <a:srgbClr val="A4A4A4">
                    <a:alpha val="4769"/>
                  </a:srgbClr>
                </a:gs>
                <a:gs pos="71429">
                  <a:srgbClr val="A4A4A4">
                    <a:alpha val="2262"/>
                  </a:srgbClr>
                </a:gs>
                <a:gs pos="85714">
                  <a:srgbClr val="A4A4A4">
                    <a:alpha val="900"/>
                  </a:srgbClr>
                </a:gs>
                <a:gs pos="100000">
                  <a:srgbClr val="A4A4A4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4674855">
              <a:off x="2901268" y="893764"/>
              <a:ext cx="63135" cy="15784"/>
            </a:xfrm>
            <a:prstGeom prst="ellipse">
              <a:avLst/>
            </a:prstGeom>
            <a:gradFill>
              <a:gsLst>
                <a:gs pos="0">
                  <a:srgbClr val="7F7F7F">
                    <a:alpha val="17832"/>
                  </a:srgbClr>
                </a:gs>
                <a:gs pos="14286">
                  <a:srgbClr val="7F7F7F">
                    <a:alpha val="16516"/>
                  </a:srgbClr>
                </a:gs>
                <a:gs pos="28571">
                  <a:srgbClr val="7F7F7F">
                    <a:alpha val="13078"/>
                  </a:srgbClr>
                </a:gs>
                <a:gs pos="42857">
                  <a:srgbClr val="7F7F7F">
                    <a:alpha val="8783"/>
                  </a:srgbClr>
                </a:gs>
                <a:gs pos="57143">
                  <a:srgbClr val="7F7F7F">
                    <a:alpha val="4966"/>
                  </a:srgbClr>
                </a:gs>
                <a:gs pos="71429">
                  <a:srgbClr val="7F7F7F">
                    <a:alpha val="2356"/>
                  </a:srgbClr>
                </a:gs>
                <a:gs pos="85714">
                  <a:srgbClr val="7F7F7F">
                    <a:alpha val="938"/>
                  </a:srgbClr>
                </a:gs>
                <a:gs pos="100000">
                  <a:srgbClr val="7F7F7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5400000">
              <a:off x="2108639" y="680565"/>
              <a:ext cx="32003" cy="32003"/>
            </a:xfrm>
            <a:prstGeom prst="ellipse">
              <a:avLst/>
            </a:prstGeom>
            <a:gradFill>
              <a:gsLst>
                <a:gs pos="0">
                  <a:srgbClr val="737373">
                    <a:alpha val="17673"/>
                  </a:srgbClr>
                </a:gs>
                <a:gs pos="14286">
                  <a:srgbClr val="737373">
                    <a:alpha val="16368"/>
                  </a:srgbClr>
                </a:gs>
                <a:gs pos="28571">
                  <a:srgbClr val="737373">
                    <a:alpha val="12958"/>
                  </a:srgbClr>
                </a:gs>
                <a:gs pos="42857">
                  <a:srgbClr val="737373">
                    <a:alpha val="8701"/>
                  </a:srgbClr>
                </a:gs>
                <a:gs pos="57143">
                  <a:srgbClr val="737373">
                    <a:alpha val="4919"/>
                  </a:srgbClr>
                </a:gs>
                <a:gs pos="71429">
                  <a:srgbClr val="737373">
                    <a:alpha val="2333"/>
                  </a:srgbClr>
                </a:gs>
                <a:gs pos="85714">
                  <a:srgbClr val="737373">
                    <a:alpha val="929"/>
                  </a:srgbClr>
                </a:gs>
                <a:gs pos="100000">
                  <a:srgbClr val="737373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5408200">
              <a:off x="2299650" y="700058"/>
              <a:ext cx="575546" cy="383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5556025">
              <a:off x="2672077" y="540004"/>
              <a:ext cx="351687" cy="141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9571673">
              <a:off x="2478706" y="484412"/>
              <a:ext cx="194283" cy="1208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9377169">
              <a:off x="1176628" y="231187"/>
              <a:ext cx="756234" cy="407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5281475">
              <a:off x="1314417" y="1042590"/>
              <a:ext cx="59922" cy="14981"/>
            </a:xfrm>
            <a:prstGeom prst="ellipse">
              <a:avLst/>
            </a:prstGeom>
            <a:gradFill>
              <a:gsLst>
                <a:gs pos="0">
                  <a:srgbClr val="BDBDBD">
                    <a:alpha val="18414"/>
                  </a:srgbClr>
                </a:gs>
                <a:gs pos="14286">
                  <a:srgbClr val="BDBDBD">
                    <a:alpha val="17060"/>
                  </a:srgbClr>
                </a:gs>
                <a:gs pos="28571">
                  <a:srgbClr val="BDBDBD">
                    <a:alpha val="13518"/>
                  </a:srgbClr>
                </a:gs>
                <a:gs pos="42857">
                  <a:srgbClr val="BDBDBD">
                    <a:alpha val="9087"/>
                  </a:srgbClr>
                </a:gs>
                <a:gs pos="57143">
                  <a:srgbClr val="BDBDBD">
                    <a:alpha val="5142"/>
                  </a:srgbClr>
                </a:gs>
                <a:gs pos="71429">
                  <a:srgbClr val="BDBDBD">
                    <a:alpha val="2441"/>
                  </a:srgbClr>
                </a:gs>
                <a:gs pos="85714">
                  <a:srgbClr val="BDBDBD">
                    <a:alpha val="972"/>
                  </a:srgbClr>
                </a:gs>
                <a:gs pos="100000">
                  <a:srgbClr val="BDBDBD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5219909">
              <a:off x="1309740" y="532302"/>
              <a:ext cx="200512" cy="306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-8134443">
              <a:off x="1995175" y="207280"/>
              <a:ext cx="426718" cy="45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8317937">
              <a:off x="1246004" y="1088682"/>
              <a:ext cx="67327" cy="16832"/>
            </a:xfrm>
            <a:prstGeom prst="ellipse">
              <a:avLst/>
            </a:prstGeom>
            <a:gradFill>
              <a:gsLst>
                <a:gs pos="0">
                  <a:srgbClr val="8F8F8F">
                    <a:alpha val="17065"/>
                  </a:srgbClr>
                </a:gs>
                <a:gs pos="14286">
                  <a:srgbClr val="8F8F8F">
                    <a:alpha val="15800"/>
                  </a:srgbClr>
                </a:gs>
                <a:gs pos="28571">
                  <a:srgbClr val="8F8F8F">
                    <a:alpha val="12500"/>
                  </a:srgbClr>
                </a:gs>
                <a:gs pos="42857">
                  <a:srgbClr val="8F8F8F">
                    <a:alpha val="8386"/>
                  </a:srgbClr>
                </a:gs>
                <a:gs pos="57143">
                  <a:srgbClr val="8F8F8F">
                    <a:alpha val="4737"/>
                  </a:srgbClr>
                </a:gs>
                <a:gs pos="71429">
                  <a:srgbClr val="8F8F8F">
                    <a:alpha val="2246"/>
                  </a:srgbClr>
                </a:gs>
                <a:gs pos="85714">
                  <a:srgbClr val="8F8F8F">
                    <a:alpha val="894"/>
                  </a:srgbClr>
                </a:gs>
                <a:gs pos="100000">
                  <a:srgbClr val="8F8F8F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4509083">
              <a:off x="840927" y="191378"/>
              <a:ext cx="68461" cy="17842"/>
            </a:xfrm>
            <a:prstGeom prst="ellipse">
              <a:avLst/>
            </a:prstGeom>
            <a:gradFill>
              <a:gsLst>
                <a:gs pos="0">
                  <a:srgbClr val="565656">
                    <a:alpha val="16319"/>
                  </a:srgbClr>
                </a:gs>
                <a:gs pos="14286">
                  <a:srgbClr val="565656">
                    <a:alpha val="15104"/>
                  </a:srgbClr>
                </a:gs>
                <a:gs pos="28571">
                  <a:srgbClr val="565656">
                    <a:alpha val="11939"/>
                  </a:srgbClr>
                </a:gs>
                <a:gs pos="42857">
                  <a:srgbClr val="565656">
                    <a:alpha val="8001"/>
                  </a:srgbClr>
                </a:gs>
                <a:gs pos="57143">
                  <a:srgbClr val="565656">
                    <a:alpha val="4516"/>
                  </a:srgbClr>
                </a:gs>
                <a:gs pos="71429">
                  <a:srgbClr val="565656">
                    <a:alpha val="2140"/>
                  </a:srgbClr>
                </a:gs>
                <a:gs pos="85714">
                  <a:srgbClr val="565656">
                    <a:alpha val="852"/>
                  </a:srgbClr>
                </a:gs>
                <a:gs pos="100000">
                  <a:srgbClr val="565656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3229598">
              <a:off x="1558827" y="1208194"/>
              <a:ext cx="65884" cy="16471"/>
            </a:xfrm>
            <a:prstGeom prst="ellipse">
              <a:avLst/>
            </a:prstGeom>
            <a:gradFill>
              <a:gsLst>
                <a:gs pos="0">
                  <a:srgbClr val="757575">
                    <a:alpha val="17330"/>
                  </a:srgbClr>
                </a:gs>
                <a:gs pos="14286">
                  <a:srgbClr val="757575">
                    <a:alpha val="16047"/>
                  </a:srgbClr>
                </a:gs>
                <a:gs pos="28571">
                  <a:srgbClr val="757575">
                    <a:alpha val="12699"/>
                  </a:srgbClr>
                </a:gs>
                <a:gs pos="42857">
                  <a:srgbClr val="757575">
                    <a:alpha val="8523"/>
                  </a:srgbClr>
                </a:gs>
                <a:gs pos="57143">
                  <a:srgbClr val="757575">
                    <a:alpha val="4816"/>
                  </a:srgbClr>
                </a:gs>
                <a:gs pos="71429">
                  <a:srgbClr val="757575">
                    <a:alpha val="2284"/>
                  </a:srgbClr>
                </a:gs>
                <a:gs pos="85714">
                  <a:srgbClr val="757575">
                    <a:alpha val="910"/>
                  </a:srgbClr>
                </a:gs>
                <a:gs pos="100000">
                  <a:srgbClr val="757575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5788521">
              <a:off x="1094409" y="191035"/>
              <a:ext cx="65072" cy="16268"/>
            </a:xfrm>
            <a:prstGeom prst="ellipse">
              <a:avLst/>
            </a:prstGeom>
            <a:gradFill>
              <a:gsLst>
                <a:gs pos="0">
                  <a:srgbClr val="B1B1B1">
                    <a:alpha val="17478"/>
                  </a:srgbClr>
                </a:gs>
                <a:gs pos="14286">
                  <a:srgbClr val="B1B1B1">
                    <a:alpha val="16186"/>
                  </a:srgbClr>
                </a:gs>
                <a:gs pos="28571">
                  <a:srgbClr val="B1B1B1">
                    <a:alpha val="12811"/>
                  </a:srgbClr>
                </a:gs>
                <a:gs pos="42857">
                  <a:srgbClr val="B1B1B1">
                    <a:alpha val="8600"/>
                  </a:srgbClr>
                </a:gs>
                <a:gs pos="57143">
                  <a:srgbClr val="B1B1B1">
                    <a:alpha val="4861"/>
                  </a:srgbClr>
                </a:gs>
                <a:gs pos="71429">
                  <a:srgbClr val="B1B1B1">
                    <a:alpha val="2305"/>
                  </a:srgbClr>
                </a:gs>
                <a:gs pos="85714">
                  <a:srgbClr val="B1B1B1">
                    <a:alpha val="918"/>
                  </a:srgbClr>
                </a:gs>
                <a:gs pos="100000">
                  <a:srgbClr val="B1B1B1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4311456">
              <a:off x="1406874" y="1236920"/>
              <a:ext cx="67279" cy="16820"/>
            </a:xfrm>
            <a:prstGeom prst="ellipse">
              <a:avLst/>
            </a:prstGeom>
            <a:gradFill>
              <a:gsLst>
                <a:gs pos="0">
                  <a:srgbClr val="808080">
                    <a:alpha val="17074"/>
                  </a:srgbClr>
                </a:gs>
                <a:gs pos="14286">
                  <a:srgbClr val="808080">
                    <a:alpha val="15808"/>
                  </a:srgbClr>
                </a:gs>
                <a:gs pos="28571">
                  <a:srgbClr val="808080">
                    <a:alpha val="12507"/>
                  </a:srgbClr>
                </a:gs>
                <a:gs pos="42857">
                  <a:srgbClr val="808080">
                    <a:alpha val="8391"/>
                  </a:srgbClr>
                </a:gs>
                <a:gs pos="57143">
                  <a:srgbClr val="808080">
                    <a:alpha val="4740"/>
                  </a:srgbClr>
                </a:gs>
                <a:gs pos="71429">
                  <a:srgbClr val="808080">
                    <a:alpha val="2247"/>
                  </a:srgbClr>
                </a:gs>
                <a:gs pos="85714">
                  <a:srgbClr val="808080">
                    <a:alpha val="895"/>
                  </a:srgbClr>
                </a:gs>
                <a:gs pos="100000">
                  <a:srgbClr val="80808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5668846">
              <a:off x="1711115" y="899519"/>
              <a:ext cx="383358" cy="292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10780674">
              <a:off x="2101473" y="824560"/>
              <a:ext cx="318088" cy="1496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10144140">
              <a:off x="1396396" y="687460"/>
              <a:ext cx="480656" cy="532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5429731">
              <a:off x="1365670" y="1226918"/>
              <a:ext cx="65908" cy="16477"/>
            </a:xfrm>
            <a:prstGeom prst="ellipse">
              <a:avLst/>
            </a:prstGeom>
            <a:gradFill>
              <a:gsLst>
                <a:gs pos="0">
                  <a:srgbClr val="A1A1A1">
                    <a:alpha val="17325"/>
                  </a:srgbClr>
                </a:gs>
                <a:gs pos="14286">
                  <a:srgbClr val="A1A1A1">
                    <a:alpha val="16043"/>
                  </a:srgbClr>
                </a:gs>
                <a:gs pos="28571">
                  <a:srgbClr val="A1A1A1">
                    <a:alpha val="12696"/>
                  </a:srgbClr>
                </a:gs>
                <a:gs pos="42857">
                  <a:srgbClr val="A1A1A1">
                    <a:alpha val="8521"/>
                  </a:srgbClr>
                </a:gs>
                <a:gs pos="57143">
                  <a:srgbClr val="A1A1A1">
                    <a:alpha val="4815"/>
                  </a:srgbClr>
                </a:gs>
                <a:gs pos="71429">
                  <a:srgbClr val="A1A1A1">
                    <a:alpha val="2283"/>
                  </a:srgbClr>
                </a:gs>
                <a:gs pos="85714">
                  <a:srgbClr val="A1A1A1">
                    <a:alpha val="909"/>
                  </a:srgbClr>
                </a:gs>
                <a:gs pos="100000">
                  <a:srgbClr val="A1A1A1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10736442">
              <a:off x="806960" y="269763"/>
              <a:ext cx="66265" cy="16566"/>
            </a:xfrm>
            <a:prstGeom prst="ellipse">
              <a:avLst/>
            </a:prstGeom>
            <a:gradFill>
              <a:gsLst>
                <a:gs pos="0">
                  <a:srgbClr val="555555">
                    <a:alpha val="17260"/>
                  </a:srgbClr>
                </a:gs>
                <a:gs pos="14286">
                  <a:srgbClr val="555555">
                    <a:alpha val="15982"/>
                  </a:srgbClr>
                </a:gs>
                <a:gs pos="28571">
                  <a:srgbClr val="555555">
                    <a:alpha val="12647"/>
                  </a:srgbClr>
                </a:gs>
                <a:gs pos="42857">
                  <a:srgbClr val="555555">
                    <a:alpha val="8487"/>
                  </a:srgbClr>
                </a:gs>
                <a:gs pos="57143">
                  <a:srgbClr val="555555">
                    <a:alpha val="4795"/>
                  </a:srgbClr>
                </a:gs>
                <a:gs pos="71429">
                  <a:srgbClr val="555555">
                    <a:alpha val="2274"/>
                  </a:srgbClr>
                </a:gs>
                <a:gs pos="85714">
                  <a:srgbClr val="555555">
                    <a:alpha val="905"/>
                  </a:srgbClr>
                </a:gs>
                <a:gs pos="100000">
                  <a:srgbClr val="555555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7482648">
              <a:off x="2116462" y="495310"/>
              <a:ext cx="335981" cy="603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10178471">
              <a:off x="3458312" y="830924"/>
              <a:ext cx="52859" cy="13215"/>
            </a:xfrm>
            <a:prstGeom prst="ellipse">
              <a:avLst/>
            </a:prstGeom>
            <a:gradFill>
              <a:gsLst>
                <a:gs pos="0">
                  <a:srgbClr val="FFFFFF">
                    <a:alpha val="19681"/>
                  </a:srgbClr>
                </a:gs>
                <a:gs pos="14286">
                  <a:srgbClr val="FFFFFF">
                    <a:alpha val="18245"/>
                  </a:srgbClr>
                </a:gs>
                <a:gs pos="28571">
                  <a:srgbClr val="FFFFFF">
                    <a:alpha val="14479"/>
                  </a:srgbClr>
                </a:gs>
                <a:gs pos="42857">
                  <a:srgbClr val="FFFFFF">
                    <a:alpha val="9750"/>
                  </a:srgbClr>
                </a:gs>
                <a:gs pos="57143">
                  <a:srgbClr val="FFFFFF">
                    <a:alpha val="5526"/>
                  </a:srgbClr>
                </a:gs>
                <a:gs pos="71429">
                  <a:srgbClr val="FFFFFF">
                    <a:alpha val="2626"/>
                  </a:srgbClr>
                </a:gs>
                <a:gs pos="85714">
                  <a:srgbClr val="FFFFFF">
                    <a:alpha val="1047"/>
                  </a:srgbClr>
                </a:gs>
                <a:gs pos="100000">
                  <a:srgbClr val="FFFFFF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5518350">
              <a:off x="1572028" y="1045423"/>
              <a:ext cx="305163" cy="261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-8426983">
              <a:off x="3103971" y="523033"/>
              <a:ext cx="272370" cy="533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10778969">
              <a:off x="692326" y="560015"/>
              <a:ext cx="619442" cy="243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9680547">
              <a:off x="1407741" y="855536"/>
              <a:ext cx="366627" cy="368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10035299">
              <a:off x="2962776" y="728556"/>
              <a:ext cx="55430" cy="13857"/>
            </a:xfrm>
            <a:prstGeom prst="ellipse">
              <a:avLst/>
            </a:prstGeom>
            <a:gradFill>
              <a:gsLst>
                <a:gs pos="0">
                  <a:srgbClr val="F7F7F7">
                    <a:alpha val="19222"/>
                  </a:srgbClr>
                </a:gs>
                <a:gs pos="14286">
                  <a:srgbClr val="F7F7F7">
                    <a:alpha val="17815"/>
                  </a:srgbClr>
                </a:gs>
                <a:gs pos="28571">
                  <a:srgbClr val="F7F7F7">
                    <a:alpha val="14130"/>
                  </a:srgbClr>
                </a:gs>
                <a:gs pos="42857">
                  <a:srgbClr val="F7F7F7">
                    <a:alpha val="9509"/>
                  </a:srgbClr>
                </a:gs>
                <a:gs pos="57143">
                  <a:srgbClr val="F7F7F7">
                    <a:alpha val="5386"/>
                  </a:srgbClr>
                </a:gs>
                <a:gs pos="71429">
                  <a:srgbClr val="F7F7F7">
                    <a:alpha val="2558"/>
                  </a:srgbClr>
                </a:gs>
                <a:gs pos="85714">
                  <a:srgbClr val="F7F7F7">
                    <a:alpha val="1020"/>
                  </a:srgbClr>
                </a:gs>
                <a:gs pos="100000">
                  <a:srgbClr val="F7F7F7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5225756">
              <a:off x="2488828" y="1055050"/>
              <a:ext cx="118918" cy="393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5371393">
              <a:off x="983218" y="537186"/>
              <a:ext cx="68179" cy="17045"/>
            </a:xfrm>
            <a:prstGeom prst="ellipse">
              <a:avLst/>
            </a:prstGeom>
            <a:gradFill>
              <a:gsLst>
                <a:gs pos="0">
                  <a:srgbClr val="7A7A7A">
                    <a:alpha val="16908"/>
                  </a:srgbClr>
                </a:gs>
                <a:gs pos="14286">
                  <a:srgbClr val="7A7A7A">
                    <a:alpha val="15654"/>
                  </a:srgbClr>
                </a:gs>
                <a:gs pos="28571">
                  <a:srgbClr val="7A7A7A">
                    <a:alpha val="12382"/>
                  </a:srgbClr>
                </a:gs>
                <a:gs pos="42857">
                  <a:srgbClr val="7A7A7A">
                    <a:alpha val="8305"/>
                  </a:srgbClr>
                </a:gs>
                <a:gs pos="57143">
                  <a:srgbClr val="7A7A7A">
                    <a:alpha val="4691"/>
                  </a:srgbClr>
                </a:gs>
                <a:gs pos="71429">
                  <a:srgbClr val="7A7A7A">
                    <a:alpha val="2224"/>
                  </a:srgbClr>
                </a:gs>
                <a:gs pos="85714">
                  <a:srgbClr val="7A7A7A">
                    <a:alpha val="885"/>
                  </a:srgbClr>
                </a:gs>
                <a:gs pos="100000">
                  <a:srgbClr val="7A7A7A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-10441506">
              <a:off x="1501001" y="474049"/>
              <a:ext cx="331577" cy="146479"/>
            </a:xfrm>
            <a:prstGeom prst="ellipse">
              <a:avLst/>
            </a:prstGeom>
            <a:gradFill>
              <a:gsLst>
                <a:gs pos="0">
                  <a:srgbClr val="060100">
                    <a:alpha val="32968"/>
                  </a:srgbClr>
                </a:gs>
                <a:gs pos="14286">
                  <a:srgbClr val="060100">
                    <a:alpha val="30764"/>
                  </a:srgbClr>
                </a:gs>
                <a:gs pos="28571">
                  <a:srgbClr val="060100">
                    <a:alpha val="24833"/>
                  </a:srgbClr>
                </a:gs>
                <a:gs pos="42857">
                  <a:srgbClr val="060100">
                    <a:alpha val="17075"/>
                  </a:srgbClr>
                </a:gs>
                <a:gs pos="57143">
                  <a:srgbClr val="060100">
                    <a:alpha val="9855"/>
                  </a:srgbClr>
                </a:gs>
                <a:gs pos="71429">
                  <a:srgbClr val="060100">
                    <a:alpha val="4740"/>
                  </a:srgbClr>
                </a:gs>
                <a:gs pos="85714">
                  <a:srgbClr val="060100">
                    <a:alpha val="1902"/>
                  </a:srgbClr>
                </a:gs>
                <a:gs pos="100000">
                  <a:srgbClr val="06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5400000">
              <a:off x="2369704" y="1026599"/>
              <a:ext cx="23810" cy="23810"/>
            </a:xfrm>
            <a:prstGeom prst="ellipse">
              <a:avLst/>
            </a:prstGeom>
            <a:gradFill>
              <a:gsLst>
                <a:gs pos="0">
                  <a:srgbClr val="FEFEFE">
                    <a:alpha val="20608"/>
                  </a:srgbClr>
                </a:gs>
                <a:gs pos="14286">
                  <a:srgbClr val="FEFEFE">
                    <a:alpha val="19112"/>
                  </a:srgbClr>
                </a:gs>
                <a:gs pos="28571">
                  <a:srgbClr val="FEFEFE">
                    <a:alpha val="15184"/>
                  </a:srgbClr>
                </a:gs>
                <a:gs pos="42857">
                  <a:srgbClr val="FEFEFE">
                    <a:alpha val="10239"/>
                  </a:srgbClr>
                </a:gs>
                <a:gs pos="57143">
                  <a:srgbClr val="FEFEFE">
                    <a:alpha val="5810"/>
                  </a:srgbClr>
                </a:gs>
                <a:gs pos="71429">
                  <a:srgbClr val="FEFEFE">
                    <a:alpha val="2763"/>
                  </a:srgbClr>
                </a:gs>
                <a:gs pos="85714">
                  <a:srgbClr val="FEFEFE">
                    <a:alpha val="1102"/>
                  </a:srgbClr>
                </a:gs>
                <a:gs pos="100000">
                  <a:srgbClr val="FEFEFE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5079976">
              <a:off x="1636784" y="689158"/>
              <a:ext cx="57197" cy="14299"/>
            </a:xfrm>
            <a:prstGeom prst="ellipse">
              <a:avLst/>
            </a:prstGeom>
            <a:gradFill>
              <a:gsLst>
                <a:gs pos="0">
                  <a:srgbClr val="D5D5D5">
                    <a:alpha val="18905"/>
                  </a:srgbClr>
                </a:gs>
                <a:gs pos="14286">
                  <a:srgbClr val="D5D5D5">
                    <a:alpha val="17519"/>
                  </a:srgbClr>
                </a:gs>
                <a:gs pos="28571">
                  <a:srgbClr val="D5D5D5">
                    <a:alpha val="13890"/>
                  </a:srgbClr>
                </a:gs>
                <a:gs pos="42857">
                  <a:srgbClr val="D5D5D5">
                    <a:alpha val="9343"/>
                  </a:srgbClr>
                </a:gs>
                <a:gs pos="57143">
                  <a:srgbClr val="D5D5D5">
                    <a:alpha val="5290"/>
                  </a:srgbClr>
                </a:gs>
                <a:gs pos="71429">
                  <a:srgbClr val="D5D5D5">
                    <a:alpha val="2512"/>
                  </a:srgbClr>
                </a:gs>
                <a:gs pos="85714">
                  <a:srgbClr val="D5D5D5">
                    <a:alpha val="1001"/>
                  </a:srgbClr>
                </a:gs>
                <a:gs pos="100000">
                  <a:srgbClr val="D5D5D5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4818477">
              <a:off x="3308372" y="688480"/>
              <a:ext cx="176661" cy="379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3875740">
              <a:off x="2063203" y="1091277"/>
              <a:ext cx="43945" cy="10986"/>
            </a:xfrm>
            <a:prstGeom prst="ellipse">
              <a:avLst/>
            </a:prstGeom>
            <a:gradFill>
              <a:gsLst>
                <a:gs pos="0">
                  <a:srgbClr val="F6F6F6">
                    <a:alpha val="21252"/>
                  </a:srgbClr>
                </a:gs>
                <a:gs pos="14286">
                  <a:srgbClr val="F6F6F6">
                    <a:alpha val="19715"/>
                  </a:srgbClr>
                </a:gs>
                <a:gs pos="28571">
                  <a:srgbClr val="F6F6F6">
                    <a:alpha val="15675"/>
                  </a:srgbClr>
                </a:gs>
                <a:gs pos="42857">
                  <a:srgbClr val="F6F6F6">
                    <a:alpha val="10581"/>
                  </a:srgbClr>
                </a:gs>
                <a:gs pos="57143">
                  <a:srgbClr val="F6F6F6">
                    <a:alpha val="6009"/>
                  </a:srgbClr>
                </a:gs>
                <a:gs pos="71429">
                  <a:srgbClr val="F6F6F6">
                    <a:alpha val="2859"/>
                  </a:srgbClr>
                </a:gs>
                <a:gs pos="85714">
                  <a:srgbClr val="F6F6F6">
                    <a:alpha val="1140"/>
                  </a:srgbClr>
                </a:gs>
                <a:gs pos="100000">
                  <a:srgbClr val="F6F6F6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5400000">
              <a:off x="1065876" y="227517"/>
              <a:ext cx="56230" cy="56230"/>
            </a:xfrm>
            <a:prstGeom prst="ellipse">
              <a:avLst/>
            </a:prstGeom>
            <a:gradFill>
              <a:gsLst>
                <a:gs pos="0">
                  <a:srgbClr val="000000">
                    <a:alpha val="14849"/>
                  </a:srgbClr>
                </a:gs>
                <a:gs pos="14286">
                  <a:srgbClr val="000000">
                    <a:alpha val="13734"/>
                  </a:srgbClr>
                </a:gs>
                <a:gs pos="28571">
                  <a:srgbClr val="000000">
                    <a:alpha val="10838"/>
                  </a:srgbClr>
                </a:gs>
                <a:gs pos="42857">
                  <a:srgbClr val="000000">
                    <a:alpha val="7248"/>
                  </a:srgbClr>
                </a:gs>
                <a:gs pos="57143">
                  <a:srgbClr val="000000">
                    <a:alpha val="4083"/>
                  </a:srgbClr>
                </a:gs>
                <a:gs pos="71429">
                  <a:srgbClr val="000000">
                    <a:alpha val="1933"/>
                  </a:srgbClr>
                </a:gs>
                <a:gs pos="85714">
                  <a:srgbClr val="000000">
                    <a:alpha val="769"/>
                  </a:srgbClr>
                </a:gs>
                <a:gs pos="100000">
                  <a:srgbClr val="000000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5681067">
              <a:off x="898957" y="693458"/>
              <a:ext cx="68246" cy="17062"/>
            </a:xfrm>
            <a:prstGeom prst="ellipse">
              <a:avLst/>
            </a:prstGeom>
            <a:gradFill>
              <a:gsLst>
                <a:gs pos="0">
                  <a:srgbClr val="6E6E6E">
                    <a:alpha val="16896"/>
                  </a:srgbClr>
                </a:gs>
                <a:gs pos="14286">
                  <a:srgbClr val="6E6E6E">
                    <a:alpha val="15642"/>
                  </a:srgbClr>
                </a:gs>
                <a:gs pos="28571">
                  <a:srgbClr val="6E6E6E">
                    <a:alpha val="12373"/>
                  </a:srgbClr>
                </a:gs>
                <a:gs pos="42857">
                  <a:srgbClr val="6E6E6E">
                    <a:alpha val="8299"/>
                  </a:srgbClr>
                </a:gs>
                <a:gs pos="57143">
                  <a:srgbClr val="6E6E6E">
                    <a:alpha val="4687"/>
                  </a:srgbClr>
                </a:gs>
                <a:gs pos="71429">
                  <a:srgbClr val="6E6E6E">
                    <a:alpha val="2222"/>
                  </a:srgbClr>
                </a:gs>
                <a:gs pos="85714">
                  <a:srgbClr val="6E6E6E">
                    <a:alpha val="885"/>
                  </a:srgbClr>
                </a:gs>
                <a:gs pos="100000">
                  <a:srgbClr val="6E6E6E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5493403">
              <a:off x="1701546" y="539013"/>
              <a:ext cx="208879" cy="365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5303906">
              <a:off x="2589128" y="712967"/>
              <a:ext cx="307838" cy="194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5400000">
              <a:off x="3548428" y="505434"/>
              <a:ext cx="32756" cy="32756"/>
            </a:xfrm>
            <a:prstGeom prst="ellipse">
              <a:avLst/>
            </a:prstGeom>
            <a:gradFill>
              <a:gsLst>
                <a:gs pos="0">
                  <a:srgbClr val="969696">
                    <a:alpha val="17398"/>
                  </a:srgbClr>
                </a:gs>
                <a:gs pos="14286">
                  <a:srgbClr val="969696">
                    <a:alpha val="16111"/>
                  </a:srgbClr>
                </a:gs>
                <a:gs pos="28571">
                  <a:srgbClr val="969696">
                    <a:alpha val="12751"/>
                  </a:srgbClr>
                </a:gs>
                <a:gs pos="42857">
                  <a:srgbClr val="969696">
                    <a:alpha val="8558"/>
                  </a:srgbClr>
                </a:gs>
                <a:gs pos="57143">
                  <a:srgbClr val="969696">
                    <a:alpha val="4837"/>
                  </a:srgbClr>
                </a:gs>
                <a:gs pos="71429">
                  <a:srgbClr val="969696">
                    <a:alpha val="2294"/>
                  </a:srgbClr>
                </a:gs>
                <a:gs pos="85714">
                  <a:srgbClr val="969696">
                    <a:alpha val="913"/>
                  </a:srgbClr>
                </a:gs>
                <a:gs pos="100000">
                  <a:srgbClr val="969696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338373">
              <a:off x="1969353" y="1022497"/>
              <a:ext cx="66761" cy="16690"/>
            </a:xfrm>
            <a:prstGeom prst="ellipse">
              <a:avLst/>
            </a:prstGeom>
            <a:gradFill>
              <a:gsLst>
                <a:gs pos="0">
                  <a:srgbClr val="656565">
                    <a:alpha val="17169"/>
                  </a:srgbClr>
                </a:gs>
                <a:gs pos="14286">
                  <a:srgbClr val="656565">
                    <a:alpha val="15897"/>
                  </a:srgbClr>
                </a:gs>
                <a:gs pos="28571">
                  <a:srgbClr val="656565">
                    <a:alpha val="12578"/>
                  </a:srgbClr>
                </a:gs>
                <a:gs pos="42857">
                  <a:srgbClr val="656565">
                    <a:alpha val="8440"/>
                  </a:srgbClr>
                </a:gs>
                <a:gs pos="57143">
                  <a:srgbClr val="656565">
                    <a:alpha val="4768"/>
                  </a:srgbClr>
                </a:gs>
                <a:gs pos="71429">
                  <a:srgbClr val="656565">
                    <a:alpha val="2261"/>
                  </a:srgbClr>
                </a:gs>
                <a:gs pos="85714">
                  <a:srgbClr val="656565">
                    <a:alpha val="900"/>
                  </a:srgbClr>
                </a:gs>
                <a:gs pos="100000">
                  <a:srgbClr val="656565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557623">
              <a:off x="842024" y="210158"/>
              <a:ext cx="66828" cy="16707"/>
            </a:xfrm>
            <a:prstGeom prst="ellipse">
              <a:avLst/>
            </a:prstGeom>
            <a:gradFill>
              <a:gsLst>
                <a:gs pos="0">
                  <a:srgbClr val="3C3C3C">
                    <a:alpha val="17157"/>
                  </a:srgbClr>
                </a:gs>
                <a:gs pos="14286">
                  <a:srgbClr val="3C3C3C">
                    <a:alpha val="15886"/>
                  </a:srgbClr>
                </a:gs>
                <a:gs pos="28571">
                  <a:srgbClr val="3C3C3C">
                    <a:alpha val="12569"/>
                  </a:srgbClr>
                </a:gs>
                <a:gs pos="42857">
                  <a:srgbClr val="3C3C3C">
                    <a:alpha val="8433"/>
                  </a:srgbClr>
                </a:gs>
                <a:gs pos="57143">
                  <a:srgbClr val="3C3C3C">
                    <a:alpha val="4765"/>
                  </a:srgbClr>
                </a:gs>
                <a:gs pos="71429">
                  <a:srgbClr val="3C3C3C">
                    <a:alpha val="2259"/>
                  </a:srgbClr>
                </a:gs>
                <a:gs pos="85714">
                  <a:srgbClr val="3C3C3C">
                    <a:alpha val="900"/>
                  </a:srgbClr>
                </a:gs>
                <a:gs pos="100000">
                  <a:srgbClr val="3C3C3C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502510">
              <a:off x="2825848" y="1008404"/>
              <a:ext cx="512311" cy="360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10387916">
              <a:off x="2912144" y="911856"/>
              <a:ext cx="434156" cy="1295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276709">
              <a:off x="1231614" y="138715"/>
              <a:ext cx="324341" cy="1534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7074902">
              <a:off x="2180147" y="1779835"/>
              <a:ext cx="179140" cy="21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9265301">
              <a:off x="1000979" y="703479"/>
              <a:ext cx="305753" cy="393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5342099">
              <a:off x="1309607" y="571264"/>
              <a:ext cx="68461" cy="17275"/>
            </a:xfrm>
            <a:prstGeom prst="ellipse">
              <a:avLst/>
            </a:prstGeom>
            <a:gradFill>
              <a:gsLst>
                <a:gs pos="0">
                  <a:srgbClr val="959595">
                    <a:alpha val="16738"/>
                  </a:srgbClr>
                </a:gs>
                <a:gs pos="14286">
                  <a:srgbClr val="959595">
                    <a:alpha val="15495"/>
                  </a:srgbClr>
                </a:gs>
                <a:gs pos="28571">
                  <a:srgbClr val="959595">
                    <a:alpha val="12254"/>
                  </a:srgbClr>
                </a:gs>
                <a:gs pos="42857">
                  <a:srgbClr val="959595">
                    <a:alpha val="8217"/>
                  </a:srgbClr>
                </a:gs>
                <a:gs pos="57143">
                  <a:srgbClr val="959595">
                    <a:alpha val="4640"/>
                  </a:srgbClr>
                </a:gs>
                <a:gs pos="71429">
                  <a:srgbClr val="959595">
                    <a:alpha val="2199"/>
                  </a:srgbClr>
                </a:gs>
                <a:gs pos="85714">
                  <a:srgbClr val="959595">
                    <a:alpha val="876"/>
                  </a:srgbClr>
                </a:gs>
                <a:gs pos="100000">
                  <a:srgbClr val="959595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5570628">
              <a:off x="842696" y="674991"/>
              <a:ext cx="68307" cy="17077"/>
            </a:xfrm>
            <a:prstGeom prst="ellipse">
              <a:avLst/>
            </a:prstGeom>
            <a:gradFill>
              <a:gsLst>
                <a:gs pos="0">
                  <a:srgbClr val="5B5B5B">
                    <a:alpha val="16885"/>
                  </a:srgbClr>
                </a:gs>
                <a:gs pos="14286">
                  <a:srgbClr val="5B5B5B">
                    <a:alpha val="15632"/>
                  </a:srgbClr>
                </a:gs>
                <a:gs pos="28571">
                  <a:srgbClr val="5B5B5B">
                    <a:alpha val="12364"/>
                  </a:srgbClr>
                </a:gs>
                <a:gs pos="42857">
                  <a:srgbClr val="5B5B5B">
                    <a:alpha val="8293"/>
                  </a:srgbClr>
                </a:gs>
                <a:gs pos="57143">
                  <a:srgbClr val="5B5B5B">
                    <a:alpha val="4684"/>
                  </a:srgbClr>
                </a:gs>
                <a:gs pos="71429">
                  <a:srgbClr val="5B5B5B">
                    <a:alpha val="2220"/>
                  </a:srgbClr>
                </a:gs>
                <a:gs pos="85714">
                  <a:srgbClr val="5B5B5B">
                    <a:alpha val="884"/>
                  </a:srgbClr>
                </a:gs>
                <a:gs pos="100000">
                  <a:srgbClr val="5B5B5B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-10792669">
              <a:off x="1734897" y="1711248"/>
              <a:ext cx="588985" cy="366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6274975">
              <a:off x="1543298" y="191574"/>
              <a:ext cx="250927" cy="421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10633755">
              <a:off x="3113515" y="717550"/>
              <a:ext cx="632003" cy="301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5287269">
              <a:off x="721685" y="514553"/>
              <a:ext cx="67479" cy="16870"/>
            </a:xfrm>
            <a:prstGeom prst="ellipse">
              <a:avLst/>
            </a:prstGeom>
            <a:gradFill>
              <a:gsLst>
                <a:gs pos="0">
                  <a:srgbClr val="9C9C9C">
                    <a:alpha val="17037"/>
                  </a:srgbClr>
                </a:gs>
                <a:gs pos="14286">
                  <a:srgbClr val="9C9C9C">
                    <a:alpha val="15774"/>
                  </a:srgbClr>
                </a:gs>
                <a:gs pos="28571">
                  <a:srgbClr val="9C9C9C">
                    <a:alpha val="12479"/>
                  </a:srgbClr>
                </a:gs>
                <a:gs pos="42857">
                  <a:srgbClr val="9C9C9C">
                    <a:alpha val="8372"/>
                  </a:srgbClr>
                </a:gs>
                <a:gs pos="57143">
                  <a:srgbClr val="9C9C9C">
                    <a:alpha val="4729"/>
                  </a:srgbClr>
                </a:gs>
                <a:gs pos="71429">
                  <a:srgbClr val="9C9C9C">
                    <a:alpha val="2242"/>
                  </a:srgbClr>
                </a:gs>
                <a:gs pos="85714">
                  <a:srgbClr val="9C9C9C">
                    <a:alpha val="893"/>
                  </a:srgbClr>
                </a:gs>
                <a:gs pos="100000">
                  <a:srgbClr val="9C9C9C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5062343">
              <a:off x="1197062" y="534476"/>
              <a:ext cx="190380" cy="34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8567234">
              <a:off x="1339799" y="488987"/>
              <a:ext cx="219204" cy="1076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5809465">
              <a:off x="1573677" y="1245410"/>
              <a:ext cx="54778" cy="367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8366072">
              <a:off x="1640761" y="1057079"/>
              <a:ext cx="417026" cy="353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7134342">
              <a:off x="1788890" y="676435"/>
              <a:ext cx="164764" cy="112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5590912">
              <a:off x="1252186" y="532043"/>
              <a:ext cx="228334" cy="39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478012">
              <a:off x="482194" y="198401"/>
              <a:ext cx="219320" cy="46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5400000">
              <a:off x="2871445" y="738056"/>
              <a:ext cx="27197" cy="27197"/>
            </a:xfrm>
            <a:prstGeom prst="ellipse">
              <a:avLst/>
            </a:prstGeom>
            <a:gradFill>
              <a:gsLst>
                <a:gs pos="0">
                  <a:srgbClr val="FAFAFA">
                    <a:alpha val="19407"/>
                  </a:srgbClr>
                </a:gs>
                <a:gs pos="14286">
                  <a:srgbClr val="FAFAFA">
                    <a:alpha val="17989"/>
                  </a:srgbClr>
                </a:gs>
                <a:gs pos="28571">
                  <a:srgbClr val="FAFAFA">
                    <a:alpha val="14271"/>
                  </a:srgbClr>
                </a:gs>
                <a:gs pos="42857">
                  <a:srgbClr val="FAFAFA">
                    <a:alpha val="9606"/>
                  </a:srgbClr>
                </a:gs>
                <a:gs pos="57143">
                  <a:srgbClr val="FAFAFA">
                    <a:alpha val="5443"/>
                  </a:srgbClr>
                </a:gs>
                <a:gs pos="71429">
                  <a:srgbClr val="FAFAFA">
                    <a:alpha val="2586"/>
                  </a:srgbClr>
                </a:gs>
                <a:gs pos="85714">
                  <a:srgbClr val="FAFAFA">
                    <a:alpha val="1031"/>
                  </a:srgbClr>
                </a:gs>
                <a:gs pos="100000">
                  <a:srgbClr val="FAFAFA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-9168696">
              <a:off x="802459" y="542718"/>
              <a:ext cx="166166" cy="49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5895397">
              <a:off x="1382431" y="1182988"/>
              <a:ext cx="68461" cy="17307"/>
            </a:xfrm>
            <a:prstGeom prst="ellipse">
              <a:avLst/>
            </a:prstGeom>
            <a:gradFill>
              <a:gsLst>
                <a:gs pos="0">
                  <a:srgbClr val="8A8A8A">
                    <a:alpha val="16715"/>
                  </a:srgbClr>
                </a:gs>
                <a:gs pos="14286">
                  <a:srgbClr val="8A8A8A">
                    <a:alpha val="15473"/>
                  </a:srgbClr>
                </a:gs>
                <a:gs pos="28571">
                  <a:srgbClr val="8A8A8A">
                    <a:alpha val="12236"/>
                  </a:srgbClr>
                </a:gs>
                <a:gs pos="42857">
                  <a:srgbClr val="8A8A8A">
                    <a:alpha val="8205"/>
                  </a:srgbClr>
                </a:gs>
                <a:gs pos="57143">
                  <a:srgbClr val="8A8A8A">
                    <a:alpha val="4633"/>
                  </a:srgbClr>
                </a:gs>
                <a:gs pos="71429">
                  <a:srgbClr val="8A8A8A">
                    <a:alpha val="2196"/>
                  </a:srgbClr>
                </a:gs>
                <a:gs pos="85714">
                  <a:srgbClr val="8A8A8A">
                    <a:alpha val="874"/>
                  </a:srgbClr>
                </a:gs>
                <a:gs pos="100000">
                  <a:srgbClr val="8A8A8A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5400000">
              <a:off x="2571053" y="1048692"/>
              <a:ext cx="33815" cy="33815"/>
            </a:xfrm>
            <a:prstGeom prst="ellipse">
              <a:avLst/>
            </a:prstGeom>
            <a:gradFill>
              <a:gsLst>
                <a:gs pos="0">
                  <a:srgbClr val="8F8F8F">
                    <a:alpha val="17009"/>
                  </a:srgbClr>
                </a:gs>
                <a:gs pos="14286">
                  <a:srgbClr val="8F8F8F">
                    <a:alpha val="15748"/>
                  </a:srgbClr>
                </a:gs>
                <a:gs pos="28571">
                  <a:srgbClr val="8F8F8F">
                    <a:alpha val="12458"/>
                  </a:srgbClr>
                </a:gs>
                <a:gs pos="42857">
                  <a:srgbClr val="8F8F8F">
                    <a:alpha val="8357"/>
                  </a:srgbClr>
                </a:gs>
                <a:gs pos="57143">
                  <a:srgbClr val="8F8F8F">
                    <a:alpha val="4721"/>
                  </a:srgbClr>
                </a:gs>
                <a:gs pos="71429">
                  <a:srgbClr val="8F8F8F">
                    <a:alpha val="2238"/>
                  </a:srgbClr>
                </a:gs>
                <a:gs pos="85714">
                  <a:srgbClr val="8F8F8F">
                    <a:alpha val="891"/>
                  </a:srgbClr>
                </a:gs>
                <a:gs pos="100000">
                  <a:srgbClr val="8F8F8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10717117">
              <a:off x="1400116" y="242551"/>
              <a:ext cx="510620" cy="413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4344958">
              <a:off x="1368065" y="482679"/>
              <a:ext cx="201537" cy="1401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5624383">
              <a:off x="1481350" y="858994"/>
              <a:ext cx="61595" cy="15399"/>
            </a:xfrm>
            <a:prstGeom prst="ellipse">
              <a:avLst/>
            </a:prstGeom>
            <a:gradFill>
              <a:gsLst>
                <a:gs pos="0">
                  <a:srgbClr val="CECECE">
                    <a:alpha val="18111"/>
                  </a:srgbClr>
                </a:gs>
                <a:gs pos="14286">
                  <a:srgbClr val="CECECE">
                    <a:alpha val="16777"/>
                  </a:srgbClr>
                </a:gs>
                <a:gs pos="28571">
                  <a:srgbClr val="CECECE">
                    <a:alpha val="13289"/>
                  </a:srgbClr>
                </a:gs>
                <a:gs pos="42857">
                  <a:srgbClr val="CECECE">
                    <a:alpha val="8929"/>
                  </a:srgbClr>
                </a:gs>
                <a:gs pos="57143">
                  <a:srgbClr val="CECECE">
                    <a:alpha val="5051"/>
                  </a:srgbClr>
                </a:gs>
                <a:gs pos="71429">
                  <a:srgbClr val="CECECE">
                    <a:alpha val="2397"/>
                  </a:srgbClr>
                </a:gs>
                <a:gs pos="85714">
                  <a:srgbClr val="CECECE">
                    <a:alpha val="955"/>
                  </a:srgbClr>
                </a:gs>
                <a:gs pos="100000">
                  <a:srgbClr val="CECECE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5540636">
              <a:off x="1368758" y="712936"/>
              <a:ext cx="222000" cy="360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10742722">
              <a:off x="1930772" y="245825"/>
              <a:ext cx="215524" cy="502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7559186">
              <a:off x="1881609" y="513691"/>
              <a:ext cx="65152" cy="16288"/>
            </a:xfrm>
            <a:prstGeom prst="ellipse">
              <a:avLst/>
            </a:prstGeom>
            <a:gradFill>
              <a:gsLst>
                <a:gs pos="0">
                  <a:srgbClr val="D3D3D3">
                    <a:alpha val="17464"/>
                  </a:srgbClr>
                </a:gs>
                <a:gs pos="14286">
                  <a:srgbClr val="D3D3D3">
                    <a:alpha val="16172"/>
                  </a:srgbClr>
                </a:gs>
                <a:gs pos="28571">
                  <a:srgbClr val="D3D3D3">
                    <a:alpha val="12800"/>
                  </a:srgbClr>
                </a:gs>
                <a:gs pos="42857">
                  <a:srgbClr val="D3D3D3">
                    <a:alpha val="8592"/>
                  </a:srgbClr>
                </a:gs>
                <a:gs pos="57143">
                  <a:srgbClr val="D3D3D3">
                    <a:alpha val="4856"/>
                  </a:srgbClr>
                </a:gs>
                <a:gs pos="71429">
                  <a:srgbClr val="D3D3D3">
                    <a:alpha val="2303"/>
                  </a:srgbClr>
                </a:gs>
                <a:gs pos="85714">
                  <a:srgbClr val="D3D3D3">
                    <a:alpha val="917"/>
                  </a:srgbClr>
                </a:gs>
                <a:gs pos="100000">
                  <a:srgbClr val="D3D3D3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-9583338">
              <a:off x="1382995" y="247779"/>
              <a:ext cx="167529" cy="37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10252233">
              <a:off x="1545817" y="866140"/>
              <a:ext cx="67393" cy="16848"/>
            </a:xfrm>
            <a:prstGeom prst="ellipse">
              <a:avLst/>
            </a:prstGeom>
            <a:gradFill>
              <a:gsLst>
                <a:gs pos="0">
                  <a:srgbClr val="A2A2A2">
                    <a:alpha val="17053"/>
                  </a:srgbClr>
                </a:gs>
                <a:gs pos="14286">
                  <a:srgbClr val="A2A2A2">
                    <a:alpha val="15789"/>
                  </a:srgbClr>
                </a:gs>
                <a:gs pos="28571">
                  <a:srgbClr val="A2A2A2">
                    <a:alpha val="12491"/>
                  </a:srgbClr>
                </a:gs>
                <a:gs pos="42857">
                  <a:srgbClr val="A2A2A2">
                    <a:alpha val="8380"/>
                  </a:srgbClr>
                </a:gs>
                <a:gs pos="57143">
                  <a:srgbClr val="A2A2A2">
                    <a:alpha val="4734"/>
                  </a:srgbClr>
                </a:gs>
                <a:gs pos="71429">
                  <a:srgbClr val="A2A2A2">
                    <a:alpha val="2244"/>
                  </a:srgbClr>
                </a:gs>
                <a:gs pos="85714">
                  <a:srgbClr val="A2A2A2">
                    <a:alpha val="894"/>
                  </a:srgbClr>
                </a:gs>
                <a:gs pos="100000">
                  <a:srgbClr val="A2A2A2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3851311">
              <a:off x="2914867" y="521427"/>
              <a:ext cx="138227" cy="762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4832595">
              <a:off x="1570060" y="1044687"/>
              <a:ext cx="315962" cy="474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8899041">
              <a:off x="2165010" y="158723"/>
              <a:ext cx="361091" cy="179061"/>
            </a:xfrm>
            <a:prstGeom prst="ellipse">
              <a:avLst/>
            </a:prstGeom>
            <a:gradFill>
              <a:gsLst>
                <a:gs pos="0">
                  <a:srgbClr val="000003">
                    <a:alpha val="29727"/>
                  </a:srgbClr>
                </a:gs>
                <a:gs pos="14286">
                  <a:srgbClr val="000003">
                    <a:alpha val="27693"/>
                  </a:srgbClr>
                </a:gs>
                <a:gs pos="28571">
                  <a:srgbClr val="000003">
                    <a:alpha val="22257"/>
                  </a:srgbClr>
                </a:gs>
                <a:gs pos="42857">
                  <a:srgbClr val="000003">
                    <a:alpha val="15222"/>
                  </a:srgbClr>
                </a:gs>
                <a:gs pos="57143">
                  <a:srgbClr val="000003">
                    <a:alpha val="8744"/>
                  </a:srgbClr>
                </a:gs>
                <a:gs pos="71429">
                  <a:srgbClr val="000003">
                    <a:alpha val="4193"/>
                  </a:srgbClr>
                </a:gs>
                <a:gs pos="85714">
                  <a:srgbClr val="000003">
                    <a:alpha val="1679"/>
                  </a:srgbClr>
                </a:gs>
                <a:gs pos="100000">
                  <a:srgbClr val="000003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3929620">
              <a:off x="1068621" y="1049645"/>
              <a:ext cx="180133" cy="374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10690004">
              <a:off x="1951014" y="904419"/>
              <a:ext cx="62114" cy="15528"/>
            </a:xfrm>
            <a:prstGeom prst="ellipse">
              <a:avLst/>
            </a:prstGeom>
            <a:gradFill>
              <a:gsLst>
                <a:gs pos="0">
                  <a:srgbClr val="D1D1D1">
                    <a:alpha val="18017"/>
                  </a:srgbClr>
                </a:gs>
                <a:gs pos="14286">
                  <a:srgbClr val="D1D1D1">
                    <a:alpha val="16689"/>
                  </a:srgbClr>
                </a:gs>
                <a:gs pos="28571">
                  <a:srgbClr val="D1D1D1">
                    <a:alpha val="13218"/>
                  </a:srgbClr>
                </a:gs>
                <a:gs pos="42857">
                  <a:srgbClr val="D1D1D1">
                    <a:alpha val="8880"/>
                  </a:srgbClr>
                </a:gs>
                <a:gs pos="57143">
                  <a:srgbClr val="D1D1D1">
                    <a:alpha val="5022"/>
                  </a:srgbClr>
                </a:gs>
                <a:gs pos="71429">
                  <a:srgbClr val="D1D1D1">
                    <a:alpha val="2383"/>
                  </a:srgbClr>
                </a:gs>
                <a:gs pos="85714">
                  <a:srgbClr val="D1D1D1">
                    <a:alpha val="949"/>
                  </a:srgbClr>
                </a:gs>
                <a:gs pos="100000">
                  <a:srgbClr val="D1D1D1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5602721">
              <a:off x="2709424" y="1031582"/>
              <a:ext cx="50639" cy="12660"/>
            </a:xfrm>
            <a:prstGeom prst="ellipse">
              <a:avLst/>
            </a:prstGeom>
            <a:gradFill>
              <a:gsLst>
                <a:gs pos="0">
                  <a:srgbClr val="FFFFFF">
                    <a:alpha val="20075"/>
                  </a:srgbClr>
                </a:gs>
                <a:gs pos="14286">
                  <a:srgbClr val="FFFFFF">
                    <a:alpha val="18613"/>
                  </a:srgbClr>
                </a:gs>
                <a:gs pos="28571">
                  <a:srgbClr val="FFFFFF">
                    <a:alpha val="14778"/>
                  </a:srgbClr>
                </a:gs>
                <a:gs pos="42857">
                  <a:srgbClr val="FFFFFF">
                    <a:alpha val="9958"/>
                  </a:srgbClr>
                </a:gs>
                <a:gs pos="57143">
                  <a:srgbClr val="FFFFFF">
                    <a:alpha val="5646"/>
                  </a:srgbClr>
                </a:gs>
                <a:gs pos="71429">
                  <a:srgbClr val="FFFFFF">
                    <a:alpha val="2684"/>
                  </a:srgbClr>
                </a:gs>
                <a:gs pos="85714">
                  <a:srgbClr val="FFFFFF">
                    <a:alpha val="1070"/>
                  </a:srgbClr>
                </a:gs>
                <a:gs pos="100000">
                  <a:srgbClr val="FFFFFF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342117">
              <a:off x="2855962" y="887615"/>
              <a:ext cx="58038" cy="14510"/>
            </a:xfrm>
            <a:prstGeom prst="ellipse">
              <a:avLst/>
            </a:prstGeom>
            <a:gradFill>
              <a:gsLst>
                <a:gs pos="0">
                  <a:srgbClr val="F7F7F7">
                    <a:alpha val="18754"/>
                  </a:srgbClr>
                </a:gs>
                <a:gs pos="14286">
                  <a:srgbClr val="F7F7F7">
                    <a:alpha val="17378"/>
                  </a:srgbClr>
                </a:gs>
                <a:gs pos="28571">
                  <a:srgbClr val="F7F7F7">
                    <a:alpha val="13776"/>
                  </a:srgbClr>
                </a:gs>
                <a:gs pos="42857">
                  <a:srgbClr val="F7F7F7">
                    <a:alpha val="9264"/>
                  </a:srgbClr>
                </a:gs>
                <a:gs pos="57143">
                  <a:srgbClr val="F7F7F7">
                    <a:alpha val="5244"/>
                  </a:srgbClr>
                </a:gs>
                <a:gs pos="71429">
                  <a:srgbClr val="F7F7F7">
                    <a:alpha val="2490"/>
                  </a:srgbClr>
                </a:gs>
                <a:gs pos="85714">
                  <a:srgbClr val="F7F7F7">
                    <a:alpha val="992"/>
                  </a:srgbClr>
                </a:gs>
                <a:gs pos="100000">
                  <a:srgbClr val="F7F7F7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377951">
              <a:off x="727098" y="877348"/>
              <a:ext cx="64992" cy="16248"/>
            </a:xfrm>
            <a:prstGeom prst="ellipse">
              <a:avLst/>
            </a:prstGeom>
            <a:gradFill>
              <a:gsLst>
                <a:gs pos="0">
                  <a:srgbClr val="B0B0B0">
                    <a:alpha val="17493"/>
                  </a:srgbClr>
                </a:gs>
                <a:gs pos="14286">
                  <a:srgbClr val="B0B0B0">
                    <a:alpha val="16200"/>
                  </a:srgbClr>
                </a:gs>
                <a:gs pos="28571">
                  <a:srgbClr val="B0B0B0">
                    <a:alpha val="12822"/>
                  </a:srgbClr>
                </a:gs>
                <a:gs pos="42857">
                  <a:srgbClr val="B0B0B0">
                    <a:alpha val="8608"/>
                  </a:srgbClr>
                </a:gs>
                <a:gs pos="57143">
                  <a:srgbClr val="B0B0B0">
                    <a:alpha val="4865"/>
                  </a:srgbClr>
                </a:gs>
                <a:gs pos="71429">
                  <a:srgbClr val="B0B0B0">
                    <a:alpha val="2308"/>
                  </a:srgbClr>
                </a:gs>
                <a:gs pos="85714">
                  <a:srgbClr val="B0B0B0">
                    <a:alpha val="919"/>
                  </a:srgbClr>
                </a:gs>
                <a:gs pos="100000">
                  <a:srgbClr val="B0B0B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10040120">
              <a:off x="2424496" y="1043060"/>
              <a:ext cx="359842" cy="325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8493574">
              <a:off x="449536" y="160168"/>
              <a:ext cx="68461" cy="17646"/>
            </a:xfrm>
            <a:prstGeom prst="ellipse">
              <a:avLst/>
            </a:prstGeom>
            <a:gradFill>
              <a:gsLst>
                <a:gs pos="0">
                  <a:srgbClr val="6D6D6D">
                    <a:alpha val="16464"/>
                  </a:srgbClr>
                </a:gs>
                <a:gs pos="14286">
                  <a:srgbClr val="6D6D6D">
                    <a:alpha val="15240"/>
                  </a:srgbClr>
                </a:gs>
                <a:gs pos="28571">
                  <a:srgbClr val="6D6D6D">
                    <a:alpha val="12048"/>
                  </a:srgbClr>
                </a:gs>
                <a:gs pos="42857">
                  <a:srgbClr val="6D6D6D">
                    <a:alpha val="8076"/>
                  </a:srgbClr>
                </a:gs>
                <a:gs pos="57143">
                  <a:srgbClr val="6D6D6D">
                    <a:alpha val="4559"/>
                  </a:srgbClr>
                </a:gs>
                <a:gs pos="71429">
                  <a:srgbClr val="6D6D6D">
                    <a:alpha val="2160"/>
                  </a:srgbClr>
                </a:gs>
                <a:gs pos="85714">
                  <a:srgbClr val="6D6D6D">
                    <a:alpha val="860"/>
                  </a:srgbClr>
                </a:gs>
                <a:gs pos="100000">
                  <a:srgbClr val="6D6D6D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5400000">
              <a:off x="1462355" y="140901"/>
              <a:ext cx="63592" cy="63592"/>
            </a:xfrm>
            <a:prstGeom prst="ellipse">
              <a:avLst/>
            </a:prstGeom>
            <a:gradFill>
              <a:gsLst>
                <a:gs pos="0">
                  <a:srgbClr val="707070">
                    <a:alpha val="12875"/>
                  </a:srgbClr>
                </a:gs>
                <a:gs pos="14286">
                  <a:srgbClr val="707070">
                    <a:alpha val="11899"/>
                  </a:srgbClr>
                </a:gs>
                <a:gs pos="28571">
                  <a:srgbClr val="707070">
                    <a:alpha val="9368"/>
                  </a:srgbClr>
                </a:gs>
                <a:gs pos="42857">
                  <a:srgbClr val="707070">
                    <a:alpha val="6248"/>
                  </a:srgbClr>
                </a:gs>
                <a:gs pos="57143">
                  <a:srgbClr val="707070">
                    <a:alpha val="3512"/>
                  </a:srgbClr>
                </a:gs>
                <a:gs pos="71429">
                  <a:srgbClr val="707070">
                    <a:alpha val="1659"/>
                  </a:srgbClr>
                </a:gs>
                <a:gs pos="85714">
                  <a:srgbClr val="707070">
                    <a:alpha val="660"/>
                  </a:srgbClr>
                </a:gs>
                <a:gs pos="100000">
                  <a:srgbClr val="70707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10799999">
              <a:off x="1418591" y="1757078"/>
              <a:ext cx="540327" cy="100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4455828">
              <a:off x="2384796" y="1078205"/>
              <a:ext cx="63919" cy="15980"/>
            </a:xfrm>
            <a:prstGeom prst="ellipse">
              <a:avLst/>
            </a:prstGeom>
            <a:gradFill>
              <a:gsLst>
                <a:gs pos="0">
                  <a:srgbClr val="D8D8D8">
                    <a:alpha val="17689"/>
                  </a:srgbClr>
                </a:gs>
                <a:gs pos="14286">
                  <a:srgbClr val="D8D8D8">
                    <a:alpha val="16382"/>
                  </a:srgbClr>
                </a:gs>
                <a:gs pos="28571">
                  <a:srgbClr val="D8D8D8">
                    <a:alpha val="12970"/>
                  </a:srgbClr>
                </a:gs>
                <a:gs pos="42857">
                  <a:srgbClr val="D8D8D8">
                    <a:alpha val="8709"/>
                  </a:srgbClr>
                </a:gs>
                <a:gs pos="57143">
                  <a:srgbClr val="D8D8D8">
                    <a:alpha val="4924"/>
                  </a:srgbClr>
                </a:gs>
                <a:gs pos="71429">
                  <a:srgbClr val="D8D8D8">
                    <a:alpha val="2336"/>
                  </a:srgbClr>
                </a:gs>
                <a:gs pos="85714">
                  <a:srgbClr val="D8D8D8">
                    <a:alpha val="930"/>
                  </a:srgbClr>
                </a:gs>
                <a:gs pos="100000">
                  <a:srgbClr val="D8D8D8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5035209">
              <a:off x="1026152" y="1689124"/>
              <a:ext cx="68461" cy="17685"/>
            </a:xfrm>
            <a:prstGeom prst="ellipse">
              <a:avLst/>
            </a:prstGeom>
            <a:gradFill>
              <a:gsLst>
                <a:gs pos="0">
                  <a:srgbClr val="7D7D7D">
                    <a:alpha val="16435"/>
                  </a:srgbClr>
                </a:gs>
                <a:gs pos="14286">
                  <a:srgbClr val="7D7D7D">
                    <a:alpha val="15213"/>
                  </a:srgbClr>
                </a:gs>
                <a:gs pos="28571">
                  <a:srgbClr val="7D7D7D">
                    <a:alpha val="12026"/>
                  </a:srgbClr>
                </a:gs>
                <a:gs pos="42857">
                  <a:srgbClr val="7D7D7D">
                    <a:alpha val="8061"/>
                  </a:srgbClr>
                </a:gs>
                <a:gs pos="57143">
                  <a:srgbClr val="7D7D7D">
                    <a:alpha val="4550"/>
                  </a:srgbClr>
                </a:gs>
                <a:gs pos="71429">
                  <a:srgbClr val="7D7D7D">
                    <a:alpha val="2156"/>
                  </a:srgbClr>
                </a:gs>
                <a:gs pos="85714">
                  <a:srgbClr val="7D7D7D">
                    <a:alpha val="858"/>
                  </a:srgbClr>
                </a:gs>
                <a:gs pos="100000">
                  <a:srgbClr val="7D7D7D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5403427">
              <a:off x="1389510" y="1227855"/>
              <a:ext cx="116579" cy="118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10333683">
              <a:off x="839255" y="1040588"/>
              <a:ext cx="68461" cy="17721"/>
            </a:xfrm>
            <a:prstGeom prst="ellipse">
              <a:avLst/>
            </a:prstGeom>
            <a:gradFill>
              <a:gsLst>
                <a:gs pos="0">
                  <a:srgbClr val="5A5A5A">
                    <a:alpha val="16409"/>
                  </a:srgbClr>
                </a:gs>
                <a:gs pos="14286">
                  <a:srgbClr val="5A5A5A">
                    <a:alpha val="15188"/>
                  </a:srgbClr>
                </a:gs>
                <a:gs pos="28571">
                  <a:srgbClr val="5A5A5A">
                    <a:alpha val="12006"/>
                  </a:srgbClr>
                </a:gs>
                <a:gs pos="42857">
                  <a:srgbClr val="5A5A5A">
                    <a:alpha val="8047"/>
                  </a:srgbClr>
                </a:gs>
                <a:gs pos="57143">
                  <a:srgbClr val="5A5A5A">
                    <a:alpha val="4542"/>
                  </a:srgbClr>
                </a:gs>
                <a:gs pos="71429">
                  <a:srgbClr val="5A5A5A">
                    <a:alpha val="2153"/>
                  </a:srgbClr>
                </a:gs>
                <a:gs pos="85714">
                  <a:srgbClr val="5A5A5A">
                    <a:alpha val="857"/>
                  </a:srgbClr>
                </a:gs>
                <a:gs pos="100000">
                  <a:srgbClr val="5A5A5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9934094">
              <a:off x="919734" y="238490"/>
              <a:ext cx="64763" cy="16191"/>
            </a:xfrm>
            <a:prstGeom prst="ellipse">
              <a:avLst/>
            </a:prstGeom>
            <a:gradFill>
              <a:gsLst>
                <a:gs pos="0">
                  <a:srgbClr val="C5C5C5">
                    <a:alpha val="17535"/>
                  </a:srgbClr>
                </a:gs>
                <a:gs pos="14286">
                  <a:srgbClr val="C5C5C5">
                    <a:alpha val="16239"/>
                  </a:srgbClr>
                </a:gs>
                <a:gs pos="28571">
                  <a:srgbClr val="C5C5C5">
                    <a:alpha val="12854"/>
                  </a:srgbClr>
                </a:gs>
                <a:gs pos="42857">
                  <a:srgbClr val="C5C5C5">
                    <a:alpha val="8629"/>
                  </a:srgbClr>
                </a:gs>
                <a:gs pos="57143">
                  <a:srgbClr val="C5C5C5">
                    <a:alpha val="4878"/>
                  </a:srgbClr>
                </a:gs>
                <a:gs pos="71429">
                  <a:srgbClr val="C5C5C5">
                    <a:alpha val="2314"/>
                  </a:srgbClr>
                </a:gs>
                <a:gs pos="85714">
                  <a:srgbClr val="C5C5C5">
                    <a:alpha val="921"/>
                  </a:srgbClr>
                </a:gs>
                <a:gs pos="100000">
                  <a:srgbClr val="C5C5C5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2947610">
              <a:off x="1628793" y="261167"/>
              <a:ext cx="59308" cy="14827"/>
            </a:xfrm>
            <a:prstGeom prst="ellipse">
              <a:avLst/>
            </a:prstGeom>
            <a:gradFill>
              <a:gsLst>
                <a:gs pos="0">
                  <a:srgbClr val="EAEAEA">
                    <a:alpha val="18525"/>
                  </a:srgbClr>
                </a:gs>
                <a:gs pos="14286">
                  <a:srgbClr val="EAEAEA">
                    <a:alpha val="17164"/>
                  </a:srgbClr>
                </a:gs>
                <a:gs pos="28571">
                  <a:srgbClr val="EAEAEA">
                    <a:alpha val="13602"/>
                  </a:srgbClr>
                </a:gs>
                <a:gs pos="42857">
                  <a:srgbClr val="EAEAEA">
                    <a:alpha val="9145"/>
                  </a:srgbClr>
                </a:gs>
                <a:gs pos="57143">
                  <a:srgbClr val="EAEAEA">
                    <a:alpha val="5175"/>
                  </a:srgbClr>
                </a:gs>
                <a:gs pos="71429">
                  <a:srgbClr val="EAEAEA">
                    <a:alpha val="2457"/>
                  </a:srgbClr>
                </a:gs>
                <a:gs pos="85714">
                  <a:srgbClr val="EAEAEA">
                    <a:alpha val="979"/>
                  </a:srgbClr>
                </a:gs>
                <a:gs pos="100000">
                  <a:srgbClr val="EAEAEA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10656229">
              <a:off x="935789" y="334107"/>
              <a:ext cx="68461" cy="17775"/>
            </a:xfrm>
            <a:prstGeom prst="ellipse">
              <a:avLst/>
            </a:prstGeom>
            <a:gradFill>
              <a:gsLst>
                <a:gs pos="0">
                  <a:srgbClr val="A1A1A1">
                    <a:alpha val="16369"/>
                  </a:srgbClr>
                </a:gs>
                <a:gs pos="14286">
                  <a:srgbClr val="A1A1A1">
                    <a:alpha val="15151"/>
                  </a:srgbClr>
                </a:gs>
                <a:gs pos="28571">
                  <a:srgbClr val="A1A1A1">
                    <a:alpha val="11977"/>
                  </a:srgbClr>
                </a:gs>
                <a:gs pos="42857">
                  <a:srgbClr val="A1A1A1">
                    <a:alpha val="8027"/>
                  </a:srgbClr>
                </a:gs>
                <a:gs pos="57143">
                  <a:srgbClr val="A1A1A1">
                    <a:alpha val="4531"/>
                  </a:srgbClr>
                </a:gs>
                <a:gs pos="71429">
                  <a:srgbClr val="A1A1A1">
                    <a:alpha val="2147"/>
                  </a:srgbClr>
                </a:gs>
                <a:gs pos="85714">
                  <a:srgbClr val="A1A1A1">
                    <a:alpha val="855"/>
                  </a:srgbClr>
                </a:gs>
                <a:gs pos="100000">
                  <a:srgbClr val="A1A1A1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10255943">
              <a:off x="982217" y="1201285"/>
              <a:ext cx="68461" cy="17240"/>
            </a:xfrm>
            <a:prstGeom prst="ellipse">
              <a:avLst/>
            </a:prstGeom>
            <a:gradFill>
              <a:gsLst>
                <a:gs pos="0">
                  <a:srgbClr val="929292">
                    <a:alpha val="16764"/>
                  </a:srgbClr>
                </a:gs>
                <a:gs pos="14286">
                  <a:srgbClr val="929292">
                    <a:alpha val="15520"/>
                  </a:srgbClr>
                </a:gs>
                <a:gs pos="28571">
                  <a:srgbClr val="929292">
                    <a:alpha val="12274"/>
                  </a:srgbClr>
                </a:gs>
                <a:gs pos="42857">
                  <a:srgbClr val="929292">
                    <a:alpha val="8231"/>
                  </a:srgbClr>
                </a:gs>
                <a:gs pos="57143">
                  <a:srgbClr val="929292">
                    <a:alpha val="4648"/>
                  </a:srgbClr>
                </a:gs>
                <a:gs pos="71429">
                  <a:srgbClr val="929292">
                    <a:alpha val="2203"/>
                  </a:srgbClr>
                </a:gs>
                <a:gs pos="85714">
                  <a:srgbClr val="929292">
                    <a:alpha val="877"/>
                  </a:srgbClr>
                </a:gs>
                <a:gs pos="100000">
                  <a:srgbClr val="929292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10513003">
              <a:off x="1477043" y="1210332"/>
              <a:ext cx="68461" cy="17783"/>
            </a:xfrm>
            <a:prstGeom prst="ellipse">
              <a:avLst/>
            </a:prstGeom>
            <a:gradFill>
              <a:gsLst>
                <a:gs pos="0">
                  <a:srgbClr val="626262">
                    <a:alpha val="16363"/>
                  </a:srgbClr>
                </a:gs>
                <a:gs pos="14286">
                  <a:srgbClr val="626262">
                    <a:alpha val="15145"/>
                  </a:srgbClr>
                </a:gs>
                <a:gs pos="28571">
                  <a:srgbClr val="626262">
                    <a:alpha val="11972"/>
                  </a:srgbClr>
                </a:gs>
                <a:gs pos="42857">
                  <a:srgbClr val="626262">
                    <a:alpha val="8024"/>
                  </a:srgbClr>
                </a:gs>
                <a:gs pos="57143">
                  <a:srgbClr val="626262">
                    <a:alpha val="4529"/>
                  </a:srgbClr>
                </a:gs>
                <a:gs pos="71429">
                  <a:srgbClr val="626262">
                    <a:alpha val="2146"/>
                  </a:srgbClr>
                </a:gs>
                <a:gs pos="85714">
                  <a:srgbClr val="626262">
                    <a:alpha val="854"/>
                  </a:srgbClr>
                </a:gs>
                <a:gs pos="100000">
                  <a:srgbClr val="626262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-9330159">
              <a:off x="3461287" y="735806"/>
              <a:ext cx="67631" cy="16908"/>
            </a:xfrm>
            <a:prstGeom prst="ellipse">
              <a:avLst/>
            </a:prstGeom>
            <a:gradFill>
              <a:gsLst>
                <a:gs pos="0">
                  <a:srgbClr val="F8F8F8">
                    <a:alpha val="17009"/>
                  </a:srgbClr>
                </a:gs>
                <a:gs pos="14286">
                  <a:srgbClr val="F8F8F8">
                    <a:alpha val="15748"/>
                  </a:srgbClr>
                </a:gs>
                <a:gs pos="28571">
                  <a:srgbClr val="F8F8F8">
                    <a:alpha val="12458"/>
                  </a:srgbClr>
                </a:gs>
                <a:gs pos="42857">
                  <a:srgbClr val="F8F8F8">
                    <a:alpha val="8357"/>
                  </a:srgbClr>
                </a:gs>
                <a:gs pos="57143">
                  <a:srgbClr val="F8F8F8">
                    <a:alpha val="4721"/>
                  </a:srgbClr>
                </a:gs>
                <a:gs pos="71429">
                  <a:srgbClr val="F8F8F8">
                    <a:alpha val="2238"/>
                  </a:srgbClr>
                </a:gs>
                <a:gs pos="85714">
                  <a:srgbClr val="F8F8F8">
                    <a:alpha val="891"/>
                  </a:srgbClr>
                </a:gs>
                <a:gs pos="100000">
                  <a:srgbClr val="F8F8F8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5882214">
              <a:off x="1186493" y="867222"/>
              <a:ext cx="190759" cy="436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5400099">
              <a:off x="615609" y="172592"/>
              <a:ext cx="379236" cy="42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123957">
              <a:off x="1273260" y="1719175"/>
              <a:ext cx="145216" cy="343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-10773924">
              <a:off x="1505402" y="158055"/>
              <a:ext cx="829509" cy="373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10119845">
              <a:off x="1349259" y="1683130"/>
              <a:ext cx="244437" cy="9663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399915">
              <a:off x="1533294" y="1022916"/>
              <a:ext cx="494422" cy="266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-10160544">
              <a:off x="1622549" y="335833"/>
              <a:ext cx="68461" cy="17863"/>
            </a:xfrm>
            <a:prstGeom prst="ellipse">
              <a:avLst/>
            </a:prstGeom>
            <a:gradFill>
              <a:gsLst>
                <a:gs pos="0">
                  <a:srgbClr val="BBBBBB">
                    <a:alpha val="16304"/>
                  </a:srgbClr>
                </a:gs>
                <a:gs pos="14286">
                  <a:srgbClr val="BBBBBB">
                    <a:alpha val="15090"/>
                  </a:srgbClr>
                </a:gs>
                <a:gs pos="28571">
                  <a:srgbClr val="BBBBBB">
                    <a:alpha val="11928"/>
                  </a:srgbClr>
                </a:gs>
                <a:gs pos="42857">
                  <a:srgbClr val="BBBBBB">
                    <a:alpha val="7993"/>
                  </a:srgbClr>
                </a:gs>
                <a:gs pos="57143">
                  <a:srgbClr val="BBBBBB">
                    <a:alpha val="4511"/>
                  </a:srgbClr>
                </a:gs>
                <a:gs pos="71429">
                  <a:srgbClr val="BBBBBB">
                    <a:alpha val="2138"/>
                  </a:srgbClr>
                </a:gs>
                <a:gs pos="85714">
                  <a:srgbClr val="BBBBBB">
                    <a:alpha val="851"/>
                  </a:srgbClr>
                </a:gs>
                <a:gs pos="100000">
                  <a:srgbClr val="BBBBBB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3802261">
              <a:off x="1686660" y="1076171"/>
              <a:ext cx="68461" cy="17780"/>
            </a:xfrm>
            <a:prstGeom prst="ellipse">
              <a:avLst/>
            </a:prstGeom>
            <a:gradFill>
              <a:gsLst>
                <a:gs pos="0">
                  <a:srgbClr val="818181">
                    <a:alpha val="16365"/>
                  </a:srgbClr>
                </a:gs>
                <a:gs pos="14286">
                  <a:srgbClr val="818181">
                    <a:alpha val="15148"/>
                  </a:srgbClr>
                </a:gs>
                <a:gs pos="28571">
                  <a:srgbClr val="818181">
                    <a:alpha val="11974"/>
                  </a:srgbClr>
                </a:gs>
                <a:gs pos="42857">
                  <a:srgbClr val="818181">
                    <a:alpha val="8025"/>
                  </a:srgbClr>
                </a:gs>
                <a:gs pos="57143">
                  <a:srgbClr val="818181">
                    <a:alpha val="4529"/>
                  </a:srgbClr>
                </a:gs>
                <a:gs pos="71429">
                  <a:srgbClr val="818181">
                    <a:alpha val="2146"/>
                  </a:srgbClr>
                </a:gs>
                <a:gs pos="85714">
                  <a:srgbClr val="818181">
                    <a:alpha val="854"/>
                  </a:srgbClr>
                </a:gs>
                <a:gs pos="100000">
                  <a:srgbClr val="818181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7662654">
              <a:off x="1799604" y="185962"/>
              <a:ext cx="353043" cy="607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6288137">
              <a:off x="2219015" y="880726"/>
              <a:ext cx="201720" cy="525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5400000">
              <a:off x="1181845" y="1699986"/>
              <a:ext cx="35500" cy="35500"/>
            </a:xfrm>
            <a:prstGeom prst="ellipse">
              <a:avLst/>
            </a:prstGeom>
            <a:gradFill>
              <a:gsLst>
                <a:gs pos="0">
                  <a:srgbClr val="9B9B9A">
                    <a:alpha val="16387"/>
                  </a:srgbClr>
                </a:gs>
                <a:gs pos="14286">
                  <a:srgbClr val="9B9B9A">
                    <a:alpha val="15168"/>
                  </a:srgbClr>
                </a:gs>
                <a:gs pos="28571">
                  <a:srgbClr val="9B9B9A">
                    <a:alpha val="11990"/>
                  </a:srgbClr>
                </a:gs>
                <a:gs pos="42857">
                  <a:srgbClr val="9B9B9A">
                    <a:alpha val="8036"/>
                  </a:srgbClr>
                </a:gs>
                <a:gs pos="57143">
                  <a:srgbClr val="9B9B9A">
                    <a:alpha val="4536"/>
                  </a:srgbClr>
                </a:gs>
                <a:gs pos="71429">
                  <a:srgbClr val="9B9B9A">
                    <a:alpha val="2149"/>
                  </a:srgbClr>
                </a:gs>
                <a:gs pos="85714">
                  <a:srgbClr val="9B9B9A">
                    <a:alpha val="856"/>
                  </a:srgbClr>
                </a:gs>
                <a:gs pos="100000">
                  <a:srgbClr val="9B9B9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10754477">
              <a:off x="2410950" y="849549"/>
              <a:ext cx="732308" cy="40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10621916">
              <a:off x="1440975" y="526690"/>
              <a:ext cx="53373" cy="13343"/>
            </a:xfrm>
            <a:prstGeom prst="ellipse">
              <a:avLst/>
            </a:prstGeom>
            <a:gradFill>
              <a:gsLst>
                <a:gs pos="0">
                  <a:srgbClr val="D4D4D4">
                    <a:alpha val="19589"/>
                  </a:srgbClr>
                </a:gs>
                <a:gs pos="14286">
                  <a:srgbClr val="D4D4D4">
                    <a:alpha val="18159"/>
                  </a:srgbClr>
                </a:gs>
                <a:gs pos="28571">
                  <a:srgbClr val="D4D4D4">
                    <a:alpha val="14409"/>
                  </a:srgbClr>
                </a:gs>
                <a:gs pos="42857">
                  <a:srgbClr val="D4D4D4">
                    <a:alpha val="9702"/>
                  </a:srgbClr>
                </a:gs>
                <a:gs pos="57143">
                  <a:srgbClr val="D4D4D4">
                    <a:alpha val="5498"/>
                  </a:srgbClr>
                </a:gs>
                <a:gs pos="71429">
                  <a:srgbClr val="D4D4D4">
                    <a:alpha val="2612"/>
                  </a:srgbClr>
                </a:gs>
                <a:gs pos="85714">
                  <a:srgbClr val="D4D4D4">
                    <a:alpha val="1041"/>
                  </a:srgbClr>
                </a:gs>
                <a:gs pos="100000">
                  <a:srgbClr val="D4D4D4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643571">
              <a:off x="556625" y="826749"/>
              <a:ext cx="68461" cy="17923"/>
            </a:xfrm>
            <a:prstGeom prst="ellipse">
              <a:avLst/>
            </a:prstGeom>
            <a:gradFill>
              <a:gsLst>
                <a:gs pos="0">
                  <a:srgbClr val="6D6D6D">
                    <a:alpha val="16259"/>
                  </a:srgbClr>
                </a:gs>
                <a:gs pos="14286">
                  <a:srgbClr val="6D6D6D">
                    <a:alpha val="15049"/>
                  </a:srgbClr>
                </a:gs>
                <a:gs pos="28571">
                  <a:srgbClr val="6D6D6D">
                    <a:alpha val="11894"/>
                  </a:srgbClr>
                </a:gs>
                <a:gs pos="42857">
                  <a:srgbClr val="6D6D6D">
                    <a:alpha val="7970"/>
                  </a:srgbClr>
                </a:gs>
                <a:gs pos="57143">
                  <a:srgbClr val="6D6D6D">
                    <a:alpha val="4498"/>
                  </a:srgbClr>
                </a:gs>
                <a:gs pos="71429">
                  <a:srgbClr val="6D6D6D">
                    <a:alpha val="2131"/>
                  </a:srgbClr>
                </a:gs>
                <a:gs pos="85714">
                  <a:srgbClr val="6D6D6D">
                    <a:alpha val="848"/>
                  </a:srgbClr>
                </a:gs>
                <a:gs pos="100000">
                  <a:srgbClr val="6D6D6D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2723934">
              <a:off x="954533" y="1246614"/>
              <a:ext cx="68461" cy="17773"/>
            </a:xfrm>
            <a:prstGeom prst="ellipse">
              <a:avLst/>
            </a:prstGeom>
            <a:gradFill>
              <a:gsLst>
                <a:gs pos="0">
                  <a:srgbClr val="A1A1A1">
                    <a:alpha val="16371"/>
                  </a:srgbClr>
                </a:gs>
                <a:gs pos="14286">
                  <a:srgbClr val="A1A1A1">
                    <a:alpha val="15152"/>
                  </a:srgbClr>
                </a:gs>
                <a:gs pos="28571">
                  <a:srgbClr val="A1A1A1">
                    <a:alpha val="11978"/>
                  </a:srgbClr>
                </a:gs>
                <a:gs pos="42857">
                  <a:srgbClr val="A1A1A1">
                    <a:alpha val="8028"/>
                  </a:srgbClr>
                </a:gs>
                <a:gs pos="57143">
                  <a:srgbClr val="A1A1A1">
                    <a:alpha val="4531"/>
                  </a:srgbClr>
                </a:gs>
                <a:gs pos="71429">
                  <a:srgbClr val="A1A1A1">
                    <a:alpha val="2147"/>
                  </a:srgbClr>
                </a:gs>
                <a:gs pos="85714">
                  <a:srgbClr val="A1A1A1">
                    <a:alpha val="855"/>
                  </a:srgbClr>
                </a:gs>
                <a:gs pos="100000">
                  <a:srgbClr val="A1A1A1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6592364">
              <a:off x="1843206" y="915191"/>
              <a:ext cx="67018" cy="16755"/>
            </a:xfrm>
            <a:prstGeom prst="ellipse">
              <a:avLst/>
            </a:prstGeom>
            <a:gradFill>
              <a:gsLst>
                <a:gs pos="0">
                  <a:srgbClr val="D4D5D5">
                    <a:alpha val="17122"/>
                  </a:srgbClr>
                </a:gs>
                <a:gs pos="14286">
                  <a:srgbClr val="D4D5D5">
                    <a:alpha val="15853"/>
                  </a:srgbClr>
                </a:gs>
                <a:gs pos="28571">
                  <a:srgbClr val="D4D5D5">
                    <a:alpha val="12543"/>
                  </a:srgbClr>
                </a:gs>
                <a:gs pos="42857">
                  <a:srgbClr val="D4D5D5">
                    <a:alpha val="8415"/>
                  </a:srgbClr>
                </a:gs>
                <a:gs pos="57143">
                  <a:srgbClr val="D4D5D5">
                    <a:alpha val="4754"/>
                  </a:srgbClr>
                </a:gs>
                <a:gs pos="71429">
                  <a:srgbClr val="D4D5D5">
                    <a:alpha val="2254"/>
                  </a:srgbClr>
                </a:gs>
                <a:gs pos="85714">
                  <a:srgbClr val="D4D5D5">
                    <a:alpha val="898"/>
                  </a:srgbClr>
                </a:gs>
                <a:gs pos="100000">
                  <a:srgbClr val="D4D5D5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10072846">
              <a:off x="452131" y="1009667"/>
              <a:ext cx="450797" cy="358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5400000">
              <a:off x="3538051" y="495767"/>
              <a:ext cx="24078" cy="24078"/>
            </a:xfrm>
            <a:prstGeom prst="ellipse">
              <a:avLst/>
            </a:prstGeom>
            <a:gradFill>
              <a:gsLst>
                <a:gs pos="0">
                  <a:srgbClr val="000000">
                    <a:alpha val="20514"/>
                  </a:srgbClr>
                </a:gs>
                <a:gs pos="14286">
                  <a:srgbClr val="000000">
                    <a:alpha val="19024"/>
                  </a:srgbClr>
                </a:gs>
                <a:gs pos="28571">
                  <a:srgbClr val="000000">
                    <a:alpha val="15112"/>
                  </a:srgbClr>
                </a:gs>
                <a:gs pos="42857">
                  <a:srgbClr val="000000">
                    <a:alpha val="10189"/>
                  </a:srgbClr>
                </a:gs>
                <a:gs pos="57143">
                  <a:srgbClr val="000000">
                    <a:alpha val="5781"/>
                  </a:srgbClr>
                </a:gs>
                <a:gs pos="71429">
                  <a:srgbClr val="000000">
                    <a:alpha val="2749"/>
                  </a:srgbClr>
                </a:gs>
                <a:gs pos="85714">
                  <a:srgbClr val="000000">
                    <a:alpha val="1096"/>
                  </a:srgbClr>
                </a:gs>
                <a:gs pos="100000">
                  <a:srgbClr val="00000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400104">
              <a:off x="615624" y="172592"/>
              <a:ext cx="379205" cy="42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4365653">
              <a:off x="393057" y="216014"/>
              <a:ext cx="168168" cy="424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10793237">
              <a:off x="1164183" y="342122"/>
              <a:ext cx="546774" cy="24377"/>
            </a:xfrm>
            <a:prstGeom prst="ellipse">
              <a:avLst/>
            </a:prstGeom>
            <a:gradFill>
              <a:gsLst>
                <a:gs pos="0">
                  <a:srgbClr val="393938">
                    <a:alpha val="31636"/>
                  </a:srgbClr>
                </a:gs>
                <a:gs pos="14286">
                  <a:srgbClr val="393938">
                    <a:alpha val="29500"/>
                  </a:srgbClr>
                </a:gs>
                <a:gs pos="28571">
                  <a:srgbClr val="393938">
                    <a:alpha val="23770"/>
                  </a:srgbClr>
                </a:gs>
                <a:gs pos="42857">
                  <a:srgbClr val="393938">
                    <a:alpha val="16308"/>
                  </a:srgbClr>
                </a:gs>
                <a:gs pos="57143">
                  <a:srgbClr val="393938">
                    <a:alpha val="9393"/>
                  </a:srgbClr>
                </a:gs>
                <a:gs pos="71429">
                  <a:srgbClr val="393938">
                    <a:alpha val="4512"/>
                  </a:srgbClr>
                </a:gs>
                <a:gs pos="85714">
                  <a:srgbClr val="393938">
                    <a:alpha val="1809"/>
                  </a:srgbClr>
                </a:gs>
                <a:gs pos="100000">
                  <a:srgbClr val="393938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6782957">
              <a:off x="942966" y="1222652"/>
              <a:ext cx="301901" cy="404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400287">
              <a:off x="547631" y="205242"/>
              <a:ext cx="226479" cy="438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-8331036">
              <a:off x="2416795" y="880363"/>
              <a:ext cx="310673" cy="392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10642093">
              <a:off x="1612089" y="1767993"/>
              <a:ext cx="307588" cy="26564"/>
            </a:xfrm>
            <a:prstGeom prst="ellipse">
              <a:avLst/>
            </a:prstGeom>
            <a:gradFill>
              <a:gsLst>
                <a:gs pos="0">
                  <a:srgbClr val="FDFEFE">
                    <a:alpha val="32968"/>
                  </a:srgbClr>
                </a:gs>
                <a:gs pos="14286">
                  <a:srgbClr val="FDFEFE">
                    <a:alpha val="30764"/>
                  </a:srgbClr>
                </a:gs>
                <a:gs pos="28571">
                  <a:srgbClr val="FDFEFE">
                    <a:alpha val="24833"/>
                  </a:srgbClr>
                </a:gs>
                <a:gs pos="42857">
                  <a:srgbClr val="FDFEFE">
                    <a:alpha val="17075"/>
                  </a:srgbClr>
                </a:gs>
                <a:gs pos="57143">
                  <a:srgbClr val="FDFEFE">
                    <a:alpha val="9855"/>
                  </a:srgbClr>
                </a:gs>
                <a:gs pos="71429">
                  <a:srgbClr val="FDFEFE">
                    <a:alpha val="4740"/>
                  </a:srgbClr>
                </a:gs>
                <a:gs pos="85714">
                  <a:srgbClr val="FDFEFE">
                    <a:alpha val="1902"/>
                  </a:srgbClr>
                </a:gs>
                <a:gs pos="100000">
                  <a:srgbClr val="FD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2975565">
              <a:off x="2913974" y="1021160"/>
              <a:ext cx="183330" cy="716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395594">
              <a:off x="2555570" y="209587"/>
              <a:ext cx="405615" cy="43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5303687">
              <a:off x="2461480" y="540456"/>
              <a:ext cx="68461" cy="18167"/>
            </a:xfrm>
            <a:prstGeom prst="ellipse">
              <a:avLst/>
            </a:prstGeom>
            <a:gradFill>
              <a:gsLst>
                <a:gs pos="0">
                  <a:srgbClr val="B6B6B5">
                    <a:alpha val="16078"/>
                  </a:srgbClr>
                </a:gs>
                <a:gs pos="14286">
                  <a:srgbClr val="B6B6B5">
                    <a:alpha val="14879"/>
                  </a:srgbClr>
                </a:gs>
                <a:gs pos="28571">
                  <a:srgbClr val="B6B6B5">
                    <a:alpha val="11758"/>
                  </a:srgbClr>
                </a:gs>
                <a:gs pos="42857">
                  <a:srgbClr val="B6B6B5">
                    <a:alpha val="7877"/>
                  </a:srgbClr>
                </a:gs>
                <a:gs pos="57143">
                  <a:srgbClr val="B6B6B5">
                    <a:alpha val="4444"/>
                  </a:srgbClr>
                </a:gs>
                <a:gs pos="71429">
                  <a:srgbClr val="B6B6B5">
                    <a:alpha val="2106"/>
                  </a:srgbClr>
                </a:gs>
                <a:gs pos="85714">
                  <a:srgbClr val="B6B6B5">
                    <a:alpha val="838"/>
                  </a:srgbClr>
                </a:gs>
                <a:gs pos="100000">
                  <a:srgbClr val="B6B6B5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400000">
              <a:off x="3065776" y="916667"/>
              <a:ext cx="35673" cy="35673"/>
            </a:xfrm>
            <a:prstGeom prst="ellipse">
              <a:avLst/>
            </a:prstGeom>
            <a:gradFill>
              <a:gsLst>
                <a:gs pos="0">
                  <a:srgbClr val="E9E9E9">
                    <a:alpha val="16323"/>
                  </a:srgbClr>
                </a:gs>
                <a:gs pos="14286">
                  <a:srgbClr val="E9E9E9">
                    <a:alpha val="15108"/>
                  </a:srgbClr>
                </a:gs>
                <a:gs pos="28571">
                  <a:srgbClr val="E9E9E9">
                    <a:alpha val="11942"/>
                  </a:srgbClr>
                </a:gs>
                <a:gs pos="42857">
                  <a:srgbClr val="E9E9E9">
                    <a:alpha val="8003"/>
                  </a:srgbClr>
                </a:gs>
                <a:gs pos="57143">
                  <a:srgbClr val="E9E9E9">
                    <a:alpha val="4517"/>
                  </a:srgbClr>
                </a:gs>
                <a:gs pos="71429">
                  <a:srgbClr val="E9E9E9">
                    <a:alpha val="2140"/>
                  </a:srgbClr>
                </a:gs>
                <a:gs pos="85714">
                  <a:srgbClr val="E9E9E9">
                    <a:alpha val="852"/>
                  </a:srgbClr>
                </a:gs>
                <a:gs pos="100000">
                  <a:srgbClr val="E9E9E9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-10298987">
              <a:off x="146508" y="717899"/>
              <a:ext cx="68461" cy="18226"/>
            </a:xfrm>
            <a:prstGeom prst="ellipse">
              <a:avLst/>
            </a:prstGeom>
            <a:gradFill>
              <a:gsLst>
                <a:gs pos="0">
                  <a:srgbClr val="666666">
                    <a:alpha val="16034"/>
                  </a:srgbClr>
                </a:gs>
                <a:gs pos="14286">
                  <a:srgbClr val="666666">
                    <a:alpha val="14839"/>
                  </a:srgbClr>
                </a:gs>
                <a:gs pos="28571">
                  <a:srgbClr val="666666">
                    <a:alpha val="11725"/>
                  </a:srgbClr>
                </a:gs>
                <a:gs pos="42857">
                  <a:srgbClr val="666666">
                    <a:alpha val="7855"/>
                  </a:srgbClr>
                </a:gs>
                <a:gs pos="57143">
                  <a:srgbClr val="666666">
                    <a:alpha val="4432"/>
                  </a:srgbClr>
                </a:gs>
                <a:gs pos="71429">
                  <a:srgbClr val="666666">
                    <a:alpha val="2099"/>
                  </a:srgbClr>
                </a:gs>
                <a:gs pos="85714">
                  <a:srgbClr val="666666">
                    <a:alpha val="835"/>
                  </a:srgbClr>
                </a:gs>
                <a:gs pos="100000">
                  <a:srgbClr val="666666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5952408">
              <a:off x="632981" y="679562"/>
              <a:ext cx="68461" cy="17431"/>
            </a:xfrm>
            <a:prstGeom prst="ellipse">
              <a:avLst/>
            </a:prstGeom>
            <a:gradFill>
              <a:gsLst>
                <a:gs pos="0">
                  <a:srgbClr val="A8A8A8">
                    <a:alpha val="16623"/>
                  </a:srgbClr>
                </a:gs>
                <a:gs pos="14286">
                  <a:srgbClr val="A8A8A8">
                    <a:alpha val="15388"/>
                  </a:srgbClr>
                </a:gs>
                <a:gs pos="28571">
                  <a:srgbClr val="A8A8A8">
                    <a:alpha val="12168"/>
                  </a:srgbClr>
                </a:gs>
                <a:gs pos="42857">
                  <a:srgbClr val="A8A8A8">
                    <a:alpha val="8158"/>
                  </a:srgbClr>
                </a:gs>
                <a:gs pos="57143">
                  <a:srgbClr val="A8A8A8">
                    <a:alpha val="4606"/>
                  </a:srgbClr>
                </a:gs>
                <a:gs pos="71429">
                  <a:srgbClr val="A8A8A8">
                    <a:alpha val="2183"/>
                  </a:srgbClr>
                </a:gs>
                <a:gs pos="85714">
                  <a:srgbClr val="A8A8A8">
                    <a:alpha val="869"/>
                  </a:srgbClr>
                </a:gs>
                <a:gs pos="100000">
                  <a:srgbClr val="A8A8A8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193892">
              <a:off x="3319925" y="718600"/>
              <a:ext cx="47686" cy="11921"/>
            </a:xfrm>
            <a:prstGeom prst="ellipse">
              <a:avLst/>
            </a:prstGeom>
            <a:gradFill>
              <a:gsLst>
                <a:gs pos="0">
                  <a:srgbClr val="FFFFFF">
                    <a:alpha val="20596"/>
                  </a:srgbClr>
                </a:gs>
                <a:gs pos="14286">
                  <a:srgbClr val="FFFFFF">
                    <a:alpha val="19101"/>
                  </a:srgbClr>
                </a:gs>
                <a:gs pos="28571">
                  <a:srgbClr val="FFFFFF">
                    <a:alpha val="15175"/>
                  </a:srgbClr>
                </a:gs>
                <a:gs pos="42857">
                  <a:srgbClr val="FFFFFF">
                    <a:alpha val="10233"/>
                  </a:srgbClr>
                </a:gs>
                <a:gs pos="57143">
                  <a:srgbClr val="FFFFFF">
                    <a:alpha val="5806"/>
                  </a:srgbClr>
                </a:gs>
                <a:gs pos="71429">
                  <a:srgbClr val="FFFFFF">
                    <a:alpha val="2761"/>
                  </a:srgbClr>
                </a:gs>
                <a:gs pos="85714">
                  <a:srgbClr val="FFFFFF">
                    <a:alpha val="1101"/>
                  </a:srgbClr>
                </a:gs>
                <a:gs pos="100000">
                  <a:srgbClr val="FFFFFF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9841411">
              <a:off x="165826" y="649527"/>
              <a:ext cx="68461" cy="18244"/>
            </a:xfrm>
            <a:prstGeom prst="ellipse">
              <a:avLst/>
            </a:prstGeom>
            <a:gradFill>
              <a:gsLst>
                <a:gs pos="0">
                  <a:srgbClr val="717171">
                    <a:alpha val="16021"/>
                  </a:srgbClr>
                </a:gs>
                <a:gs pos="14286">
                  <a:srgbClr val="717171">
                    <a:alpha val="14826"/>
                  </a:srgbClr>
                </a:gs>
                <a:gs pos="28571">
                  <a:srgbClr val="717171">
                    <a:alpha val="11715"/>
                  </a:srgbClr>
                </a:gs>
                <a:gs pos="42857">
                  <a:srgbClr val="717171">
                    <a:alpha val="7848"/>
                  </a:srgbClr>
                </a:gs>
                <a:gs pos="57143">
                  <a:srgbClr val="717171">
                    <a:alpha val="4428"/>
                  </a:srgbClr>
                </a:gs>
                <a:gs pos="71429">
                  <a:srgbClr val="717171">
                    <a:alpha val="2097"/>
                  </a:srgbClr>
                </a:gs>
                <a:gs pos="85714">
                  <a:srgbClr val="717171">
                    <a:alpha val="835"/>
                  </a:srgbClr>
                </a:gs>
                <a:gs pos="100000">
                  <a:srgbClr val="71717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4091166">
              <a:off x="1666793" y="681121"/>
              <a:ext cx="173374" cy="96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-10782850">
              <a:off x="663731" y="153105"/>
              <a:ext cx="890067" cy="391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10749226">
              <a:off x="883619" y="242027"/>
              <a:ext cx="665798" cy="432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5271314">
              <a:off x="2127384" y="930377"/>
              <a:ext cx="613952" cy="349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-10725143">
              <a:off x="769577" y="483518"/>
              <a:ext cx="557440" cy="94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10729335">
              <a:off x="2446788" y="1014664"/>
              <a:ext cx="458717" cy="1141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6789674">
              <a:off x="789973" y="876734"/>
              <a:ext cx="293515" cy="400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8090695">
              <a:off x="2471951" y="869919"/>
              <a:ext cx="225805" cy="388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333829">
              <a:off x="291949" y="887853"/>
              <a:ext cx="68461" cy="18440"/>
            </a:xfrm>
            <a:prstGeom prst="ellipse">
              <a:avLst/>
            </a:prstGeom>
            <a:gradFill>
              <a:gsLst>
                <a:gs pos="0">
                  <a:srgbClr val="646464">
                    <a:alpha val="15875"/>
                  </a:srgbClr>
                </a:gs>
                <a:gs pos="14286">
                  <a:srgbClr val="646464">
                    <a:alpha val="14690"/>
                  </a:srgbClr>
                </a:gs>
                <a:gs pos="28571">
                  <a:srgbClr val="646464">
                    <a:alpha val="11606"/>
                  </a:srgbClr>
                </a:gs>
                <a:gs pos="42857">
                  <a:srgbClr val="646464">
                    <a:alpha val="7773"/>
                  </a:srgbClr>
                </a:gs>
                <a:gs pos="57143">
                  <a:srgbClr val="646464">
                    <a:alpha val="4385"/>
                  </a:srgbClr>
                </a:gs>
                <a:gs pos="71429">
                  <a:srgbClr val="646464">
                    <a:alpha val="2077"/>
                  </a:srgbClr>
                </a:gs>
                <a:gs pos="85714">
                  <a:srgbClr val="646464">
                    <a:alpha val="826"/>
                  </a:srgbClr>
                </a:gs>
                <a:gs pos="100000">
                  <a:srgbClr val="646464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7043825">
              <a:off x="2563475" y="703599"/>
              <a:ext cx="306250" cy="642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5551634">
              <a:off x="2011320" y="210156"/>
              <a:ext cx="331516" cy="438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5294133">
              <a:off x="2475106" y="193916"/>
              <a:ext cx="492785" cy="622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3064978">
              <a:off x="401524" y="175991"/>
              <a:ext cx="291259" cy="495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576214">
              <a:off x="316003" y="664757"/>
              <a:ext cx="68461" cy="18488"/>
            </a:xfrm>
            <a:prstGeom prst="ellipse">
              <a:avLst/>
            </a:prstGeom>
            <a:gradFill>
              <a:gsLst>
                <a:gs pos="0">
                  <a:srgbClr val="555555">
                    <a:alpha val="15839"/>
                  </a:srgbClr>
                </a:gs>
                <a:gs pos="14286">
                  <a:srgbClr val="555555">
                    <a:alpha val="14657"/>
                  </a:srgbClr>
                </a:gs>
                <a:gs pos="28571">
                  <a:srgbClr val="555555">
                    <a:alpha val="11579"/>
                  </a:srgbClr>
                </a:gs>
                <a:gs pos="42857">
                  <a:srgbClr val="555555">
                    <a:alpha val="7755"/>
                  </a:srgbClr>
                </a:gs>
                <a:gs pos="57143">
                  <a:srgbClr val="555555">
                    <a:alpha val="4374"/>
                  </a:srgbClr>
                </a:gs>
                <a:gs pos="71429">
                  <a:srgbClr val="555555">
                    <a:alpha val="2072"/>
                  </a:srgbClr>
                </a:gs>
                <a:gs pos="85714">
                  <a:srgbClr val="555555">
                    <a:alpha val="824"/>
                  </a:srgbClr>
                </a:gs>
                <a:gs pos="100000">
                  <a:srgbClr val="555555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5475601">
              <a:off x="1160693" y="855782"/>
              <a:ext cx="567732" cy="33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10797535">
              <a:off x="874840" y="1166431"/>
              <a:ext cx="297175" cy="1311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5114547">
              <a:off x="1640387" y="429262"/>
              <a:ext cx="440001" cy="152788"/>
            </a:xfrm>
            <a:prstGeom prst="ellipse">
              <a:avLst/>
            </a:prstGeom>
            <a:gradFill>
              <a:gsLst>
                <a:gs pos="0">
                  <a:srgbClr val="000000">
                    <a:alpha val="11924"/>
                  </a:srgbClr>
                </a:gs>
                <a:gs pos="14286">
                  <a:srgbClr val="000000">
                    <a:alpha val="11015"/>
                  </a:srgbClr>
                </a:gs>
                <a:gs pos="28571">
                  <a:srgbClr val="000000">
                    <a:alpha val="8663"/>
                  </a:srgbClr>
                </a:gs>
                <a:gs pos="42857">
                  <a:srgbClr val="000000">
                    <a:alpha val="5770"/>
                  </a:srgbClr>
                </a:gs>
                <a:gs pos="57143">
                  <a:srgbClr val="000000">
                    <a:alpha val="3240"/>
                  </a:srgbClr>
                </a:gs>
                <a:gs pos="71429">
                  <a:srgbClr val="000000">
                    <a:alpha val="1530"/>
                  </a:srgbClr>
                </a:gs>
                <a:gs pos="85714">
                  <a:srgbClr val="000000">
                    <a:alpha val="608"/>
                  </a:srgbClr>
                </a:gs>
                <a:gs pos="100000">
                  <a:srgbClr val="0000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-10722503">
              <a:off x="840746" y="1065088"/>
              <a:ext cx="734480" cy="399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10796965">
              <a:off x="1717995" y="159807"/>
              <a:ext cx="870836" cy="364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400000">
              <a:off x="2660757" y="1011750"/>
              <a:ext cx="57072" cy="57072"/>
            </a:xfrm>
            <a:prstGeom prst="ellipse">
              <a:avLst/>
            </a:prstGeom>
            <a:gradFill>
              <a:gsLst>
                <a:gs pos="0">
                  <a:srgbClr val="606060">
                    <a:alpha val="14625"/>
                  </a:srgbClr>
                </a:gs>
                <a:gs pos="14286">
                  <a:srgbClr val="606060">
                    <a:alpha val="13526"/>
                  </a:srgbClr>
                </a:gs>
                <a:gs pos="28571">
                  <a:srgbClr val="606060">
                    <a:alpha val="10671"/>
                  </a:srgbClr>
                </a:gs>
                <a:gs pos="42857">
                  <a:srgbClr val="606060">
                    <a:alpha val="7134"/>
                  </a:srgbClr>
                </a:gs>
                <a:gs pos="57143">
                  <a:srgbClr val="606060">
                    <a:alpha val="4018"/>
                  </a:srgbClr>
                </a:gs>
                <a:gs pos="71429">
                  <a:srgbClr val="606060">
                    <a:alpha val="1901"/>
                  </a:srgbClr>
                </a:gs>
                <a:gs pos="85714">
                  <a:srgbClr val="606060">
                    <a:alpha val="756"/>
                  </a:srgbClr>
                </a:gs>
                <a:gs pos="100000">
                  <a:srgbClr val="606060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5051482">
              <a:off x="2223588" y="651070"/>
              <a:ext cx="608038" cy="334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10084948">
              <a:off x="1766925" y="516697"/>
              <a:ext cx="469193" cy="41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72824">
              <a:off x="1213953" y="1048243"/>
              <a:ext cx="200140" cy="253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9382500">
              <a:off x="1661593" y="497793"/>
              <a:ext cx="183699" cy="1290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9499269">
              <a:off x="-106941" y="674009"/>
              <a:ext cx="512913" cy="334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-9962664">
              <a:off x="-74201" y="89769"/>
              <a:ext cx="567146" cy="264243"/>
            </a:xfrm>
            <a:prstGeom prst="ellipse">
              <a:avLst/>
            </a:prstGeom>
            <a:gradFill>
              <a:gsLst>
                <a:gs pos="0">
                  <a:srgbClr val="191813">
                    <a:alpha val="32968"/>
                  </a:srgbClr>
                </a:gs>
                <a:gs pos="14286">
                  <a:srgbClr val="191813">
                    <a:alpha val="30764"/>
                  </a:srgbClr>
                </a:gs>
                <a:gs pos="28571">
                  <a:srgbClr val="191813">
                    <a:alpha val="24833"/>
                  </a:srgbClr>
                </a:gs>
                <a:gs pos="42857">
                  <a:srgbClr val="191813">
                    <a:alpha val="17075"/>
                  </a:srgbClr>
                </a:gs>
                <a:gs pos="57143">
                  <a:srgbClr val="191813">
                    <a:alpha val="9855"/>
                  </a:srgbClr>
                </a:gs>
                <a:gs pos="71429">
                  <a:srgbClr val="191813">
                    <a:alpha val="4740"/>
                  </a:srgbClr>
                </a:gs>
                <a:gs pos="85714">
                  <a:srgbClr val="191813">
                    <a:alpha val="1902"/>
                  </a:srgbClr>
                </a:gs>
                <a:gs pos="100000">
                  <a:srgbClr val="1918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-8224770">
              <a:off x="-48134" y="639511"/>
              <a:ext cx="268697" cy="439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10670384">
              <a:off x="2879430" y="500319"/>
              <a:ext cx="837533" cy="318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9956210">
              <a:off x="617284" y="167443"/>
              <a:ext cx="770212" cy="86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9482184">
              <a:off x="1877648" y="662306"/>
              <a:ext cx="289383" cy="140537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5615390">
              <a:off x="3135529" y="552374"/>
              <a:ext cx="52790" cy="13198"/>
            </a:xfrm>
            <a:prstGeom prst="ellipse">
              <a:avLst/>
            </a:prstGeom>
            <a:gradFill>
              <a:gsLst>
                <a:gs pos="0">
                  <a:srgbClr val="F1F1F1">
                    <a:alpha val="19693"/>
                  </a:srgbClr>
                </a:gs>
                <a:gs pos="14286">
                  <a:srgbClr val="F1F1F1">
                    <a:alpha val="18256"/>
                  </a:srgbClr>
                </a:gs>
                <a:gs pos="28571">
                  <a:srgbClr val="F1F1F1">
                    <a:alpha val="14488"/>
                  </a:srgbClr>
                </a:gs>
                <a:gs pos="42857">
                  <a:srgbClr val="F1F1F1">
                    <a:alpha val="9757"/>
                  </a:srgbClr>
                </a:gs>
                <a:gs pos="57143">
                  <a:srgbClr val="F1F1F1">
                    <a:alpha val="5530"/>
                  </a:srgbClr>
                </a:gs>
                <a:gs pos="71429">
                  <a:srgbClr val="F1F1F1">
                    <a:alpha val="2628"/>
                  </a:srgbClr>
                </a:gs>
                <a:gs pos="85714">
                  <a:srgbClr val="F1F1F1">
                    <a:alpha val="1047"/>
                  </a:srgbClr>
                </a:gs>
                <a:gs pos="100000">
                  <a:srgbClr val="F1F1F1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5883353">
              <a:off x="1326248" y="673837"/>
              <a:ext cx="204122" cy="1165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-10736818">
              <a:off x="1042870" y="845579"/>
              <a:ext cx="800698" cy="305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-10752473">
              <a:off x="1685759" y="907961"/>
              <a:ext cx="606567" cy="392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-10674571">
              <a:off x="1090841" y="1737006"/>
              <a:ext cx="569623" cy="269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157544">
              <a:off x="437044" y="195824"/>
              <a:ext cx="215119" cy="427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541505">
              <a:off x="1179534" y="1043447"/>
              <a:ext cx="194995" cy="298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10760849">
              <a:off x="1992058" y="1083848"/>
              <a:ext cx="902530" cy="352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3313132">
              <a:off x="-38937" y="184275"/>
              <a:ext cx="433855" cy="485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10525440">
              <a:off x="243407" y="1690673"/>
              <a:ext cx="618067" cy="273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-10499893">
              <a:off x="775089" y="1168589"/>
              <a:ext cx="434662" cy="66711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-8214657">
              <a:off x="1099810" y="1046794"/>
              <a:ext cx="253536" cy="45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3765284">
              <a:off x="1817506" y="146146"/>
              <a:ext cx="297954" cy="1429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10715748">
              <a:off x="309948" y="452170"/>
              <a:ext cx="753191" cy="1642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10643998">
              <a:off x="229683" y="766184"/>
              <a:ext cx="310247" cy="177501"/>
            </a:xfrm>
            <a:prstGeom prst="ellipse">
              <a:avLst/>
            </a:prstGeom>
            <a:gradFill>
              <a:gsLst>
                <a:gs pos="0">
                  <a:srgbClr val="323131">
                    <a:alpha val="31968"/>
                  </a:srgbClr>
                </a:gs>
                <a:gs pos="14286">
                  <a:srgbClr val="323131">
                    <a:alpha val="29815"/>
                  </a:srgbClr>
                </a:gs>
                <a:gs pos="28571">
                  <a:srgbClr val="323131">
                    <a:alpha val="24034"/>
                  </a:srgbClr>
                </a:gs>
                <a:gs pos="42857">
                  <a:srgbClr val="323131">
                    <a:alpha val="16498"/>
                  </a:srgbClr>
                </a:gs>
                <a:gs pos="57143">
                  <a:srgbClr val="323131">
                    <a:alpha val="9508"/>
                  </a:srgbClr>
                </a:gs>
                <a:gs pos="71429">
                  <a:srgbClr val="323131">
                    <a:alpha val="4569"/>
                  </a:srgbClr>
                </a:gs>
                <a:gs pos="85714">
                  <a:srgbClr val="323131">
                    <a:alpha val="1832"/>
                  </a:srgbClr>
                </a:gs>
                <a:gs pos="100000">
                  <a:srgbClr val="323131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5395101">
              <a:off x="2017967" y="180581"/>
              <a:ext cx="429093" cy="438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7501239">
              <a:off x="2280569" y="1058933"/>
              <a:ext cx="206695" cy="343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10668218">
              <a:off x="309337" y="804728"/>
              <a:ext cx="546887" cy="150514"/>
            </a:xfrm>
            <a:prstGeom prst="ellipse">
              <a:avLst/>
            </a:prstGeom>
            <a:gradFill>
              <a:gsLst>
                <a:gs pos="0">
                  <a:srgbClr val="444444">
                    <a:alpha val="32968"/>
                  </a:srgbClr>
                </a:gs>
                <a:gs pos="14286">
                  <a:srgbClr val="444444">
                    <a:alpha val="30764"/>
                  </a:srgbClr>
                </a:gs>
                <a:gs pos="28571">
                  <a:srgbClr val="444444">
                    <a:alpha val="24833"/>
                  </a:srgbClr>
                </a:gs>
                <a:gs pos="42857">
                  <a:srgbClr val="444444">
                    <a:alpha val="17075"/>
                  </a:srgbClr>
                </a:gs>
                <a:gs pos="57143">
                  <a:srgbClr val="444444">
                    <a:alpha val="9855"/>
                  </a:srgbClr>
                </a:gs>
                <a:gs pos="71429">
                  <a:srgbClr val="444444">
                    <a:alpha val="4740"/>
                  </a:srgbClr>
                </a:gs>
                <a:gs pos="85714">
                  <a:srgbClr val="444444">
                    <a:alpha val="1902"/>
                  </a:srgbClr>
                </a:gs>
                <a:gs pos="100000">
                  <a:srgbClr val="4444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-9893335">
              <a:off x="1597349" y="931911"/>
              <a:ext cx="489661" cy="99947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4859817">
              <a:off x="1994457" y="509227"/>
              <a:ext cx="170624" cy="1104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9844124">
              <a:off x="1750688" y="184631"/>
              <a:ext cx="602591" cy="492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-10562031">
              <a:off x="-113226" y="1137149"/>
              <a:ext cx="517586" cy="22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567883">
              <a:off x="601907" y="1092458"/>
              <a:ext cx="443596" cy="856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5225273">
              <a:off x="1257229" y="973204"/>
              <a:ext cx="695942" cy="17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-10769888">
              <a:off x="1351120" y="340481"/>
              <a:ext cx="596098" cy="286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-10171151">
              <a:off x="3356632" y="633731"/>
              <a:ext cx="313518" cy="103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5324420">
              <a:off x="1956917" y="1726230"/>
              <a:ext cx="219808" cy="24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-10685957">
              <a:off x="554238" y="1175396"/>
              <a:ext cx="705323" cy="265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10780197">
              <a:off x="1334570" y="834906"/>
              <a:ext cx="512842" cy="18677"/>
            </a:xfrm>
            <a:prstGeom prst="ellipse">
              <a:avLst/>
            </a:prstGeom>
            <a:gradFill>
              <a:gsLst>
                <a:gs pos="0">
                  <a:srgbClr val="FFFFFF">
                    <a:alpha val="31204"/>
                  </a:srgbClr>
                </a:gs>
                <a:gs pos="14286">
                  <a:srgbClr val="FFFFFF">
                    <a:alpha val="29091"/>
                  </a:srgbClr>
                </a:gs>
                <a:gs pos="28571">
                  <a:srgbClr val="FFFFFF">
                    <a:alpha val="23426"/>
                  </a:srgbClr>
                </a:gs>
                <a:gs pos="42857">
                  <a:srgbClr val="FFFFFF">
                    <a:alpha val="16061"/>
                  </a:srgbClr>
                </a:gs>
                <a:gs pos="57143">
                  <a:srgbClr val="FFFFFF">
                    <a:alpha val="9245"/>
                  </a:srgbClr>
                </a:gs>
                <a:gs pos="71429">
                  <a:srgbClr val="FFFFFF">
                    <a:alpha val="4439"/>
                  </a:srgbClr>
                </a:gs>
                <a:gs pos="85714">
                  <a:srgbClr val="FFFFFF">
                    <a:alpha val="1780"/>
                  </a:srgbClr>
                </a:gs>
                <a:gs pos="100000">
                  <a:srgbClr val="FFFFFF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6729897">
              <a:off x="1115980" y="1212971"/>
              <a:ext cx="206104" cy="353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-10277725">
              <a:off x="2729180" y="685224"/>
              <a:ext cx="524529" cy="107318"/>
            </a:xfrm>
            <a:prstGeom prst="ellipse">
              <a:avLst/>
            </a:prstGeom>
            <a:gradFill>
              <a:gsLst>
                <a:gs pos="0">
                  <a:srgbClr val="000000">
                    <a:alpha val="27279"/>
                  </a:srgbClr>
                </a:gs>
                <a:gs pos="14286">
                  <a:srgbClr val="000000">
                    <a:alpha val="25381"/>
                  </a:srgbClr>
                </a:gs>
                <a:gs pos="28571">
                  <a:srgbClr val="000000">
                    <a:alpha val="20334"/>
                  </a:srgbClr>
                </a:gs>
                <a:gs pos="42857">
                  <a:srgbClr val="000000">
                    <a:alpha val="13852"/>
                  </a:srgbClr>
                </a:gs>
                <a:gs pos="57143">
                  <a:srgbClr val="000000">
                    <a:alpha val="7930"/>
                  </a:srgbClr>
                </a:gs>
                <a:gs pos="71429">
                  <a:srgbClr val="000000">
                    <a:alpha val="3794"/>
                  </a:srgbClr>
                </a:gs>
                <a:gs pos="85714">
                  <a:srgbClr val="000000">
                    <a:alpha val="1518"/>
                  </a:srgbClr>
                </a:gs>
                <a:gs pos="100000">
                  <a:srgbClr val="000000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10504005">
              <a:off x="3374432" y="636221"/>
              <a:ext cx="239946" cy="373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5553392">
              <a:off x="219000" y="203757"/>
              <a:ext cx="300799" cy="44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10745959">
              <a:off x="2563836" y="669793"/>
              <a:ext cx="188329" cy="244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5763741">
              <a:off x="915659" y="997952"/>
              <a:ext cx="171209" cy="117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10796131">
              <a:off x="2150482" y="589246"/>
              <a:ext cx="609293" cy="286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6081967">
              <a:off x="2103449" y="508055"/>
              <a:ext cx="435253" cy="487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9355408">
              <a:off x="947799" y="821059"/>
              <a:ext cx="340921" cy="115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5142883">
              <a:off x="1453872" y="227046"/>
              <a:ext cx="387493" cy="302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10197776">
              <a:off x="1436022" y="976932"/>
              <a:ext cx="309437" cy="507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6835607">
              <a:off x="992178" y="507077"/>
              <a:ext cx="128868" cy="465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503593">
              <a:off x="1136739" y="532559"/>
              <a:ext cx="387750" cy="338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5191999">
              <a:off x="3152655" y="825196"/>
              <a:ext cx="324880" cy="571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4515154">
              <a:off x="1933915" y="186877"/>
              <a:ext cx="531857" cy="417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10249417">
              <a:off x="2397181" y="843568"/>
              <a:ext cx="251519" cy="90163"/>
            </a:xfrm>
            <a:prstGeom prst="ellipse">
              <a:avLst/>
            </a:prstGeom>
            <a:gradFill>
              <a:gsLst>
                <a:gs pos="0">
                  <a:srgbClr val="000000">
                    <a:alpha val="26974"/>
                  </a:srgbClr>
                </a:gs>
                <a:gs pos="14286">
                  <a:srgbClr val="000000">
                    <a:alpha val="25094"/>
                  </a:srgbClr>
                </a:gs>
                <a:gs pos="28571">
                  <a:srgbClr val="000000">
                    <a:alpha val="20096"/>
                  </a:srgbClr>
                </a:gs>
                <a:gs pos="42857">
                  <a:srgbClr val="000000">
                    <a:alpha val="13683"/>
                  </a:srgbClr>
                </a:gs>
                <a:gs pos="57143">
                  <a:srgbClr val="000000">
                    <a:alpha val="7830"/>
                  </a:srgbClr>
                </a:gs>
                <a:gs pos="71429">
                  <a:srgbClr val="000000">
                    <a:alpha val="3745"/>
                  </a:srgbClr>
                </a:gs>
                <a:gs pos="85714">
                  <a:srgbClr val="000000">
                    <a:alpha val="1498"/>
                  </a:srgbClr>
                </a:gs>
                <a:gs pos="100000">
                  <a:srgbClr val="000000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6774599">
              <a:off x="2634109" y="525822"/>
              <a:ext cx="155802" cy="391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-10540489">
              <a:off x="879554" y="505452"/>
              <a:ext cx="440130" cy="125853"/>
            </a:xfrm>
            <a:prstGeom prst="ellipse">
              <a:avLst/>
            </a:prstGeom>
            <a:gradFill>
              <a:gsLst>
                <a:gs pos="0">
                  <a:srgbClr val="000000">
                    <a:alpha val="28481"/>
                  </a:srgbClr>
                </a:gs>
                <a:gs pos="14286">
                  <a:srgbClr val="000000">
                    <a:alpha val="26515"/>
                  </a:srgbClr>
                </a:gs>
                <a:gs pos="28571">
                  <a:srgbClr val="000000">
                    <a:alpha val="21275"/>
                  </a:srgbClr>
                </a:gs>
                <a:gs pos="42857">
                  <a:srgbClr val="000000">
                    <a:alpha val="14522"/>
                  </a:srgbClr>
                </a:gs>
                <a:gs pos="57143">
                  <a:srgbClr val="000000">
                    <a:alpha val="8327"/>
                  </a:srgbClr>
                </a:gs>
                <a:gs pos="71429">
                  <a:srgbClr val="000000">
                    <a:alpha val="3988"/>
                  </a:srgbClr>
                </a:gs>
                <a:gs pos="85714">
                  <a:srgbClr val="000000">
                    <a:alpha val="1596"/>
                  </a:srgbClr>
                </a:gs>
                <a:gs pos="100000">
                  <a:srgbClr val="0000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-10768431">
              <a:off x="814132" y="673146"/>
              <a:ext cx="664435" cy="28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2831044">
              <a:off x="1653987" y="1728710"/>
              <a:ext cx="505832" cy="29030"/>
            </a:xfrm>
            <a:prstGeom prst="ellipse">
              <a:avLst/>
            </a:prstGeom>
            <a:gradFill>
              <a:gsLst>
                <a:gs pos="0">
                  <a:srgbClr val="838381">
                    <a:alpha val="25295"/>
                  </a:srgbClr>
                </a:gs>
                <a:gs pos="14286">
                  <a:srgbClr val="838381">
                    <a:alpha val="23512"/>
                  </a:srgbClr>
                </a:gs>
                <a:gs pos="28571">
                  <a:srgbClr val="838381">
                    <a:alpha val="18789"/>
                  </a:srgbClr>
                </a:gs>
                <a:gs pos="42857">
                  <a:srgbClr val="838381">
                    <a:alpha val="12760"/>
                  </a:srgbClr>
                </a:gs>
                <a:gs pos="57143">
                  <a:srgbClr val="838381">
                    <a:alpha val="7285"/>
                  </a:srgbClr>
                </a:gs>
                <a:gs pos="71429">
                  <a:srgbClr val="838381">
                    <a:alpha val="3479"/>
                  </a:srgbClr>
                </a:gs>
                <a:gs pos="85714">
                  <a:srgbClr val="838381">
                    <a:alpha val="1390"/>
                  </a:srgbClr>
                </a:gs>
                <a:gs pos="100000">
                  <a:srgbClr val="838381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-10763045">
              <a:off x="1620724" y="829312"/>
              <a:ext cx="691686" cy="391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10711812">
              <a:off x="2127792" y="683903"/>
              <a:ext cx="381141" cy="286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-10788475">
              <a:off x="2289537" y="760047"/>
              <a:ext cx="666339" cy="332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-10380026">
              <a:off x="-48328" y="1102172"/>
              <a:ext cx="396121" cy="13434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4902863">
              <a:off x="2139401" y="200754"/>
              <a:ext cx="532578" cy="504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6327675">
              <a:off x="385367" y="184378"/>
              <a:ext cx="182098" cy="397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9426276">
              <a:off x="2121206" y="446989"/>
              <a:ext cx="247410" cy="182346"/>
            </a:xfrm>
            <a:prstGeom prst="ellipse">
              <a:avLst/>
            </a:prstGeom>
            <a:gradFill>
              <a:gsLst>
                <a:gs pos="0">
                  <a:srgbClr val="000009">
                    <a:alpha val="7871"/>
                  </a:srgbClr>
                </a:gs>
                <a:gs pos="14286">
                  <a:srgbClr val="000009">
                    <a:alpha val="7258"/>
                  </a:srgbClr>
                </a:gs>
                <a:gs pos="28571">
                  <a:srgbClr val="000009">
                    <a:alpha val="5682"/>
                  </a:srgbClr>
                </a:gs>
                <a:gs pos="42857">
                  <a:srgbClr val="000009">
                    <a:alpha val="3765"/>
                  </a:srgbClr>
                </a:gs>
                <a:gs pos="57143">
                  <a:srgbClr val="000009">
                    <a:alpha val="2104"/>
                  </a:srgbClr>
                </a:gs>
                <a:gs pos="71429">
                  <a:srgbClr val="000009">
                    <a:alpha val="990"/>
                  </a:srgbClr>
                </a:gs>
                <a:gs pos="85714">
                  <a:srgbClr val="000009">
                    <a:alpha val="393"/>
                  </a:srgbClr>
                </a:gs>
                <a:gs pos="100000">
                  <a:srgbClr val="000009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10773988">
              <a:off x="571517" y="240013"/>
              <a:ext cx="879035" cy="467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4558260">
              <a:off x="3031022" y="863329"/>
              <a:ext cx="464294" cy="454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-9864760">
              <a:off x="3322739" y="672755"/>
              <a:ext cx="387496" cy="373836"/>
            </a:xfrm>
            <a:prstGeom prst="ellipse">
              <a:avLst/>
            </a:prstGeom>
            <a:gradFill>
              <a:gsLst>
                <a:gs pos="0">
                  <a:srgbClr val="000400">
                    <a:alpha val="10682"/>
                  </a:srgbClr>
                </a:gs>
                <a:gs pos="14286">
                  <a:srgbClr val="000400">
                    <a:alpha val="9862"/>
                  </a:srgbClr>
                </a:gs>
                <a:gs pos="28571">
                  <a:srgbClr val="000400">
                    <a:alpha val="7746"/>
                  </a:srgbClr>
                </a:gs>
                <a:gs pos="42857">
                  <a:srgbClr val="000400">
                    <a:alpha val="5151"/>
                  </a:srgbClr>
                </a:gs>
                <a:gs pos="57143">
                  <a:srgbClr val="000400">
                    <a:alpha val="2888"/>
                  </a:srgbClr>
                </a:gs>
                <a:gs pos="71429">
                  <a:srgbClr val="000400">
                    <a:alpha val="1362"/>
                  </a:srgbClr>
                </a:gs>
                <a:gs pos="85714">
                  <a:srgbClr val="000400">
                    <a:alpha val="541"/>
                  </a:srgbClr>
                </a:gs>
                <a:gs pos="100000">
                  <a:srgbClr val="0004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5589799">
              <a:off x="1821088" y="712862"/>
              <a:ext cx="212307" cy="345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-9717585">
              <a:off x="866043" y="988318"/>
              <a:ext cx="669676" cy="100622"/>
            </a:xfrm>
            <a:prstGeom prst="ellipse">
              <a:avLst/>
            </a:prstGeom>
            <a:gradFill>
              <a:gsLst>
                <a:gs pos="0">
                  <a:srgbClr val="000000">
                    <a:alpha val="28037"/>
                  </a:srgbClr>
                </a:gs>
                <a:gs pos="14286">
                  <a:srgbClr val="000000">
                    <a:alpha val="26096"/>
                  </a:srgbClr>
                </a:gs>
                <a:gs pos="28571">
                  <a:srgbClr val="000000">
                    <a:alpha val="20927"/>
                  </a:srgbClr>
                </a:gs>
                <a:gs pos="42857">
                  <a:srgbClr val="000000">
                    <a:alpha val="14274"/>
                  </a:srgbClr>
                </a:gs>
                <a:gs pos="57143">
                  <a:srgbClr val="000000">
                    <a:alpha val="8180"/>
                  </a:srgbClr>
                </a:gs>
                <a:gs pos="71429">
                  <a:srgbClr val="000000">
                    <a:alpha val="3916"/>
                  </a:srgbClr>
                </a:gs>
                <a:gs pos="85714">
                  <a:srgbClr val="000000">
                    <a:alpha val="1567"/>
                  </a:srgbClr>
                </a:gs>
                <a:gs pos="100000">
                  <a:srgbClr val="00000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9666357">
              <a:off x="-3146" y="172125"/>
              <a:ext cx="547605" cy="434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9828302">
              <a:off x="1439575" y="1666893"/>
              <a:ext cx="477743" cy="143077"/>
            </a:xfrm>
            <a:prstGeom prst="ellipse">
              <a:avLst/>
            </a:prstGeom>
            <a:gradFill>
              <a:gsLst>
                <a:gs pos="0">
                  <a:srgbClr val="000000">
                    <a:alpha val="27164"/>
                  </a:srgbClr>
                </a:gs>
                <a:gs pos="14286">
                  <a:srgbClr val="000000">
                    <a:alpha val="25273"/>
                  </a:srgbClr>
                </a:gs>
                <a:gs pos="28571">
                  <a:srgbClr val="000000">
                    <a:alpha val="20244"/>
                  </a:srgbClr>
                </a:gs>
                <a:gs pos="42857">
                  <a:srgbClr val="000000">
                    <a:alpha val="13789"/>
                  </a:srgbClr>
                </a:gs>
                <a:gs pos="57143">
                  <a:srgbClr val="000000">
                    <a:alpha val="7892"/>
                  </a:srgbClr>
                </a:gs>
                <a:gs pos="71429">
                  <a:srgbClr val="000000">
                    <a:alpha val="3775"/>
                  </a:srgbClr>
                </a:gs>
                <a:gs pos="85714">
                  <a:srgbClr val="000000">
                    <a:alpha val="1510"/>
                  </a:srgbClr>
                </a:gs>
                <a:gs pos="100000">
                  <a:srgbClr val="000000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9293224">
              <a:off x="2646136" y="1049436"/>
              <a:ext cx="626456" cy="326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10548788">
              <a:off x="2085409" y="677415"/>
              <a:ext cx="538077" cy="7288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7354508">
              <a:off x="1345126" y="761960"/>
              <a:ext cx="389190" cy="236043"/>
            </a:xfrm>
            <a:prstGeom prst="ellipse">
              <a:avLst/>
            </a:prstGeom>
            <a:gradFill>
              <a:gsLst>
                <a:gs pos="0">
                  <a:srgbClr val="000000">
                    <a:alpha val="7634"/>
                  </a:srgbClr>
                </a:gs>
                <a:gs pos="14286">
                  <a:srgbClr val="000000">
                    <a:alpha val="7039"/>
                  </a:srgbClr>
                </a:gs>
                <a:gs pos="28571">
                  <a:srgbClr val="000000">
                    <a:alpha val="5509"/>
                  </a:srgbClr>
                </a:gs>
                <a:gs pos="42857">
                  <a:srgbClr val="000000">
                    <a:alpha val="3649"/>
                  </a:srgbClr>
                </a:gs>
                <a:gs pos="57143">
                  <a:srgbClr val="000000">
                    <a:alpha val="2039"/>
                  </a:srgbClr>
                </a:gs>
                <a:gs pos="71429">
                  <a:srgbClr val="000000">
                    <a:alpha val="959"/>
                  </a:srgbClr>
                </a:gs>
                <a:gs pos="85714">
                  <a:srgbClr val="000000">
                    <a:alpha val="381"/>
                  </a:srgbClr>
                </a:gs>
                <a:gs pos="100000">
                  <a:srgbClr val="000000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8887623">
              <a:off x="1861208" y="836533"/>
              <a:ext cx="224597" cy="1159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-10582845">
              <a:off x="187751" y="1156544"/>
              <a:ext cx="645677" cy="345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400000">
              <a:off x="1711345" y="1004951"/>
              <a:ext cx="63390" cy="63390"/>
            </a:xfrm>
            <a:prstGeom prst="ellipse">
              <a:avLst/>
            </a:prstGeom>
            <a:gradFill>
              <a:gsLst>
                <a:gs pos="0">
                  <a:srgbClr val="636363">
                    <a:alpha val="12930"/>
                  </a:srgbClr>
                </a:gs>
                <a:gs pos="14286">
                  <a:srgbClr val="636363">
                    <a:alpha val="11949"/>
                  </a:srgbClr>
                </a:gs>
                <a:gs pos="28571">
                  <a:srgbClr val="636363">
                    <a:alpha val="9408"/>
                  </a:srgbClr>
                </a:gs>
                <a:gs pos="42857">
                  <a:srgbClr val="636363">
                    <a:alpha val="6276"/>
                  </a:srgbClr>
                </a:gs>
                <a:gs pos="57143">
                  <a:srgbClr val="636363">
                    <a:alpha val="3527"/>
                  </a:srgbClr>
                </a:gs>
                <a:gs pos="71429">
                  <a:srgbClr val="636363">
                    <a:alpha val="1667"/>
                  </a:srgbClr>
                </a:gs>
                <a:gs pos="85714">
                  <a:srgbClr val="636363">
                    <a:alpha val="663"/>
                  </a:srgbClr>
                </a:gs>
                <a:gs pos="100000">
                  <a:srgbClr val="636363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5400000">
              <a:off x="3450364" y="529522"/>
              <a:ext cx="50586" cy="50586"/>
            </a:xfrm>
            <a:prstGeom prst="ellipse">
              <a:avLst/>
            </a:prstGeom>
            <a:gradFill>
              <a:gsLst>
                <a:gs pos="0">
                  <a:srgbClr val="FAFAFA">
                    <a:alpha val="16331"/>
                  </a:srgbClr>
                </a:gs>
                <a:gs pos="14286">
                  <a:srgbClr val="FAFAFA">
                    <a:alpha val="15116"/>
                  </a:srgbClr>
                </a:gs>
                <a:gs pos="28571">
                  <a:srgbClr val="FAFAFA">
                    <a:alpha val="11948"/>
                  </a:srgbClr>
                </a:gs>
                <a:gs pos="42857">
                  <a:srgbClr val="FAFAFA">
                    <a:alpha val="8007"/>
                  </a:srgbClr>
                </a:gs>
                <a:gs pos="57143">
                  <a:srgbClr val="FAFAFA">
                    <a:alpha val="4519"/>
                  </a:srgbClr>
                </a:gs>
                <a:gs pos="71429">
                  <a:srgbClr val="FAFAFA">
                    <a:alpha val="2142"/>
                  </a:srgbClr>
                </a:gs>
                <a:gs pos="85714">
                  <a:srgbClr val="FAFAFA">
                    <a:alpha val="852"/>
                  </a:srgbClr>
                </a:gs>
                <a:gs pos="100000">
                  <a:srgbClr val="FAFAFA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5471717">
              <a:off x="1922227" y="540805"/>
              <a:ext cx="166442" cy="339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5397187">
              <a:off x="1962995" y="716331"/>
              <a:ext cx="294360" cy="375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10210482">
              <a:off x="217894" y="277294"/>
              <a:ext cx="221313" cy="489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10791439">
              <a:off x="891224" y="501036"/>
              <a:ext cx="694318" cy="34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10215277">
              <a:off x="1672116" y="994749"/>
              <a:ext cx="468081" cy="148062"/>
            </a:xfrm>
            <a:prstGeom prst="ellipse">
              <a:avLst/>
            </a:prstGeom>
            <a:gradFill>
              <a:gsLst>
                <a:gs pos="0">
                  <a:srgbClr val="000000">
                    <a:alpha val="17779"/>
                  </a:srgbClr>
                </a:gs>
                <a:gs pos="14286">
                  <a:srgbClr val="000000">
                    <a:alpha val="16467"/>
                  </a:srgbClr>
                </a:gs>
                <a:gs pos="28571">
                  <a:srgbClr val="000000">
                    <a:alpha val="13038"/>
                  </a:srgbClr>
                </a:gs>
                <a:gs pos="42857">
                  <a:srgbClr val="000000">
                    <a:alpha val="8756"/>
                  </a:srgbClr>
                </a:gs>
                <a:gs pos="57143">
                  <a:srgbClr val="000000">
                    <a:alpha val="4951"/>
                  </a:srgbClr>
                </a:gs>
                <a:gs pos="71429">
                  <a:srgbClr val="000000">
                    <a:alpha val="2349"/>
                  </a:srgbClr>
                </a:gs>
                <a:gs pos="85714">
                  <a:srgbClr val="000000">
                    <a:alpha val="935"/>
                  </a:srgbClr>
                </a:gs>
                <a:gs pos="100000">
                  <a:srgbClr val="00000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450405">
              <a:off x="1146534" y="177945"/>
              <a:ext cx="367375" cy="424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985655">
              <a:off x="3201734" y="635604"/>
              <a:ext cx="457810" cy="587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7555850">
              <a:off x="2660783" y="853447"/>
              <a:ext cx="238288" cy="1078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-8469195">
              <a:off x="821023" y="691860"/>
              <a:ext cx="353412" cy="43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8774654">
              <a:off x="2006242" y="721695"/>
              <a:ext cx="295875" cy="480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5391102">
              <a:off x="2084743" y="769773"/>
              <a:ext cx="332040" cy="232971"/>
            </a:xfrm>
            <a:prstGeom prst="ellipse">
              <a:avLst/>
            </a:prstGeom>
            <a:gradFill>
              <a:gsLst>
                <a:gs pos="0">
                  <a:srgbClr val="000000">
                    <a:alpha val="9210"/>
                  </a:srgbClr>
                </a:gs>
                <a:gs pos="14286">
                  <a:srgbClr val="000000">
                    <a:alpha val="8498"/>
                  </a:srgbClr>
                </a:gs>
                <a:gs pos="28571">
                  <a:srgbClr val="000000">
                    <a:alpha val="6663"/>
                  </a:srgbClr>
                </a:gs>
                <a:gs pos="42857">
                  <a:srgbClr val="000000">
                    <a:alpha val="4422"/>
                  </a:srgbClr>
                </a:gs>
                <a:gs pos="57143">
                  <a:srgbClr val="000000">
                    <a:alpha val="2475"/>
                  </a:srgbClr>
                </a:gs>
                <a:gs pos="71429">
                  <a:srgbClr val="000000">
                    <a:alpha val="1166"/>
                  </a:srgbClr>
                </a:gs>
                <a:gs pos="85714">
                  <a:srgbClr val="000000">
                    <a:alpha val="463"/>
                  </a:srgbClr>
                </a:gs>
                <a:gs pos="100000">
                  <a:srgbClr val="00000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-10483156">
              <a:off x="6003" y="106606"/>
              <a:ext cx="188920" cy="529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5541916">
              <a:off x="1763431" y="211788"/>
              <a:ext cx="211298" cy="389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10129064">
              <a:off x="1090868" y="858129"/>
              <a:ext cx="426757" cy="500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-10740700">
              <a:off x="993160" y="903092"/>
              <a:ext cx="747015" cy="324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5025672">
              <a:off x="2269992" y="921372"/>
              <a:ext cx="419155" cy="168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8248969">
              <a:off x="1260946" y="496080"/>
              <a:ext cx="225937" cy="716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10093666">
              <a:off x="1829921" y="1698893"/>
              <a:ext cx="308748" cy="1056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7108480">
              <a:off x="2084881" y="882850"/>
              <a:ext cx="251609" cy="364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5326046">
              <a:off x="2264155" y="870213"/>
              <a:ext cx="336174" cy="351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5753900">
              <a:off x="1910457" y="1617352"/>
              <a:ext cx="756370" cy="373902"/>
            </a:xfrm>
            <a:prstGeom prst="ellipse">
              <a:avLst/>
            </a:prstGeom>
            <a:gradFill>
              <a:gsLst>
                <a:gs pos="0">
                  <a:srgbClr val="FFFFFF">
                    <a:alpha val="12116"/>
                  </a:srgbClr>
                </a:gs>
                <a:gs pos="14286">
                  <a:srgbClr val="FFFFFF">
                    <a:alpha val="11193"/>
                  </a:srgbClr>
                </a:gs>
                <a:gs pos="28571">
                  <a:srgbClr val="FFFFFF">
                    <a:alpha val="8805"/>
                  </a:srgbClr>
                </a:gs>
                <a:gs pos="42857">
                  <a:srgbClr val="FFFFFF">
                    <a:alpha val="5866"/>
                  </a:srgbClr>
                </a:gs>
                <a:gs pos="57143">
                  <a:srgbClr val="FFFFFF">
                    <a:alpha val="3294"/>
                  </a:srgbClr>
                </a:gs>
                <a:gs pos="71429">
                  <a:srgbClr val="FFFFFF">
                    <a:alpha val="1556"/>
                  </a:srgbClr>
                </a:gs>
                <a:gs pos="85714">
                  <a:srgbClr val="FFFFFF">
                    <a:alpha val="618"/>
                  </a:srgbClr>
                </a:gs>
                <a:gs pos="100000">
                  <a:srgbClr val="FFFFFF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-10351554">
              <a:off x="382906" y="980758"/>
              <a:ext cx="667731" cy="138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-10547756">
              <a:off x="173580" y="1127003"/>
              <a:ext cx="555471" cy="15933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8339359">
              <a:off x="3140041" y="958501"/>
              <a:ext cx="655083" cy="488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965912">
              <a:off x="2350557" y="795837"/>
              <a:ext cx="585301" cy="302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10135693">
              <a:off x="808565" y="153578"/>
              <a:ext cx="663570" cy="1121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-8461809">
              <a:off x="2336062" y="529850"/>
              <a:ext cx="383033" cy="416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5630294">
              <a:off x="2463131" y="858335"/>
              <a:ext cx="381671" cy="33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4936167">
              <a:off x="3008381" y="949556"/>
              <a:ext cx="730890" cy="392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5400000">
              <a:off x="3045609" y="668862"/>
              <a:ext cx="56425" cy="56425"/>
            </a:xfrm>
            <a:prstGeom prst="ellipse">
              <a:avLst/>
            </a:prstGeom>
            <a:gradFill>
              <a:gsLst>
                <a:gs pos="0">
                  <a:srgbClr val="848484">
                    <a:alpha val="14797"/>
                  </a:srgbClr>
                </a:gs>
                <a:gs pos="14286">
                  <a:srgbClr val="848484">
                    <a:alpha val="13686"/>
                  </a:srgbClr>
                </a:gs>
                <a:gs pos="28571">
                  <a:srgbClr val="848484">
                    <a:alpha val="10799"/>
                  </a:srgbClr>
                </a:gs>
                <a:gs pos="42857">
                  <a:srgbClr val="848484">
                    <a:alpha val="7222"/>
                  </a:srgbClr>
                </a:gs>
                <a:gs pos="57143">
                  <a:srgbClr val="848484">
                    <a:alpha val="4068"/>
                  </a:srgbClr>
                </a:gs>
                <a:gs pos="71429">
                  <a:srgbClr val="848484">
                    <a:alpha val="1925"/>
                  </a:srgbClr>
                </a:gs>
                <a:gs pos="85714">
                  <a:srgbClr val="848484">
                    <a:alpha val="766"/>
                  </a:srgbClr>
                </a:gs>
                <a:gs pos="100000">
                  <a:srgbClr val="848484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400000">
              <a:off x="1818715" y="498771"/>
              <a:ext cx="52849" cy="52849"/>
            </a:xfrm>
            <a:prstGeom prst="ellipse">
              <a:avLst/>
            </a:prstGeom>
            <a:gradFill>
              <a:gsLst>
                <a:gs pos="0">
                  <a:srgbClr val="D5D5D5">
                    <a:alpha val="15740"/>
                  </a:srgbClr>
                </a:gs>
                <a:gs pos="14286">
                  <a:srgbClr val="D5D5D5">
                    <a:alpha val="14565"/>
                  </a:srgbClr>
                </a:gs>
                <a:gs pos="28571">
                  <a:srgbClr val="D5D5D5">
                    <a:alpha val="11505"/>
                  </a:srgbClr>
                </a:gs>
                <a:gs pos="42857">
                  <a:srgbClr val="D5D5D5">
                    <a:alpha val="7704"/>
                  </a:srgbClr>
                </a:gs>
                <a:gs pos="57143">
                  <a:srgbClr val="D5D5D5">
                    <a:alpha val="4345"/>
                  </a:srgbClr>
                </a:gs>
                <a:gs pos="71429">
                  <a:srgbClr val="D5D5D5">
                    <a:alpha val="2058"/>
                  </a:srgbClr>
                </a:gs>
                <a:gs pos="85714">
                  <a:srgbClr val="D5D5D5">
                    <a:alpha val="819"/>
                  </a:srgbClr>
                </a:gs>
                <a:gs pos="100000">
                  <a:srgbClr val="D5D5D5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9549788">
              <a:off x="400509" y="1027329"/>
              <a:ext cx="374980" cy="577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4729788">
              <a:off x="1711545" y="695528"/>
              <a:ext cx="330529" cy="108817"/>
            </a:xfrm>
            <a:prstGeom prst="ellipse">
              <a:avLst/>
            </a:prstGeom>
            <a:gradFill>
              <a:gsLst>
                <a:gs pos="0">
                  <a:srgbClr val="101400">
                    <a:alpha val="32968"/>
                  </a:srgbClr>
                </a:gs>
                <a:gs pos="14286">
                  <a:srgbClr val="101400">
                    <a:alpha val="30764"/>
                  </a:srgbClr>
                </a:gs>
                <a:gs pos="28571">
                  <a:srgbClr val="101400">
                    <a:alpha val="24833"/>
                  </a:srgbClr>
                </a:gs>
                <a:gs pos="42857">
                  <a:srgbClr val="101400">
                    <a:alpha val="17075"/>
                  </a:srgbClr>
                </a:gs>
                <a:gs pos="57143">
                  <a:srgbClr val="101400">
                    <a:alpha val="9855"/>
                  </a:srgbClr>
                </a:gs>
                <a:gs pos="71429">
                  <a:srgbClr val="101400">
                    <a:alpha val="4740"/>
                  </a:srgbClr>
                </a:gs>
                <a:gs pos="85714">
                  <a:srgbClr val="101400">
                    <a:alpha val="1902"/>
                  </a:srgbClr>
                </a:gs>
                <a:gs pos="100000">
                  <a:srgbClr val="10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10768004">
              <a:off x="2260867" y="258096"/>
              <a:ext cx="667267" cy="287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10672311">
              <a:off x="2783255" y="892686"/>
              <a:ext cx="405740" cy="518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400000">
              <a:off x="1763241" y="509344"/>
              <a:ext cx="54692" cy="54692"/>
            </a:xfrm>
            <a:prstGeom prst="ellipse">
              <a:avLst/>
            </a:prstGeom>
            <a:gradFill>
              <a:gsLst>
                <a:gs pos="0">
                  <a:srgbClr val="CACACA">
                    <a:alpha val="15255"/>
                  </a:srgbClr>
                </a:gs>
                <a:gs pos="14286">
                  <a:srgbClr val="CACACA">
                    <a:alpha val="14113"/>
                  </a:srgbClr>
                </a:gs>
                <a:gs pos="28571">
                  <a:srgbClr val="CACACA">
                    <a:alpha val="11142"/>
                  </a:srgbClr>
                </a:gs>
                <a:gs pos="42857">
                  <a:srgbClr val="CACACA">
                    <a:alpha val="7456"/>
                  </a:srgbClr>
                </a:gs>
                <a:gs pos="57143">
                  <a:srgbClr val="CACACA">
                    <a:alpha val="4202"/>
                  </a:srgbClr>
                </a:gs>
                <a:gs pos="71429">
                  <a:srgbClr val="CACACA">
                    <a:alpha val="1990"/>
                  </a:srgbClr>
                </a:gs>
                <a:gs pos="85714">
                  <a:srgbClr val="CACACA">
                    <a:alpha val="792"/>
                  </a:srgbClr>
                </a:gs>
                <a:gs pos="100000">
                  <a:srgbClr val="CACACA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10739902">
              <a:off x="471257" y="807549"/>
              <a:ext cx="646022" cy="14434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545568">
              <a:off x="218143" y="202991"/>
              <a:ext cx="302538" cy="449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10392449">
              <a:off x="-135546" y="744555"/>
              <a:ext cx="509216" cy="305177"/>
            </a:xfrm>
            <a:prstGeom prst="ellipse">
              <a:avLst/>
            </a:prstGeom>
            <a:gradFill>
              <a:gsLst>
                <a:gs pos="0">
                  <a:srgbClr val="000407">
                    <a:alpha val="32968"/>
                  </a:srgbClr>
                </a:gs>
                <a:gs pos="14286">
                  <a:srgbClr val="000407">
                    <a:alpha val="30764"/>
                  </a:srgbClr>
                </a:gs>
                <a:gs pos="28571">
                  <a:srgbClr val="000407">
                    <a:alpha val="24833"/>
                  </a:srgbClr>
                </a:gs>
                <a:gs pos="42857">
                  <a:srgbClr val="000407">
                    <a:alpha val="17075"/>
                  </a:srgbClr>
                </a:gs>
                <a:gs pos="57143">
                  <a:srgbClr val="000407">
                    <a:alpha val="9855"/>
                  </a:srgbClr>
                </a:gs>
                <a:gs pos="71429">
                  <a:srgbClr val="000407">
                    <a:alpha val="4740"/>
                  </a:srgbClr>
                </a:gs>
                <a:gs pos="85714">
                  <a:srgbClr val="000407">
                    <a:alpha val="1902"/>
                  </a:srgbClr>
                </a:gs>
                <a:gs pos="100000">
                  <a:srgbClr val="0004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5400000">
              <a:off x="1533422" y="874777"/>
              <a:ext cx="53800" cy="53800"/>
            </a:xfrm>
            <a:prstGeom prst="ellipse">
              <a:avLst/>
            </a:prstGeom>
            <a:gradFill>
              <a:gsLst>
                <a:gs pos="0">
                  <a:srgbClr val="C6C6C6">
                    <a:alpha val="15490"/>
                  </a:srgbClr>
                </a:gs>
                <a:gs pos="14286">
                  <a:srgbClr val="C6C6C6">
                    <a:alpha val="14332"/>
                  </a:srgbClr>
                </a:gs>
                <a:gs pos="28571">
                  <a:srgbClr val="C6C6C6">
                    <a:alpha val="11318"/>
                  </a:srgbClr>
                </a:gs>
                <a:gs pos="42857">
                  <a:srgbClr val="C6C6C6">
                    <a:alpha val="7576"/>
                  </a:srgbClr>
                </a:gs>
                <a:gs pos="57143">
                  <a:srgbClr val="C6C6C6">
                    <a:alpha val="4271"/>
                  </a:srgbClr>
                </a:gs>
                <a:gs pos="71429">
                  <a:srgbClr val="C6C6C6">
                    <a:alpha val="2023"/>
                  </a:srgbClr>
                </a:gs>
                <a:gs pos="85714">
                  <a:srgbClr val="C6C6C6">
                    <a:alpha val="805"/>
                  </a:srgbClr>
                </a:gs>
                <a:gs pos="100000">
                  <a:srgbClr val="C6C6C6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-10717453">
              <a:off x="278875" y="998779"/>
              <a:ext cx="853890" cy="32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-10772428">
              <a:off x="1370162" y="507473"/>
              <a:ext cx="848030" cy="30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4075587">
              <a:off x="1075600" y="1204309"/>
              <a:ext cx="235566" cy="405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8414351">
              <a:off x="729522" y="994287"/>
              <a:ext cx="322524" cy="116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5312219">
              <a:off x="2306778" y="201011"/>
              <a:ext cx="416518" cy="414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9465077">
              <a:off x="3243140" y="683642"/>
              <a:ext cx="291516" cy="312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5331829">
              <a:off x="-33227" y="492194"/>
              <a:ext cx="196171" cy="348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10767481">
              <a:off x="1209265" y="250594"/>
              <a:ext cx="688972" cy="313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5400000">
              <a:off x="1401899" y="546409"/>
              <a:ext cx="56040" cy="56040"/>
            </a:xfrm>
            <a:prstGeom prst="ellipse">
              <a:avLst/>
            </a:prstGeom>
            <a:gradFill>
              <a:gsLst>
                <a:gs pos="0">
                  <a:srgbClr val="CACACA">
                    <a:alpha val="14899"/>
                  </a:srgbClr>
                </a:gs>
                <a:gs pos="14286">
                  <a:srgbClr val="CACACA">
                    <a:alpha val="13781"/>
                  </a:srgbClr>
                </a:gs>
                <a:gs pos="28571">
                  <a:srgbClr val="CACACA">
                    <a:alpha val="10875"/>
                  </a:srgbClr>
                </a:gs>
                <a:gs pos="42857">
                  <a:srgbClr val="CACACA">
                    <a:alpha val="7274"/>
                  </a:srgbClr>
                </a:gs>
                <a:gs pos="57143">
                  <a:srgbClr val="CACACA">
                    <a:alpha val="4098"/>
                  </a:srgbClr>
                </a:gs>
                <a:gs pos="71429">
                  <a:srgbClr val="CACACA">
                    <a:alpha val="1940"/>
                  </a:srgbClr>
                </a:gs>
                <a:gs pos="85714">
                  <a:srgbClr val="CACACA">
                    <a:alpha val="772"/>
                  </a:srgbClr>
                </a:gs>
                <a:gs pos="100000">
                  <a:srgbClr val="CACACA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5271638">
              <a:off x="441648" y="1014525"/>
              <a:ext cx="205717" cy="35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-9874313">
              <a:off x="700948" y="683694"/>
              <a:ext cx="682024" cy="44261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8299220">
              <a:off x="2268987" y="876426"/>
              <a:ext cx="436535" cy="405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6770313">
              <a:off x="688028" y="1595405"/>
              <a:ext cx="203820" cy="1858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3118625">
              <a:off x="1531354" y="1573723"/>
              <a:ext cx="596405" cy="443095"/>
            </a:xfrm>
            <a:prstGeom prst="ellipse">
              <a:avLst/>
            </a:prstGeom>
            <a:gradFill>
              <a:gsLst>
                <a:gs pos="0">
                  <a:srgbClr val="000000">
                    <a:alpha val="12770"/>
                  </a:srgbClr>
                </a:gs>
                <a:gs pos="14286">
                  <a:srgbClr val="000000">
                    <a:alpha val="11801"/>
                  </a:srgbClr>
                </a:gs>
                <a:gs pos="28571">
                  <a:srgbClr val="000000">
                    <a:alpha val="9290"/>
                  </a:srgbClr>
                </a:gs>
                <a:gs pos="42857">
                  <a:srgbClr val="000000">
                    <a:alpha val="6195"/>
                  </a:srgbClr>
                </a:gs>
                <a:gs pos="57143">
                  <a:srgbClr val="000000">
                    <a:alpha val="3482"/>
                  </a:srgbClr>
                </a:gs>
                <a:gs pos="71429">
                  <a:srgbClr val="000000">
                    <a:alpha val="1645"/>
                  </a:srgbClr>
                </a:gs>
                <a:gs pos="85714">
                  <a:srgbClr val="000000">
                    <a:alpha val="654"/>
                  </a:srgbClr>
                </a:gs>
                <a:gs pos="100000">
                  <a:srgbClr val="000000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6106900">
              <a:off x="770490" y="201015"/>
              <a:ext cx="268037" cy="361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2845829">
              <a:off x="818308" y="507017"/>
              <a:ext cx="246632" cy="69308"/>
            </a:xfrm>
            <a:prstGeom prst="ellipse">
              <a:avLst/>
            </a:prstGeom>
            <a:gradFill>
              <a:gsLst>
                <a:gs pos="0">
                  <a:srgbClr val="000001">
                    <a:alpha val="32835"/>
                  </a:srgbClr>
                </a:gs>
                <a:gs pos="14286">
                  <a:srgbClr val="000001">
                    <a:alpha val="30637"/>
                  </a:srgbClr>
                </a:gs>
                <a:gs pos="28571">
                  <a:srgbClr val="000001">
                    <a:alpha val="24726"/>
                  </a:srgbClr>
                </a:gs>
                <a:gs pos="42857">
                  <a:srgbClr val="000001">
                    <a:alpha val="16998"/>
                  </a:srgbClr>
                </a:gs>
                <a:gs pos="57143">
                  <a:srgbClr val="000001">
                    <a:alpha val="9808"/>
                  </a:srgbClr>
                </a:gs>
                <a:gs pos="71429">
                  <a:srgbClr val="000001">
                    <a:alpha val="4717"/>
                  </a:srgbClr>
                </a:gs>
                <a:gs pos="85714">
                  <a:srgbClr val="000001">
                    <a:alpha val="1893"/>
                  </a:srgbClr>
                </a:gs>
                <a:gs pos="100000">
                  <a:srgbClr val="000001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9843597">
              <a:off x="2104095" y="471706"/>
              <a:ext cx="278764" cy="170897"/>
            </a:xfrm>
            <a:prstGeom prst="ellipse">
              <a:avLst/>
            </a:prstGeom>
            <a:gradFill>
              <a:gsLst>
                <a:gs pos="0">
                  <a:srgbClr val="000007">
                    <a:alpha val="32968"/>
                  </a:srgbClr>
                </a:gs>
                <a:gs pos="14286">
                  <a:srgbClr val="000007">
                    <a:alpha val="30764"/>
                  </a:srgbClr>
                </a:gs>
                <a:gs pos="28571">
                  <a:srgbClr val="000007">
                    <a:alpha val="24833"/>
                  </a:srgbClr>
                </a:gs>
                <a:gs pos="42857">
                  <a:srgbClr val="000007">
                    <a:alpha val="17075"/>
                  </a:srgbClr>
                </a:gs>
                <a:gs pos="57143">
                  <a:srgbClr val="000007">
                    <a:alpha val="9855"/>
                  </a:srgbClr>
                </a:gs>
                <a:gs pos="71429">
                  <a:srgbClr val="000007">
                    <a:alpha val="4740"/>
                  </a:srgbClr>
                </a:gs>
                <a:gs pos="85714">
                  <a:srgbClr val="000007">
                    <a:alpha val="1902"/>
                  </a:srgbClr>
                </a:gs>
                <a:gs pos="100000">
                  <a:srgbClr val="00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9968335">
              <a:off x="102693" y="1139586"/>
              <a:ext cx="572815" cy="116846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10764266">
              <a:off x="-77692" y="237809"/>
              <a:ext cx="798479" cy="42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7776701">
              <a:off x="3114140" y="475919"/>
              <a:ext cx="532837" cy="503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5460242">
              <a:off x="1978855" y="213079"/>
              <a:ext cx="252969" cy="444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5400000">
              <a:off x="2468794" y="834523"/>
              <a:ext cx="59829" cy="59829"/>
            </a:xfrm>
            <a:prstGeom prst="ellipse">
              <a:avLst/>
            </a:prstGeom>
            <a:gradFill>
              <a:gsLst>
                <a:gs pos="0">
                  <a:srgbClr val="E9E9E9">
                    <a:alpha val="13890"/>
                  </a:srgbClr>
                </a:gs>
                <a:gs pos="14286">
                  <a:srgbClr val="E9E9E9">
                    <a:alpha val="12842"/>
                  </a:srgbClr>
                </a:gs>
                <a:gs pos="28571">
                  <a:srgbClr val="E9E9E9">
                    <a:alpha val="10122"/>
                  </a:srgbClr>
                </a:gs>
                <a:gs pos="42857">
                  <a:srgbClr val="E9E9E9">
                    <a:alpha val="6761"/>
                  </a:srgbClr>
                </a:gs>
                <a:gs pos="57143">
                  <a:srgbClr val="E9E9E9">
                    <a:alpha val="3804"/>
                  </a:srgbClr>
                </a:gs>
                <a:gs pos="71429">
                  <a:srgbClr val="E9E9E9">
                    <a:alpha val="1799"/>
                  </a:srgbClr>
                </a:gs>
                <a:gs pos="85714">
                  <a:srgbClr val="E9E9E9">
                    <a:alpha val="715"/>
                  </a:srgbClr>
                </a:gs>
                <a:gs pos="100000">
                  <a:srgbClr val="E9E9E9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400000">
              <a:off x="2208009" y="817765"/>
              <a:ext cx="59295" cy="59295"/>
            </a:xfrm>
            <a:prstGeom prst="ellipse">
              <a:avLst/>
            </a:prstGeom>
            <a:gradFill>
              <a:gsLst>
                <a:gs pos="0">
                  <a:srgbClr val="E7E7E7">
                    <a:alpha val="14033"/>
                  </a:srgbClr>
                </a:gs>
                <a:gs pos="14286">
                  <a:srgbClr val="E7E7E7">
                    <a:alpha val="12975"/>
                  </a:srgbClr>
                </a:gs>
                <a:gs pos="28571">
                  <a:srgbClr val="E7E7E7">
                    <a:alpha val="10229"/>
                  </a:srgbClr>
                </a:gs>
                <a:gs pos="42857">
                  <a:srgbClr val="E7E7E7">
                    <a:alpha val="6833"/>
                  </a:srgbClr>
                </a:gs>
                <a:gs pos="57143">
                  <a:srgbClr val="E7E7E7">
                    <a:alpha val="3846"/>
                  </a:srgbClr>
                </a:gs>
                <a:gs pos="71429">
                  <a:srgbClr val="E7E7E7">
                    <a:alpha val="1819"/>
                  </a:srgbClr>
                </a:gs>
                <a:gs pos="85714">
                  <a:srgbClr val="E7E7E7">
                    <a:alpha val="723"/>
                  </a:srgbClr>
                </a:gs>
                <a:gs pos="100000">
                  <a:srgbClr val="E7E7E7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10623018">
              <a:off x="663966" y="1677231"/>
              <a:ext cx="722231" cy="37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-9238956">
              <a:off x="2747979" y="718308"/>
              <a:ext cx="375753" cy="420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9749653">
              <a:off x="1837403" y="692367"/>
              <a:ext cx="378555" cy="56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4302725">
              <a:off x="3163104" y="946954"/>
              <a:ext cx="667450" cy="315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10562238">
              <a:off x="3009368" y="993552"/>
              <a:ext cx="728146" cy="28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10784924">
              <a:off x="1124119" y="468266"/>
              <a:ext cx="256710" cy="158052"/>
            </a:xfrm>
            <a:prstGeom prst="ellipse">
              <a:avLst/>
            </a:prstGeom>
            <a:gradFill>
              <a:gsLst>
                <a:gs pos="0">
                  <a:srgbClr val="000000">
                    <a:alpha val="23946"/>
                  </a:srgbClr>
                </a:gs>
                <a:gs pos="14286">
                  <a:srgbClr val="000000">
                    <a:alpha val="22243"/>
                  </a:srgbClr>
                </a:gs>
                <a:gs pos="28571">
                  <a:srgbClr val="000000">
                    <a:alpha val="17745"/>
                  </a:srgbClr>
                </a:gs>
                <a:gs pos="42857">
                  <a:srgbClr val="000000">
                    <a:alpha val="12026"/>
                  </a:srgbClr>
                </a:gs>
                <a:gs pos="57143">
                  <a:srgbClr val="000000">
                    <a:alpha val="6854"/>
                  </a:srgbClr>
                </a:gs>
                <a:gs pos="71429">
                  <a:srgbClr val="000000">
                    <a:alpha val="3269"/>
                  </a:srgbClr>
                </a:gs>
                <a:gs pos="85714">
                  <a:srgbClr val="000000">
                    <a:alpha val="1306"/>
                  </a:srgbClr>
                </a:gs>
                <a:gs pos="100000">
                  <a:srgbClr val="000000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10680881">
              <a:off x="2552299" y="1075081"/>
              <a:ext cx="901183" cy="252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-10701900">
              <a:off x="1165016" y="1190047"/>
              <a:ext cx="647885" cy="32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5463968">
              <a:off x="532402" y="716071"/>
              <a:ext cx="692498" cy="339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10632398">
              <a:off x="-22706" y="648434"/>
              <a:ext cx="393977" cy="104628"/>
            </a:xfrm>
            <a:prstGeom prst="ellipse">
              <a:avLst/>
            </a:prstGeom>
            <a:gradFill>
              <a:gsLst>
                <a:gs pos="0">
                  <a:srgbClr val="000002">
                    <a:alpha val="26816"/>
                  </a:srgbClr>
                </a:gs>
                <a:gs pos="14286">
                  <a:srgbClr val="000002">
                    <a:alpha val="24945"/>
                  </a:srgbClr>
                </a:gs>
                <a:gs pos="28571">
                  <a:srgbClr val="000002">
                    <a:alpha val="19972"/>
                  </a:srgbClr>
                </a:gs>
                <a:gs pos="42857">
                  <a:srgbClr val="000002">
                    <a:alpha val="13596"/>
                  </a:srgbClr>
                </a:gs>
                <a:gs pos="57143">
                  <a:srgbClr val="000002">
                    <a:alpha val="7778"/>
                  </a:srgbClr>
                </a:gs>
                <a:gs pos="71429">
                  <a:srgbClr val="000002">
                    <a:alpha val="3719"/>
                  </a:srgbClr>
                </a:gs>
                <a:gs pos="85714">
                  <a:srgbClr val="000002">
                    <a:alpha val="1488"/>
                  </a:srgbClr>
                </a:gs>
                <a:gs pos="100000">
                  <a:srgbClr val="000002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10782990">
              <a:off x="3062897" y="848009"/>
              <a:ext cx="644897" cy="291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364067">
              <a:off x="1929221" y="213887"/>
              <a:ext cx="352453" cy="41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8260770">
              <a:off x="441875" y="233213"/>
              <a:ext cx="176597" cy="437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6056022">
              <a:off x="2648293" y="594602"/>
              <a:ext cx="781911" cy="1016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400000">
              <a:off x="651351" y="171636"/>
              <a:ext cx="62412" cy="62412"/>
            </a:xfrm>
            <a:prstGeom prst="ellipse">
              <a:avLst/>
            </a:prstGeom>
            <a:gradFill>
              <a:gsLst>
                <a:gs pos="0">
                  <a:srgbClr val="B7B7B7">
                    <a:alpha val="13195"/>
                  </a:srgbClr>
                </a:gs>
                <a:gs pos="14286">
                  <a:srgbClr val="B7B7B7">
                    <a:alpha val="12196"/>
                  </a:srgbClr>
                </a:gs>
                <a:gs pos="28571">
                  <a:srgbClr val="B7B7B7">
                    <a:alpha val="9605"/>
                  </a:srgbClr>
                </a:gs>
                <a:gs pos="42857">
                  <a:srgbClr val="B7B7B7">
                    <a:alpha val="6409"/>
                  </a:srgbClr>
                </a:gs>
                <a:gs pos="57143">
                  <a:srgbClr val="B7B7B7">
                    <a:alpha val="3604"/>
                  </a:srgbClr>
                </a:gs>
                <a:gs pos="71429">
                  <a:srgbClr val="B7B7B7">
                    <a:alpha val="1703"/>
                  </a:srgbClr>
                </a:gs>
                <a:gs pos="85714">
                  <a:srgbClr val="B7B7B7">
                    <a:alpha val="677"/>
                  </a:srgbClr>
                </a:gs>
                <a:gs pos="100000">
                  <a:srgbClr val="B7B7B7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10274883">
              <a:off x="363715" y="594545"/>
              <a:ext cx="588818" cy="235782"/>
            </a:xfrm>
            <a:prstGeom prst="ellipse">
              <a:avLst/>
            </a:prstGeom>
            <a:gradFill>
              <a:gsLst>
                <a:gs pos="0">
                  <a:srgbClr val="040002">
                    <a:alpha val="32968"/>
                  </a:srgbClr>
                </a:gs>
                <a:gs pos="14286">
                  <a:srgbClr val="040002">
                    <a:alpha val="30764"/>
                  </a:srgbClr>
                </a:gs>
                <a:gs pos="28571">
                  <a:srgbClr val="040002">
                    <a:alpha val="24833"/>
                  </a:srgbClr>
                </a:gs>
                <a:gs pos="42857">
                  <a:srgbClr val="040002">
                    <a:alpha val="17075"/>
                  </a:srgbClr>
                </a:gs>
                <a:gs pos="57143">
                  <a:srgbClr val="040002">
                    <a:alpha val="9855"/>
                  </a:srgbClr>
                </a:gs>
                <a:gs pos="71429">
                  <a:srgbClr val="040002">
                    <a:alpha val="4740"/>
                  </a:srgbClr>
                </a:gs>
                <a:gs pos="85714">
                  <a:srgbClr val="040002">
                    <a:alpha val="1902"/>
                  </a:srgbClr>
                </a:gs>
                <a:gs pos="100000">
                  <a:srgbClr val="04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682525">
              <a:off x="462959" y="187925"/>
              <a:ext cx="259309" cy="47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3109656">
              <a:off x="1820418" y="1010924"/>
              <a:ext cx="706273" cy="341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-10676925">
              <a:off x="-135429" y="709762"/>
              <a:ext cx="777803" cy="292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6314235">
              <a:off x="-17604" y="889649"/>
              <a:ext cx="465732" cy="1329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400000">
              <a:off x="375700" y="824975"/>
              <a:ext cx="63101" cy="63101"/>
            </a:xfrm>
            <a:prstGeom prst="ellipse">
              <a:avLst/>
            </a:prstGeom>
            <a:gradFill>
              <a:gsLst>
                <a:gs pos="0">
                  <a:srgbClr val="8E8E8E">
                    <a:alpha val="13008"/>
                  </a:srgbClr>
                </a:gs>
                <a:gs pos="14286">
                  <a:srgbClr val="8E8E8E">
                    <a:alpha val="12022"/>
                  </a:srgbClr>
                </a:gs>
                <a:gs pos="28571">
                  <a:srgbClr val="8E8E8E">
                    <a:alpha val="9467"/>
                  </a:srgbClr>
                </a:gs>
                <a:gs pos="42857">
                  <a:srgbClr val="8E8E8E">
                    <a:alpha val="6315"/>
                  </a:srgbClr>
                </a:gs>
                <a:gs pos="57143">
                  <a:srgbClr val="8E8E8E">
                    <a:alpha val="3550"/>
                  </a:srgbClr>
                </a:gs>
                <a:gs pos="71429">
                  <a:srgbClr val="8E8E8E">
                    <a:alpha val="1678"/>
                  </a:srgbClr>
                </a:gs>
                <a:gs pos="85714">
                  <a:srgbClr val="8E8E8E">
                    <a:alpha val="667"/>
                  </a:srgbClr>
                </a:gs>
                <a:gs pos="100000">
                  <a:srgbClr val="8E8E8E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9825539">
              <a:off x="1902485" y="674223"/>
              <a:ext cx="592385" cy="925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698631">
              <a:off x="1690891" y="1071703"/>
              <a:ext cx="276025" cy="161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6773195">
              <a:off x="2991532" y="499730"/>
              <a:ext cx="495007" cy="120049"/>
            </a:xfrm>
            <a:prstGeom prst="ellipse">
              <a:avLst/>
            </a:prstGeom>
            <a:gradFill>
              <a:gsLst>
                <a:gs pos="0">
                  <a:srgbClr val="000000">
                    <a:alpha val="8933"/>
                  </a:srgbClr>
                </a:gs>
                <a:gs pos="14286">
                  <a:srgbClr val="000000">
                    <a:alpha val="8241"/>
                  </a:srgbClr>
                </a:gs>
                <a:gs pos="28571">
                  <a:srgbClr val="000000">
                    <a:alpha val="6459"/>
                  </a:srgbClr>
                </a:gs>
                <a:gs pos="42857">
                  <a:srgbClr val="000000">
                    <a:alpha val="4285"/>
                  </a:srgbClr>
                </a:gs>
                <a:gs pos="57143">
                  <a:srgbClr val="000000">
                    <a:alpha val="2398"/>
                  </a:srgbClr>
                </a:gs>
                <a:gs pos="71429">
                  <a:srgbClr val="000000">
                    <a:alpha val="1130"/>
                  </a:srgbClr>
                </a:gs>
                <a:gs pos="85714">
                  <a:srgbClr val="000000">
                    <a:alpha val="448"/>
                  </a:srgbClr>
                </a:gs>
                <a:gs pos="100000">
                  <a:srgbClr val="000000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841029">
              <a:off x="370621" y="862010"/>
              <a:ext cx="129868" cy="276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-10770701">
              <a:off x="-48176" y="155786"/>
              <a:ext cx="914689" cy="35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10175551">
              <a:off x="284961" y="1664878"/>
              <a:ext cx="464148" cy="14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10787649">
              <a:off x="2414772" y="163243"/>
              <a:ext cx="544892" cy="380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4931674">
              <a:off x="1510536" y="539473"/>
              <a:ext cx="275058" cy="297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-8133300">
              <a:off x="3105375" y="557398"/>
              <a:ext cx="587646" cy="535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-10612199">
              <a:off x="26346" y="819117"/>
              <a:ext cx="548544" cy="326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10664307">
              <a:off x="990679" y="1636876"/>
              <a:ext cx="616364" cy="2401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9611134">
              <a:off x="511460" y="152926"/>
              <a:ext cx="206120" cy="489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325378">
              <a:off x="2460949" y="1062984"/>
              <a:ext cx="365573" cy="306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9477883">
              <a:off x="900233" y="173854"/>
              <a:ext cx="630571" cy="570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9914668">
              <a:off x="160553" y="1121689"/>
              <a:ext cx="375100" cy="205747"/>
            </a:xfrm>
            <a:prstGeom prst="ellipse">
              <a:avLst/>
            </a:prstGeom>
            <a:gradFill>
              <a:gsLst>
                <a:gs pos="0">
                  <a:srgbClr val="000004">
                    <a:alpha val="22483"/>
                  </a:srgbClr>
                </a:gs>
                <a:gs pos="14286">
                  <a:srgbClr val="000004">
                    <a:alpha val="20870"/>
                  </a:srgbClr>
                </a:gs>
                <a:gs pos="28571">
                  <a:srgbClr val="000004">
                    <a:alpha val="16619"/>
                  </a:srgbClr>
                </a:gs>
                <a:gs pos="42857">
                  <a:srgbClr val="000004">
                    <a:alpha val="11238"/>
                  </a:srgbClr>
                </a:gs>
                <a:gs pos="57143">
                  <a:srgbClr val="000004">
                    <a:alpha val="6392"/>
                  </a:srgbClr>
                </a:gs>
                <a:gs pos="71429">
                  <a:srgbClr val="000004">
                    <a:alpha val="3045"/>
                  </a:srgbClr>
                </a:gs>
                <a:gs pos="85714">
                  <a:srgbClr val="000004">
                    <a:alpha val="1215"/>
                  </a:srgbClr>
                </a:gs>
                <a:gs pos="100000">
                  <a:srgbClr val="000004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8657485">
              <a:off x="1230010" y="1014748"/>
              <a:ext cx="327397" cy="1210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8784415">
              <a:off x="352124" y="161053"/>
              <a:ext cx="276625" cy="40684"/>
            </a:xfrm>
            <a:prstGeom prst="ellipse">
              <a:avLst/>
            </a:prstGeom>
            <a:gradFill>
              <a:gsLst>
                <a:gs pos="0">
                  <a:srgbClr val="000000">
                    <a:alpha val="32256"/>
                  </a:srgbClr>
                </a:gs>
                <a:gs pos="14286">
                  <a:srgbClr val="000000">
                    <a:alpha val="30089"/>
                  </a:srgbClr>
                </a:gs>
                <a:gs pos="28571">
                  <a:srgbClr val="000000">
                    <a:alpha val="24264"/>
                  </a:srgbClr>
                </a:gs>
                <a:gs pos="42857">
                  <a:srgbClr val="000000">
                    <a:alpha val="16664"/>
                  </a:srgbClr>
                </a:gs>
                <a:gs pos="57143">
                  <a:srgbClr val="000000">
                    <a:alpha val="9608"/>
                  </a:srgbClr>
                </a:gs>
                <a:gs pos="71429">
                  <a:srgbClr val="000000">
                    <a:alpha val="4618"/>
                  </a:srgbClr>
                </a:gs>
                <a:gs pos="85714">
                  <a:srgbClr val="000000">
                    <a:alpha val="1852"/>
                  </a:srgbClr>
                </a:gs>
                <a:gs pos="100000">
                  <a:srgbClr val="00000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5348200">
              <a:off x="1973573" y="677474"/>
              <a:ext cx="442540" cy="1128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8837811">
              <a:off x="366" y="912769"/>
              <a:ext cx="314770" cy="217467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10433019">
              <a:off x="2153971" y="688637"/>
              <a:ext cx="515431" cy="109645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5937060">
              <a:off x="1707630" y="1020156"/>
              <a:ext cx="485100" cy="116043"/>
            </a:xfrm>
            <a:prstGeom prst="ellipse">
              <a:avLst/>
            </a:prstGeom>
            <a:gradFill>
              <a:gsLst>
                <a:gs pos="0">
                  <a:srgbClr val="FDFDFD">
                    <a:alpha val="29827"/>
                  </a:srgbClr>
                </a:gs>
                <a:gs pos="14286">
                  <a:srgbClr val="FDFDFD">
                    <a:alpha val="27787"/>
                  </a:srgbClr>
                </a:gs>
                <a:gs pos="28571">
                  <a:srgbClr val="FDFDFD">
                    <a:alpha val="22336"/>
                  </a:srgbClr>
                </a:gs>
                <a:gs pos="42857">
                  <a:srgbClr val="FDFDFD">
                    <a:alpha val="15278"/>
                  </a:srgbClr>
                </a:gs>
                <a:gs pos="57143">
                  <a:srgbClr val="FDFDFD">
                    <a:alpha val="8778"/>
                  </a:srgbClr>
                </a:gs>
                <a:gs pos="71429">
                  <a:srgbClr val="FDFDFD">
                    <a:alpha val="4209"/>
                  </a:srgbClr>
                </a:gs>
                <a:gs pos="85714">
                  <a:srgbClr val="FDFDFD">
                    <a:alpha val="1686"/>
                  </a:srgbClr>
                </a:gs>
                <a:gs pos="100000">
                  <a:srgbClr val="FDFDFD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9767023">
              <a:off x="530419" y="186049"/>
              <a:ext cx="419254" cy="41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-8906390">
              <a:off x="246616" y="1591501"/>
              <a:ext cx="395227" cy="126634"/>
            </a:xfrm>
            <a:prstGeom prst="ellipse">
              <a:avLst/>
            </a:prstGeom>
            <a:gradFill>
              <a:gsLst>
                <a:gs pos="0">
                  <a:srgbClr val="000000">
                    <a:alpha val="28168"/>
                  </a:srgbClr>
                </a:gs>
                <a:gs pos="14286">
                  <a:srgbClr val="000000">
                    <a:alpha val="26220"/>
                  </a:srgbClr>
                </a:gs>
                <a:gs pos="28571">
                  <a:srgbClr val="000000">
                    <a:alpha val="21030"/>
                  </a:srgbClr>
                </a:gs>
                <a:gs pos="42857">
                  <a:srgbClr val="000000">
                    <a:alpha val="14347"/>
                  </a:srgbClr>
                </a:gs>
                <a:gs pos="57143">
                  <a:srgbClr val="000000">
                    <a:alpha val="8223"/>
                  </a:srgbClr>
                </a:gs>
                <a:gs pos="71429">
                  <a:srgbClr val="000000">
                    <a:alpha val="3937"/>
                  </a:srgbClr>
                </a:gs>
                <a:gs pos="85714">
                  <a:srgbClr val="000000">
                    <a:alpha val="1576"/>
                  </a:srgbClr>
                </a:gs>
                <a:gs pos="100000">
                  <a:srgbClr val="000000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9281394">
              <a:off x="382031" y="1158893"/>
              <a:ext cx="289851" cy="935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7992794">
              <a:off x="1381877" y="1001591"/>
              <a:ext cx="394132" cy="1110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011160">
              <a:off x="2070398" y="1732714"/>
              <a:ext cx="187538" cy="295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8984229">
              <a:off x="2196227" y="206191"/>
              <a:ext cx="259832" cy="446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-9709190">
              <a:off x="321375" y="645171"/>
              <a:ext cx="354244" cy="125638"/>
            </a:xfrm>
            <a:prstGeom prst="ellipse">
              <a:avLst/>
            </a:prstGeom>
            <a:gradFill>
              <a:gsLst>
                <a:gs pos="0">
                  <a:srgbClr val="020005">
                    <a:alpha val="30862"/>
                  </a:srgbClr>
                </a:gs>
                <a:gs pos="14286">
                  <a:srgbClr val="020005">
                    <a:alpha val="28767"/>
                  </a:srgbClr>
                </a:gs>
                <a:gs pos="28571">
                  <a:srgbClr val="020005">
                    <a:alpha val="23155"/>
                  </a:srgbClr>
                </a:gs>
                <a:gs pos="42857">
                  <a:srgbClr val="020005">
                    <a:alpha val="15866"/>
                  </a:srgbClr>
                </a:gs>
                <a:gs pos="57143">
                  <a:srgbClr val="020005">
                    <a:alpha val="9129"/>
                  </a:srgbClr>
                </a:gs>
                <a:gs pos="71429">
                  <a:srgbClr val="020005">
                    <a:alpha val="4382"/>
                  </a:srgbClr>
                </a:gs>
                <a:gs pos="85714">
                  <a:srgbClr val="020005">
                    <a:alpha val="1756"/>
                  </a:srgbClr>
                </a:gs>
                <a:gs pos="100000">
                  <a:srgbClr val="020005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10532691">
              <a:off x="-77760" y="1191340"/>
              <a:ext cx="601227" cy="354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10003925">
              <a:off x="1381212" y="820056"/>
              <a:ext cx="308422" cy="141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326575">
              <a:off x="2033741" y="1018427"/>
              <a:ext cx="534870" cy="993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10222984">
              <a:off x="160811" y="458095"/>
              <a:ext cx="528750" cy="1506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8340544">
              <a:off x="1367617" y="706621"/>
              <a:ext cx="501914" cy="116139"/>
            </a:xfrm>
            <a:prstGeom prst="ellipse">
              <a:avLst/>
            </a:prstGeom>
            <a:gradFill>
              <a:gsLst>
                <a:gs pos="0">
                  <a:srgbClr val="8C8D8D">
                    <a:alpha val="19253"/>
                  </a:srgbClr>
                </a:gs>
                <a:gs pos="14286">
                  <a:srgbClr val="8C8D8D">
                    <a:alpha val="17844"/>
                  </a:srgbClr>
                </a:gs>
                <a:gs pos="28571">
                  <a:srgbClr val="8C8D8D">
                    <a:alpha val="14154"/>
                  </a:srgbClr>
                </a:gs>
                <a:gs pos="42857">
                  <a:srgbClr val="8C8D8D">
                    <a:alpha val="9525"/>
                  </a:srgbClr>
                </a:gs>
                <a:gs pos="57143">
                  <a:srgbClr val="8C8D8D">
                    <a:alpha val="5396"/>
                  </a:srgbClr>
                </a:gs>
                <a:gs pos="71429">
                  <a:srgbClr val="8C8D8D">
                    <a:alpha val="2563"/>
                  </a:srgbClr>
                </a:gs>
                <a:gs pos="85714">
                  <a:srgbClr val="8C8D8D">
                    <a:alpha val="1021"/>
                  </a:srgbClr>
                </a:gs>
                <a:gs pos="100000">
                  <a:srgbClr val="8C8D8D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9938687">
              <a:off x="118646" y="1675869"/>
              <a:ext cx="433565" cy="267762"/>
            </a:xfrm>
            <a:prstGeom prst="ellipse">
              <a:avLst/>
            </a:prstGeom>
            <a:gradFill>
              <a:gsLst>
                <a:gs pos="0">
                  <a:srgbClr val="0F0809">
                    <a:alpha val="32584"/>
                  </a:srgbClr>
                </a:gs>
                <a:gs pos="14286">
                  <a:srgbClr val="0F0809">
                    <a:alpha val="30400"/>
                  </a:srgbClr>
                </a:gs>
                <a:gs pos="28571">
                  <a:srgbClr val="0F0809">
                    <a:alpha val="24526"/>
                  </a:srgbClr>
                </a:gs>
                <a:gs pos="42857">
                  <a:srgbClr val="0F0809">
                    <a:alpha val="16853"/>
                  </a:srgbClr>
                </a:gs>
                <a:gs pos="57143">
                  <a:srgbClr val="0F0809">
                    <a:alpha val="9721"/>
                  </a:srgbClr>
                </a:gs>
                <a:gs pos="71429">
                  <a:srgbClr val="0F0809">
                    <a:alpha val="4674"/>
                  </a:srgbClr>
                </a:gs>
                <a:gs pos="85714">
                  <a:srgbClr val="0F0809">
                    <a:alpha val="1875"/>
                  </a:srgbClr>
                </a:gs>
                <a:gs pos="100000">
                  <a:srgbClr val="0F0809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10788737">
              <a:off x="1792804" y="795574"/>
              <a:ext cx="349694" cy="162770"/>
            </a:xfrm>
            <a:prstGeom prst="ellipse">
              <a:avLst/>
            </a:prstGeom>
            <a:gradFill>
              <a:gsLst>
                <a:gs pos="0">
                  <a:srgbClr val="000000">
                    <a:alpha val="16148"/>
                  </a:srgbClr>
                </a:gs>
                <a:gs pos="14286">
                  <a:srgbClr val="000000">
                    <a:alpha val="14945"/>
                  </a:srgbClr>
                </a:gs>
                <a:gs pos="28571">
                  <a:srgbClr val="000000">
                    <a:alpha val="11811"/>
                  </a:srgbClr>
                </a:gs>
                <a:gs pos="42857">
                  <a:srgbClr val="000000">
                    <a:alpha val="7913"/>
                  </a:srgbClr>
                </a:gs>
                <a:gs pos="57143">
                  <a:srgbClr val="000000">
                    <a:alpha val="4465"/>
                  </a:srgbClr>
                </a:gs>
                <a:gs pos="71429">
                  <a:srgbClr val="000000">
                    <a:alpha val="2116"/>
                  </a:srgbClr>
                </a:gs>
                <a:gs pos="85714">
                  <a:srgbClr val="000000">
                    <a:alpha val="842"/>
                  </a:srgbClr>
                </a:gs>
                <a:gs pos="100000">
                  <a:srgbClr val="0000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5424427">
              <a:off x="1593146" y="1054395"/>
              <a:ext cx="374379" cy="35531"/>
            </a:xfrm>
            <a:prstGeom prst="ellipse">
              <a:avLst/>
            </a:prstGeom>
            <a:gradFill>
              <a:gsLst>
                <a:gs pos="0">
                  <a:srgbClr val="000000">
                    <a:alpha val="32396"/>
                  </a:srgbClr>
                </a:gs>
                <a:gs pos="14286">
                  <a:srgbClr val="000000">
                    <a:alpha val="30221"/>
                  </a:srgbClr>
                </a:gs>
                <a:gs pos="28571">
                  <a:srgbClr val="000000">
                    <a:alpha val="24376"/>
                  </a:srgbClr>
                </a:gs>
                <a:gs pos="42857">
                  <a:srgbClr val="000000">
                    <a:alpha val="16745"/>
                  </a:srgbClr>
                </a:gs>
                <a:gs pos="57143">
                  <a:srgbClr val="000000">
                    <a:alpha val="9656"/>
                  </a:srgbClr>
                </a:gs>
                <a:gs pos="71429">
                  <a:srgbClr val="000000">
                    <a:alpha val="4642"/>
                  </a:srgbClr>
                </a:gs>
                <a:gs pos="85714">
                  <a:srgbClr val="000000">
                    <a:alpha val="1862"/>
                  </a:srgbClr>
                </a:gs>
                <a:gs pos="100000">
                  <a:srgbClr val="000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7982405">
              <a:off x="3041282" y="663561"/>
              <a:ext cx="266209" cy="1123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10796361">
              <a:off x="932161" y="279552"/>
              <a:ext cx="729796" cy="87853"/>
            </a:xfrm>
            <a:prstGeom prst="ellipse">
              <a:avLst/>
            </a:prstGeom>
            <a:gradFill>
              <a:gsLst>
                <a:gs pos="0">
                  <a:srgbClr val="B1B2B1">
                    <a:alpha val="32968"/>
                  </a:srgbClr>
                </a:gs>
                <a:gs pos="14286">
                  <a:srgbClr val="B1B2B1">
                    <a:alpha val="30764"/>
                  </a:srgbClr>
                </a:gs>
                <a:gs pos="28571">
                  <a:srgbClr val="B1B2B1">
                    <a:alpha val="24833"/>
                  </a:srgbClr>
                </a:gs>
                <a:gs pos="42857">
                  <a:srgbClr val="B1B2B1">
                    <a:alpha val="17075"/>
                  </a:srgbClr>
                </a:gs>
                <a:gs pos="57143">
                  <a:srgbClr val="B1B2B1">
                    <a:alpha val="9855"/>
                  </a:srgbClr>
                </a:gs>
                <a:gs pos="71429">
                  <a:srgbClr val="B1B2B1">
                    <a:alpha val="4740"/>
                  </a:srgbClr>
                </a:gs>
                <a:gs pos="85714">
                  <a:srgbClr val="B1B2B1">
                    <a:alpha val="1902"/>
                  </a:srgbClr>
                </a:gs>
                <a:gs pos="100000">
                  <a:srgbClr val="B1B2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9518871">
              <a:off x="628677" y="201318"/>
              <a:ext cx="594032" cy="50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9916236">
              <a:off x="2752545" y="846283"/>
              <a:ext cx="496591" cy="792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4053968">
              <a:off x="1805950" y="1023993"/>
              <a:ext cx="444473" cy="130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-10525392">
              <a:off x="1711339" y="477379"/>
              <a:ext cx="399495" cy="1442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5413521">
              <a:off x="2623292" y="881090"/>
              <a:ext cx="327480" cy="313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-10181220">
              <a:off x="2800689" y="845065"/>
              <a:ext cx="451781" cy="1048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9660356">
              <a:off x="2777137" y="674057"/>
              <a:ext cx="293288" cy="95434"/>
            </a:xfrm>
            <a:prstGeom prst="ellipse">
              <a:avLst/>
            </a:prstGeom>
            <a:gradFill>
              <a:gsLst>
                <a:gs pos="0">
                  <a:srgbClr val="030006">
                    <a:alpha val="32968"/>
                  </a:srgbClr>
                </a:gs>
                <a:gs pos="14286">
                  <a:srgbClr val="030006">
                    <a:alpha val="30764"/>
                  </a:srgbClr>
                </a:gs>
                <a:gs pos="28571">
                  <a:srgbClr val="030006">
                    <a:alpha val="24833"/>
                  </a:srgbClr>
                </a:gs>
                <a:gs pos="42857">
                  <a:srgbClr val="030006">
                    <a:alpha val="17075"/>
                  </a:srgbClr>
                </a:gs>
                <a:gs pos="57143">
                  <a:srgbClr val="030006">
                    <a:alpha val="9855"/>
                  </a:srgbClr>
                </a:gs>
                <a:gs pos="71429">
                  <a:srgbClr val="030006">
                    <a:alpha val="4740"/>
                  </a:srgbClr>
                </a:gs>
                <a:gs pos="85714">
                  <a:srgbClr val="030006">
                    <a:alpha val="1902"/>
                  </a:srgbClr>
                </a:gs>
                <a:gs pos="100000">
                  <a:srgbClr val="03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9480713">
              <a:off x="1228193" y="191048"/>
              <a:ext cx="745534" cy="490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2992106">
              <a:off x="99465" y="185896"/>
              <a:ext cx="365796" cy="551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319621">
              <a:off x="1141516" y="204707"/>
              <a:ext cx="233741" cy="55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-9513534">
              <a:off x="2698725" y="476872"/>
              <a:ext cx="179760" cy="150275"/>
            </a:xfrm>
            <a:prstGeom prst="ellipse">
              <a:avLst/>
            </a:prstGeom>
            <a:gradFill>
              <a:gsLst>
                <a:gs pos="0">
                  <a:srgbClr val="000000">
                    <a:alpha val="25158"/>
                  </a:srgbClr>
                </a:gs>
                <a:gs pos="14286">
                  <a:srgbClr val="000000">
                    <a:alpha val="23383"/>
                  </a:srgbClr>
                </a:gs>
                <a:gs pos="28571">
                  <a:srgbClr val="000000">
                    <a:alpha val="18682"/>
                  </a:srgbClr>
                </a:gs>
                <a:gs pos="42857">
                  <a:srgbClr val="000000">
                    <a:alpha val="12685"/>
                  </a:srgbClr>
                </a:gs>
                <a:gs pos="57143">
                  <a:srgbClr val="000000">
                    <a:alpha val="7241"/>
                  </a:srgbClr>
                </a:gs>
                <a:gs pos="71429">
                  <a:srgbClr val="000000">
                    <a:alpha val="3457"/>
                  </a:srgbClr>
                </a:gs>
                <a:gs pos="85714">
                  <a:srgbClr val="000000">
                    <a:alpha val="1382"/>
                  </a:srgbClr>
                </a:gs>
                <a:gs pos="100000">
                  <a:srgbClr val="000000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10660911">
              <a:off x="-198624" y="651617"/>
              <a:ext cx="864672" cy="342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10674364">
              <a:off x="3159488" y="776855"/>
              <a:ext cx="683230" cy="746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-10780307">
              <a:off x="1341628" y="679177"/>
              <a:ext cx="702916" cy="288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8456606">
              <a:off x="-60204" y="828108"/>
              <a:ext cx="361938" cy="522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239958">
              <a:off x="2560495" y="1069652"/>
              <a:ext cx="256457" cy="369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10540523">
              <a:off x="2028873" y="1689434"/>
              <a:ext cx="292654" cy="118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6238255">
              <a:off x="1423020" y="1702190"/>
              <a:ext cx="379404" cy="44933"/>
            </a:xfrm>
            <a:prstGeom prst="ellipse">
              <a:avLst/>
            </a:prstGeom>
            <a:gradFill>
              <a:gsLst>
                <a:gs pos="0">
                  <a:srgbClr val="000000">
                    <a:alpha val="27581"/>
                  </a:srgbClr>
                </a:gs>
                <a:gs pos="14286">
                  <a:srgbClr val="000000">
                    <a:alpha val="25666"/>
                  </a:srgbClr>
                </a:gs>
                <a:gs pos="28571">
                  <a:srgbClr val="000000">
                    <a:alpha val="20570"/>
                  </a:srgbClr>
                </a:gs>
                <a:gs pos="42857">
                  <a:srgbClr val="000000">
                    <a:alpha val="14020"/>
                  </a:srgbClr>
                </a:gs>
                <a:gs pos="57143">
                  <a:srgbClr val="000000">
                    <a:alpha val="8029"/>
                  </a:srgbClr>
                </a:gs>
                <a:gs pos="71429">
                  <a:srgbClr val="000000">
                    <a:alpha val="3842"/>
                  </a:srgbClr>
                </a:gs>
                <a:gs pos="85714">
                  <a:srgbClr val="000000">
                    <a:alpha val="1537"/>
                  </a:srgbClr>
                </a:gs>
                <a:gs pos="100000">
                  <a:srgbClr val="000000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-8890209">
              <a:off x="707522" y="628054"/>
              <a:ext cx="608707" cy="245834"/>
            </a:xfrm>
            <a:prstGeom prst="ellipse">
              <a:avLst/>
            </a:prstGeom>
            <a:gradFill>
              <a:gsLst>
                <a:gs pos="0">
                  <a:srgbClr val="000000">
                    <a:alpha val="10468"/>
                  </a:srgbClr>
                </a:gs>
                <a:gs pos="14286">
                  <a:srgbClr val="000000">
                    <a:alpha val="9664"/>
                  </a:srgbClr>
                </a:gs>
                <a:gs pos="28571">
                  <a:srgbClr val="000000">
                    <a:alpha val="7588"/>
                  </a:srgbClr>
                </a:gs>
                <a:gs pos="42857">
                  <a:srgbClr val="000000">
                    <a:alpha val="5044"/>
                  </a:srgbClr>
                </a:gs>
                <a:gs pos="57143">
                  <a:srgbClr val="000000">
                    <a:alpha val="2827"/>
                  </a:srgbClr>
                </a:gs>
                <a:gs pos="71429">
                  <a:srgbClr val="000000">
                    <a:alpha val="1334"/>
                  </a:srgbClr>
                </a:gs>
                <a:gs pos="85714">
                  <a:srgbClr val="000000">
                    <a:alpha val="529"/>
                  </a:srgbClr>
                </a:gs>
                <a:gs pos="100000">
                  <a:srgbClr val="0000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8174126">
              <a:off x="2608919" y="720199"/>
              <a:ext cx="258470" cy="421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7869861">
              <a:off x="1401413" y="840262"/>
              <a:ext cx="380918" cy="100812"/>
            </a:xfrm>
            <a:prstGeom prst="ellipse">
              <a:avLst/>
            </a:prstGeom>
            <a:gradFill>
              <a:gsLst>
                <a:gs pos="0">
                  <a:srgbClr val="000000">
                    <a:alpha val="16345"/>
                  </a:srgbClr>
                </a:gs>
                <a:gs pos="14286">
                  <a:srgbClr val="000000">
                    <a:alpha val="15129"/>
                  </a:srgbClr>
                </a:gs>
                <a:gs pos="28571">
                  <a:srgbClr val="000000">
                    <a:alpha val="11959"/>
                  </a:srgbClr>
                </a:gs>
                <a:gs pos="42857">
                  <a:srgbClr val="000000">
                    <a:alpha val="8015"/>
                  </a:srgbClr>
                </a:gs>
                <a:gs pos="57143">
                  <a:srgbClr val="000000">
                    <a:alpha val="4523"/>
                  </a:srgbClr>
                </a:gs>
                <a:gs pos="71429">
                  <a:srgbClr val="000000">
                    <a:alpha val="2143"/>
                  </a:srgbClr>
                </a:gs>
                <a:gs pos="85714">
                  <a:srgbClr val="000000">
                    <a:alpha val="853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5025755">
              <a:off x="513665" y="1190520"/>
              <a:ext cx="219804" cy="37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5448030">
              <a:off x="1152853" y="175965"/>
              <a:ext cx="354812" cy="422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-10663045">
              <a:off x="1803995" y="655750"/>
              <a:ext cx="429595" cy="120725"/>
            </a:xfrm>
            <a:prstGeom prst="ellipse">
              <a:avLst/>
            </a:prstGeom>
            <a:gradFill>
              <a:gsLst>
                <a:gs pos="0">
                  <a:srgbClr val="000000">
                    <a:alpha val="21317"/>
                  </a:srgbClr>
                </a:gs>
                <a:gs pos="14286">
                  <a:srgbClr val="000000">
                    <a:alpha val="19776"/>
                  </a:srgbClr>
                </a:gs>
                <a:gs pos="28571">
                  <a:srgbClr val="000000">
                    <a:alpha val="15726"/>
                  </a:srgbClr>
                </a:gs>
                <a:gs pos="42857">
                  <a:srgbClr val="000000">
                    <a:alpha val="10615"/>
                  </a:srgbClr>
                </a:gs>
                <a:gs pos="57143">
                  <a:srgbClr val="000000">
                    <a:alpha val="6029"/>
                  </a:srgbClr>
                </a:gs>
                <a:gs pos="71429">
                  <a:srgbClr val="000000">
                    <a:alpha val="2869"/>
                  </a:srgbClr>
                </a:gs>
                <a:gs pos="85714">
                  <a:srgbClr val="000000">
                    <a:alpha val="1144"/>
                  </a:srgbClr>
                </a:gs>
                <a:gs pos="100000">
                  <a:srgbClr val="00000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5375364">
              <a:off x="153542" y="661538"/>
              <a:ext cx="212370" cy="333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10515250">
              <a:off x="1241291" y="306469"/>
              <a:ext cx="711642" cy="144610"/>
            </a:xfrm>
            <a:prstGeom prst="ellipse">
              <a:avLst/>
            </a:prstGeom>
            <a:gradFill>
              <a:gsLst>
                <a:gs pos="0">
                  <a:srgbClr val="D2D1D2">
                    <a:alpha val="21944"/>
                  </a:srgbClr>
                </a:gs>
                <a:gs pos="14286">
                  <a:srgbClr val="D2D1D2">
                    <a:alpha val="20364"/>
                  </a:srgbClr>
                </a:gs>
                <a:gs pos="28571">
                  <a:srgbClr val="D2D1D2">
                    <a:alpha val="16205"/>
                  </a:srgbClr>
                </a:gs>
                <a:gs pos="42857">
                  <a:srgbClr val="D2D1D2">
                    <a:alpha val="10949"/>
                  </a:srgbClr>
                </a:gs>
                <a:gs pos="57143">
                  <a:srgbClr val="D2D1D2">
                    <a:alpha val="6224"/>
                  </a:srgbClr>
                </a:gs>
                <a:gs pos="71429">
                  <a:srgbClr val="D2D1D2">
                    <a:alpha val="2963"/>
                  </a:srgbClr>
                </a:gs>
                <a:gs pos="85714">
                  <a:srgbClr val="D2D1D2">
                    <a:alpha val="1182"/>
                  </a:srgbClr>
                </a:gs>
                <a:gs pos="100000">
                  <a:srgbClr val="D2D1D2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-10682055">
              <a:off x="719438" y="273174"/>
              <a:ext cx="840982" cy="84728"/>
            </a:xfrm>
            <a:prstGeom prst="ellipse">
              <a:avLst/>
            </a:prstGeom>
            <a:gradFill>
              <a:gsLst>
                <a:gs pos="0">
                  <a:srgbClr val="D4D4D4">
                    <a:alpha val="32968"/>
                  </a:srgbClr>
                </a:gs>
                <a:gs pos="14286">
                  <a:srgbClr val="D4D4D4">
                    <a:alpha val="30764"/>
                  </a:srgbClr>
                </a:gs>
                <a:gs pos="28571">
                  <a:srgbClr val="D4D4D4">
                    <a:alpha val="24833"/>
                  </a:srgbClr>
                </a:gs>
                <a:gs pos="42857">
                  <a:srgbClr val="D4D4D4">
                    <a:alpha val="17075"/>
                  </a:srgbClr>
                </a:gs>
                <a:gs pos="57143">
                  <a:srgbClr val="D4D4D4">
                    <a:alpha val="9855"/>
                  </a:srgbClr>
                </a:gs>
                <a:gs pos="71429">
                  <a:srgbClr val="D4D4D4">
                    <a:alpha val="4740"/>
                  </a:srgbClr>
                </a:gs>
                <a:gs pos="85714">
                  <a:srgbClr val="D4D4D4">
                    <a:alpha val="1902"/>
                  </a:srgbClr>
                </a:gs>
                <a:gs pos="100000">
                  <a:srgbClr val="D4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-10075152">
              <a:off x="79970" y="1042724"/>
              <a:ext cx="195105" cy="50070"/>
            </a:xfrm>
            <a:prstGeom prst="ellipse">
              <a:avLst/>
            </a:prstGeom>
            <a:gradFill>
              <a:gsLst>
                <a:gs pos="0">
                  <a:srgbClr val="C7C8C7">
                    <a:alpha val="32968"/>
                  </a:srgbClr>
                </a:gs>
                <a:gs pos="14286">
                  <a:srgbClr val="C7C8C7">
                    <a:alpha val="30764"/>
                  </a:srgbClr>
                </a:gs>
                <a:gs pos="28571">
                  <a:srgbClr val="C7C8C7">
                    <a:alpha val="24833"/>
                  </a:srgbClr>
                </a:gs>
                <a:gs pos="42857">
                  <a:srgbClr val="C7C8C7">
                    <a:alpha val="17075"/>
                  </a:srgbClr>
                </a:gs>
                <a:gs pos="57143">
                  <a:srgbClr val="C7C8C7">
                    <a:alpha val="9855"/>
                  </a:srgbClr>
                </a:gs>
                <a:gs pos="71429">
                  <a:srgbClr val="C7C8C7">
                    <a:alpha val="4740"/>
                  </a:srgbClr>
                </a:gs>
                <a:gs pos="85714">
                  <a:srgbClr val="C7C8C7">
                    <a:alpha val="1902"/>
                  </a:srgbClr>
                </a:gs>
                <a:gs pos="100000">
                  <a:srgbClr val="C7C8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5367185">
              <a:off x="2062086" y="222126"/>
              <a:ext cx="455999" cy="300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473665">
              <a:off x="1613277" y="198922"/>
              <a:ext cx="373005" cy="48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666166">
              <a:off x="847088" y="273021"/>
              <a:ext cx="677275" cy="80693"/>
            </a:xfrm>
            <a:prstGeom prst="ellipse">
              <a:avLst/>
            </a:prstGeom>
            <a:gradFill>
              <a:gsLst>
                <a:gs pos="0">
                  <a:srgbClr val="C0C1C0">
                    <a:alpha val="32968"/>
                  </a:srgbClr>
                </a:gs>
                <a:gs pos="14286">
                  <a:srgbClr val="C0C1C0">
                    <a:alpha val="30764"/>
                  </a:srgbClr>
                </a:gs>
                <a:gs pos="28571">
                  <a:srgbClr val="C0C1C0">
                    <a:alpha val="24833"/>
                  </a:srgbClr>
                </a:gs>
                <a:gs pos="42857">
                  <a:srgbClr val="C0C1C0">
                    <a:alpha val="17075"/>
                  </a:srgbClr>
                </a:gs>
                <a:gs pos="57143">
                  <a:srgbClr val="C0C1C0">
                    <a:alpha val="9855"/>
                  </a:srgbClr>
                </a:gs>
                <a:gs pos="71429">
                  <a:srgbClr val="C0C1C0">
                    <a:alpha val="4740"/>
                  </a:srgbClr>
                </a:gs>
                <a:gs pos="85714">
                  <a:srgbClr val="C0C1C0">
                    <a:alpha val="1902"/>
                  </a:srgbClr>
                </a:gs>
                <a:gs pos="100000">
                  <a:srgbClr val="C0C1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5060362">
              <a:off x="528959" y="198573"/>
              <a:ext cx="262121" cy="456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4656392">
              <a:off x="1816281" y="1048158"/>
              <a:ext cx="432164" cy="546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6972170">
              <a:off x="2075559" y="721961"/>
              <a:ext cx="391025" cy="28943"/>
            </a:xfrm>
            <a:prstGeom prst="ellipse">
              <a:avLst/>
            </a:prstGeom>
            <a:gradFill>
              <a:gsLst>
                <a:gs pos="0">
                  <a:srgbClr val="F9FAF9">
                    <a:alpha val="28744"/>
                  </a:srgbClr>
                </a:gs>
                <a:gs pos="14286">
                  <a:srgbClr val="F9FAF9">
                    <a:alpha val="26764"/>
                  </a:srgbClr>
                </a:gs>
                <a:gs pos="28571">
                  <a:srgbClr val="F9FAF9">
                    <a:alpha val="21482"/>
                  </a:srgbClr>
                </a:gs>
                <a:gs pos="42857">
                  <a:srgbClr val="F9FAF9">
                    <a:alpha val="14669"/>
                  </a:srgbClr>
                </a:gs>
                <a:gs pos="57143">
                  <a:srgbClr val="F9FAF9">
                    <a:alpha val="8415"/>
                  </a:srgbClr>
                </a:gs>
                <a:gs pos="71429">
                  <a:srgbClr val="F9FAF9">
                    <a:alpha val="4031"/>
                  </a:srgbClr>
                </a:gs>
                <a:gs pos="85714">
                  <a:srgbClr val="F9FAF9">
                    <a:alpha val="1614"/>
                  </a:srgbClr>
                </a:gs>
                <a:gs pos="100000">
                  <a:srgbClr val="F9FAF9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-10515036">
              <a:off x="433981" y="1621932"/>
              <a:ext cx="639866" cy="141671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4994037">
              <a:off x="1140553" y="860505"/>
              <a:ext cx="498075" cy="276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4830425">
              <a:off x="2672940" y="764604"/>
              <a:ext cx="761348" cy="339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-9896552">
              <a:off x="201293" y="957516"/>
              <a:ext cx="360025" cy="137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9145057">
              <a:off x="251722" y="998999"/>
              <a:ext cx="391000" cy="101994"/>
            </a:xfrm>
            <a:prstGeom prst="ellipse">
              <a:avLst/>
            </a:prstGeom>
            <a:gradFill>
              <a:gsLst>
                <a:gs pos="0">
                  <a:srgbClr val="050700">
                    <a:alpha val="31841"/>
                  </a:srgbClr>
                </a:gs>
                <a:gs pos="14286">
                  <a:srgbClr val="050700">
                    <a:alpha val="29695"/>
                  </a:srgbClr>
                </a:gs>
                <a:gs pos="28571">
                  <a:srgbClr val="050700">
                    <a:alpha val="23934"/>
                  </a:srgbClr>
                </a:gs>
                <a:gs pos="42857">
                  <a:srgbClr val="050700">
                    <a:alpha val="16426"/>
                  </a:srgbClr>
                </a:gs>
                <a:gs pos="57143">
                  <a:srgbClr val="050700">
                    <a:alpha val="9464"/>
                  </a:srgbClr>
                </a:gs>
                <a:gs pos="71429">
                  <a:srgbClr val="050700">
                    <a:alpha val="4547"/>
                  </a:srgbClr>
                </a:gs>
                <a:gs pos="85714">
                  <a:srgbClr val="050700">
                    <a:alpha val="1824"/>
                  </a:srgbClr>
                </a:gs>
                <a:gs pos="100000">
                  <a:srgbClr val="05070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10574845">
              <a:off x="31627" y="1760280"/>
              <a:ext cx="488837" cy="98941"/>
            </a:xfrm>
            <a:prstGeom prst="ellipse">
              <a:avLst/>
            </a:prstGeom>
            <a:gradFill>
              <a:gsLst>
                <a:gs pos="0">
                  <a:srgbClr val="454748">
                    <a:alpha val="32968"/>
                  </a:srgbClr>
                </a:gs>
                <a:gs pos="14286">
                  <a:srgbClr val="454748">
                    <a:alpha val="30764"/>
                  </a:srgbClr>
                </a:gs>
                <a:gs pos="28571">
                  <a:srgbClr val="454748">
                    <a:alpha val="24833"/>
                  </a:srgbClr>
                </a:gs>
                <a:gs pos="42857">
                  <a:srgbClr val="454748">
                    <a:alpha val="17075"/>
                  </a:srgbClr>
                </a:gs>
                <a:gs pos="57143">
                  <a:srgbClr val="454748">
                    <a:alpha val="9855"/>
                  </a:srgbClr>
                </a:gs>
                <a:gs pos="71429">
                  <a:srgbClr val="454748">
                    <a:alpha val="4740"/>
                  </a:srgbClr>
                </a:gs>
                <a:gs pos="85714">
                  <a:srgbClr val="454748">
                    <a:alpha val="1902"/>
                  </a:srgbClr>
                </a:gs>
                <a:gs pos="100000">
                  <a:srgbClr val="4547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5518019">
              <a:off x="285428" y="916218"/>
              <a:ext cx="517027" cy="381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8386702">
              <a:off x="7334" y="1567348"/>
              <a:ext cx="377118" cy="221389"/>
            </a:xfrm>
            <a:prstGeom prst="ellipse">
              <a:avLst/>
            </a:prstGeom>
            <a:gradFill>
              <a:gsLst>
                <a:gs pos="0">
                  <a:srgbClr val="2C2F2F">
                    <a:alpha val="31889"/>
                  </a:srgbClr>
                </a:gs>
                <a:gs pos="14286">
                  <a:srgbClr val="2C2F2F">
                    <a:alpha val="29740"/>
                  </a:srgbClr>
                </a:gs>
                <a:gs pos="28571">
                  <a:srgbClr val="2C2F2F">
                    <a:alpha val="23971"/>
                  </a:srgbClr>
                </a:gs>
                <a:gs pos="42857">
                  <a:srgbClr val="2C2F2F">
                    <a:alpha val="16453"/>
                  </a:srgbClr>
                </a:gs>
                <a:gs pos="57143">
                  <a:srgbClr val="2C2F2F">
                    <a:alpha val="9481"/>
                  </a:srgbClr>
                </a:gs>
                <a:gs pos="71429">
                  <a:srgbClr val="2C2F2F">
                    <a:alpha val="4555"/>
                  </a:srgbClr>
                </a:gs>
                <a:gs pos="85714">
                  <a:srgbClr val="2C2F2F">
                    <a:alpha val="1827"/>
                  </a:srgbClr>
                </a:gs>
                <a:gs pos="100000">
                  <a:srgbClr val="2C2F2F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9952347">
              <a:off x="-81928" y="166532"/>
              <a:ext cx="474786" cy="395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3440522">
              <a:off x="57241" y="1659379"/>
              <a:ext cx="344558" cy="557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-8197980">
              <a:off x="-146239" y="1591568"/>
              <a:ext cx="476798" cy="328744"/>
            </a:xfrm>
            <a:prstGeom prst="ellipse">
              <a:avLst/>
            </a:prstGeom>
            <a:gradFill>
              <a:gsLst>
                <a:gs pos="0">
                  <a:srgbClr val="010009">
                    <a:alpha val="32968"/>
                  </a:srgbClr>
                </a:gs>
                <a:gs pos="14286">
                  <a:srgbClr val="010009">
                    <a:alpha val="30764"/>
                  </a:srgbClr>
                </a:gs>
                <a:gs pos="28571">
                  <a:srgbClr val="010009">
                    <a:alpha val="24833"/>
                  </a:srgbClr>
                </a:gs>
                <a:gs pos="42857">
                  <a:srgbClr val="010009">
                    <a:alpha val="17075"/>
                  </a:srgbClr>
                </a:gs>
                <a:gs pos="57143">
                  <a:srgbClr val="010009">
                    <a:alpha val="9855"/>
                  </a:srgbClr>
                </a:gs>
                <a:gs pos="71429">
                  <a:srgbClr val="010009">
                    <a:alpha val="4740"/>
                  </a:srgbClr>
                </a:gs>
                <a:gs pos="85714">
                  <a:srgbClr val="010009">
                    <a:alpha val="1902"/>
                  </a:srgbClr>
                </a:gs>
                <a:gs pos="100000">
                  <a:srgbClr val="01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5466774">
              <a:off x="1378550" y="1601893"/>
              <a:ext cx="417348" cy="415714"/>
            </a:xfrm>
            <a:prstGeom prst="ellipse">
              <a:avLst/>
            </a:prstGeom>
            <a:gradFill>
              <a:gsLst>
                <a:gs pos="0">
                  <a:srgbClr val="000000">
                    <a:alpha val="5553"/>
                  </a:srgbClr>
                </a:gs>
                <a:gs pos="14286">
                  <a:srgbClr val="000000">
                    <a:alpha val="5116"/>
                  </a:srgbClr>
                </a:gs>
                <a:gs pos="28571">
                  <a:srgbClr val="000000">
                    <a:alpha val="3995"/>
                  </a:srgbClr>
                </a:gs>
                <a:gs pos="42857">
                  <a:srgbClr val="000000">
                    <a:alpha val="2639"/>
                  </a:srgbClr>
                </a:gs>
                <a:gs pos="57143">
                  <a:srgbClr val="000000">
                    <a:alpha val="1471"/>
                  </a:srgbClr>
                </a:gs>
                <a:gs pos="71429">
                  <a:srgbClr val="000000">
                    <a:alpha val="691"/>
                  </a:srgbClr>
                </a:gs>
                <a:gs pos="85714">
                  <a:srgbClr val="000000">
                    <a:alpha val="274"/>
                  </a:srgbClr>
                </a:gs>
                <a:gs pos="100000">
                  <a:srgbClr val="00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4252783">
              <a:off x="-15352" y="1576864"/>
              <a:ext cx="411957" cy="311361"/>
            </a:xfrm>
            <a:prstGeom prst="ellipse">
              <a:avLst/>
            </a:prstGeom>
            <a:gradFill>
              <a:gsLst>
                <a:gs pos="0">
                  <a:srgbClr val="515252">
                    <a:alpha val="25035"/>
                  </a:srgbClr>
                </a:gs>
                <a:gs pos="14286">
                  <a:srgbClr val="515252">
                    <a:alpha val="23267"/>
                  </a:srgbClr>
                </a:gs>
                <a:gs pos="28571">
                  <a:srgbClr val="515252">
                    <a:alpha val="18587"/>
                  </a:srgbClr>
                </a:gs>
                <a:gs pos="42857">
                  <a:srgbClr val="515252">
                    <a:alpha val="12618"/>
                  </a:srgbClr>
                </a:gs>
                <a:gs pos="57143">
                  <a:srgbClr val="515252">
                    <a:alpha val="7201"/>
                  </a:srgbClr>
                </a:gs>
                <a:gs pos="71429">
                  <a:srgbClr val="515252">
                    <a:alpha val="3438"/>
                  </a:srgbClr>
                </a:gs>
                <a:gs pos="85714">
                  <a:srgbClr val="515252">
                    <a:alpha val="1374"/>
                  </a:srgbClr>
                </a:gs>
                <a:gs pos="100000">
                  <a:srgbClr val="515252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10582369">
              <a:off x="2581328" y="925587"/>
              <a:ext cx="695715" cy="1172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4854145">
              <a:off x="2625914" y="929685"/>
              <a:ext cx="834143" cy="403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034353">
              <a:off x="2165497" y="658198"/>
              <a:ext cx="725148" cy="297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5412014">
              <a:off x="226809" y="177529"/>
              <a:ext cx="397746" cy="418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694157">
              <a:off x="179315" y="1787474"/>
              <a:ext cx="590066" cy="35725"/>
            </a:xfrm>
            <a:prstGeom prst="ellipse">
              <a:avLst/>
            </a:prstGeom>
            <a:gradFill>
              <a:gsLst>
                <a:gs pos="0">
                  <a:srgbClr val="010003">
                    <a:alpha val="32968"/>
                  </a:srgbClr>
                </a:gs>
                <a:gs pos="14286">
                  <a:srgbClr val="010003">
                    <a:alpha val="30764"/>
                  </a:srgbClr>
                </a:gs>
                <a:gs pos="28571">
                  <a:srgbClr val="010003">
                    <a:alpha val="24833"/>
                  </a:srgbClr>
                </a:gs>
                <a:gs pos="42857">
                  <a:srgbClr val="010003">
                    <a:alpha val="17075"/>
                  </a:srgbClr>
                </a:gs>
                <a:gs pos="57143">
                  <a:srgbClr val="010003">
                    <a:alpha val="9855"/>
                  </a:srgbClr>
                </a:gs>
                <a:gs pos="71429">
                  <a:srgbClr val="010003">
                    <a:alpha val="4740"/>
                  </a:srgbClr>
                </a:gs>
                <a:gs pos="85714">
                  <a:srgbClr val="010003">
                    <a:alpha val="1902"/>
                  </a:srgbClr>
                </a:gs>
                <a:gs pos="100000">
                  <a:srgbClr val="0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065372">
              <a:off x="1312428" y="1206554"/>
              <a:ext cx="419824" cy="129720"/>
            </a:xfrm>
            <a:prstGeom prst="ellipse">
              <a:avLst/>
            </a:prstGeom>
            <a:gradFill>
              <a:gsLst>
                <a:gs pos="0">
                  <a:srgbClr val="424141">
                    <a:alpha val="7123"/>
                  </a:srgbClr>
                </a:gs>
                <a:gs pos="14286">
                  <a:srgbClr val="424141">
                    <a:alpha val="6566"/>
                  </a:srgbClr>
                </a:gs>
                <a:gs pos="28571">
                  <a:srgbClr val="424141">
                    <a:alpha val="5137"/>
                  </a:srgbClr>
                </a:gs>
                <a:gs pos="42857">
                  <a:srgbClr val="424141">
                    <a:alpha val="3400"/>
                  </a:srgbClr>
                </a:gs>
                <a:gs pos="57143">
                  <a:srgbClr val="424141">
                    <a:alpha val="1898"/>
                  </a:srgbClr>
                </a:gs>
                <a:gs pos="71429">
                  <a:srgbClr val="424141">
                    <a:alpha val="893"/>
                  </a:srgbClr>
                </a:gs>
                <a:gs pos="85714">
                  <a:srgbClr val="424141">
                    <a:alpha val="354"/>
                  </a:srgbClr>
                </a:gs>
                <a:gs pos="100000">
                  <a:srgbClr val="424141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9508245">
              <a:off x="286908" y="1561056"/>
              <a:ext cx="345411" cy="206791"/>
            </a:xfrm>
            <a:prstGeom prst="ellipse">
              <a:avLst/>
            </a:prstGeom>
            <a:gradFill>
              <a:gsLst>
                <a:gs pos="0">
                  <a:srgbClr val="000001">
                    <a:alpha val="27368"/>
                  </a:srgbClr>
                </a:gs>
                <a:gs pos="14286">
                  <a:srgbClr val="000001">
                    <a:alpha val="25465"/>
                  </a:srgbClr>
                </a:gs>
                <a:gs pos="28571">
                  <a:srgbClr val="000001">
                    <a:alpha val="20403"/>
                  </a:srgbClr>
                </a:gs>
                <a:gs pos="42857">
                  <a:srgbClr val="000001">
                    <a:alpha val="13902"/>
                  </a:srgbClr>
                </a:gs>
                <a:gs pos="57143">
                  <a:srgbClr val="000001">
                    <a:alpha val="7959"/>
                  </a:srgbClr>
                </a:gs>
                <a:gs pos="71429">
                  <a:srgbClr val="000001">
                    <a:alpha val="3808"/>
                  </a:srgbClr>
                </a:gs>
                <a:gs pos="85714">
                  <a:srgbClr val="000001">
                    <a:alpha val="1523"/>
                  </a:srgbClr>
                </a:gs>
                <a:gs pos="100000">
                  <a:srgbClr val="000001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-10333810">
              <a:off x="316291" y="1055661"/>
              <a:ext cx="188390" cy="59820"/>
            </a:xfrm>
            <a:prstGeom prst="ellipse">
              <a:avLst/>
            </a:prstGeom>
            <a:gradFill>
              <a:gsLst>
                <a:gs pos="0">
                  <a:srgbClr val="E4E4E4">
                    <a:alpha val="32968"/>
                  </a:srgbClr>
                </a:gs>
                <a:gs pos="14286">
                  <a:srgbClr val="E4E4E4">
                    <a:alpha val="30764"/>
                  </a:srgbClr>
                </a:gs>
                <a:gs pos="28571">
                  <a:srgbClr val="E4E4E4">
                    <a:alpha val="24833"/>
                  </a:srgbClr>
                </a:gs>
                <a:gs pos="42857">
                  <a:srgbClr val="E4E4E4">
                    <a:alpha val="17075"/>
                  </a:srgbClr>
                </a:gs>
                <a:gs pos="57143">
                  <a:srgbClr val="E4E4E4">
                    <a:alpha val="9855"/>
                  </a:srgbClr>
                </a:gs>
                <a:gs pos="71429">
                  <a:srgbClr val="E4E4E4">
                    <a:alpha val="4740"/>
                  </a:srgbClr>
                </a:gs>
                <a:gs pos="85714">
                  <a:srgbClr val="E4E4E4">
                    <a:alpha val="1902"/>
                  </a:srgbClr>
                </a:gs>
                <a:gs pos="100000">
                  <a:srgbClr val="E4E4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8183617">
              <a:off x="2581963" y="883577"/>
              <a:ext cx="183679" cy="44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5227703">
              <a:off x="1589111" y="770446"/>
              <a:ext cx="617882" cy="21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4197069">
              <a:off x="1774678" y="613663"/>
              <a:ext cx="431391" cy="160304"/>
            </a:xfrm>
            <a:prstGeom prst="ellipse">
              <a:avLst/>
            </a:prstGeom>
            <a:gradFill>
              <a:gsLst>
                <a:gs pos="0">
                  <a:srgbClr val="000000">
                    <a:alpha val="9776"/>
                  </a:srgbClr>
                </a:gs>
                <a:gs pos="14286">
                  <a:srgbClr val="000000">
                    <a:alpha val="9022"/>
                  </a:srgbClr>
                </a:gs>
                <a:gs pos="28571">
                  <a:srgbClr val="000000">
                    <a:alpha val="7079"/>
                  </a:srgbClr>
                </a:gs>
                <a:gs pos="42857">
                  <a:srgbClr val="000000">
                    <a:alpha val="4702"/>
                  </a:srgbClr>
                </a:gs>
                <a:gs pos="57143">
                  <a:srgbClr val="000000">
                    <a:alpha val="2633"/>
                  </a:srgbClr>
                </a:gs>
                <a:gs pos="71429">
                  <a:srgbClr val="000000">
                    <a:alpha val="1241"/>
                  </a:srgbClr>
                </a:gs>
                <a:gs pos="85714">
                  <a:srgbClr val="000000">
                    <a:alpha val="493"/>
                  </a:srgbClr>
                </a:gs>
                <a:gs pos="100000">
                  <a:srgbClr val="000000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9852190">
              <a:off x="-43304" y="1684197"/>
              <a:ext cx="405755" cy="182531"/>
            </a:xfrm>
            <a:prstGeom prst="ellipse">
              <a:avLst/>
            </a:prstGeom>
            <a:gradFill>
              <a:gsLst>
                <a:gs pos="0">
                  <a:srgbClr val="2B2727">
                    <a:alpha val="30109"/>
                  </a:srgbClr>
                </a:gs>
                <a:gs pos="14286">
                  <a:srgbClr val="2B2727">
                    <a:alpha val="28054"/>
                  </a:srgbClr>
                </a:gs>
                <a:gs pos="28571">
                  <a:srgbClr val="2B2727">
                    <a:alpha val="22559"/>
                  </a:srgbClr>
                </a:gs>
                <a:gs pos="42857">
                  <a:srgbClr val="2B2727">
                    <a:alpha val="15438"/>
                  </a:srgbClr>
                </a:gs>
                <a:gs pos="57143">
                  <a:srgbClr val="2B2727">
                    <a:alpha val="8873"/>
                  </a:srgbClr>
                </a:gs>
                <a:gs pos="71429">
                  <a:srgbClr val="2B2727">
                    <a:alpha val="4256"/>
                  </a:srgbClr>
                </a:gs>
                <a:gs pos="85714">
                  <a:srgbClr val="2B2727">
                    <a:alpha val="1705"/>
                  </a:srgbClr>
                </a:gs>
                <a:gs pos="100000">
                  <a:srgbClr val="2B2727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7921189">
              <a:off x="2092021" y="872599"/>
              <a:ext cx="314642" cy="451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8772924">
              <a:off x="2105083" y="853878"/>
              <a:ext cx="322756" cy="946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-10768081">
              <a:off x="272165" y="326498"/>
              <a:ext cx="606091" cy="44605"/>
            </a:xfrm>
            <a:prstGeom prst="ellipse">
              <a:avLst/>
            </a:prstGeom>
            <a:gradFill>
              <a:gsLst>
                <a:gs pos="0">
                  <a:srgbClr val="515154">
                    <a:alpha val="29479"/>
                  </a:srgbClr>
                </a:gs>
                <a:gs pos="14286">
                  <a:srgbClr val="515154">
                    <a:alpha val="27458"/>
                  </a:srgbClr>
                </a:gs>
                <a:gs pos="28571">
                  <a:srgbClr val="515154">
                    <a:alpha val="22061"/>
                  </a:srgbClr>
                </a:gs>
                <a:gs pos="42857">
                  <a:srgbClr val="515154">
                    <a:alpha val="15082"/>
                  </a:srgbClr>
                </a:gs>
                <a:gs pos="57143">
                  <a:srgbClr val="515154">
                    <a:alpha val="8661"/>
                  </a:srgbClr>
                </a:gs>
                <a:gs pos="71429">
                  <a:srgbClr val="515154">
                    <a:alpha val="4152"/>
                  </a:srgbClr>
                </a:gs>
                <a:gs pos="85714">
                  <a:srgbClr val="515154">
                    <a:alpha val="1663"/>
                  </a:srgbClr>
                </a:gs>
                <a:gs pos="100000">
                  <a:srgbClr val="515154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8039786">
              <a:off x="2631097" y="896477"/>
              <a:ext cx="269840" cy="57834"/>
            </a:xfrm>
            <a:prstGeom prst="ellipse">
              <a:avLst/>
            </a:prstGeom>
            <a:gradFill>
              <a:gsLst>
                <a:gs pos="0">
                  <a:srgbClr val="000000">
                    <a:alpha val="21423"/>
                  </a:srgbClr>
                </a:gs>
                <a:gs pos="14286">
                  <a:srgbClr val="000000">
                    <a:alpha val="19876"/>
                  </a:srgbClr>
                </a:gs>
                <a:gs pos="28571">
                  <a:srgbClr val="000000">
                    <a:alpha val="15807"/>
                  </a:srgbClr>
                </a:gs>
                <a:gs pos="42857">
                  <a:srgbClr val="000000">
                    <a:alpha val="10672"/>
                  </a:srgbClr>
                </a:gs>
                <a:gs pos="57143">
                  <a:srgbClr val="000000">
                    <a:alpha val="6062"/>
                  </a:srgbClr>
                </a:gs>
                <a:gs pos="71429">
                  <a:srgbClr val="000000">
                    <a:alpha val="2885"/>
                  </a:srgbClr>
                </a:gs>
                <a:gs pos="85714">
                  <a:srgbClr val="000000">
                    <a:alpha val="1151"/>
                  </a:srgbClr>
                </a:gs>
                <a:gs pos="100000">
                  <a:srgbClr val="000000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-8571929">
              <a:off x="54434" y="1655766"/>
              <a:ext cx="431248" cy="143694"/>
            </a:xfrm>
            <a:prstGeom prst="ellipse">
              <a:avLst/>
            </a:prstGeom>
            <a:gradFill>
              <a:gsLst>
                <a:gs pos="0">
                  <a:srgbClr val="D7D7D7">
                    <a:alpha val="27058"/>
                  </a:srgbClr>
                </a:gs>
                <a:gs pos="14286">
                  <a:srgbClr val="D7D7D7">
                    <a:alpha val="25173"/>
                  </a:srgbClr>
                </a:gs>
                <a:gs pos="28571">
                  <a:srgbClr val="D7D7D7">
                    <a:alpha val="20161"/>
                  </a:srgbClr>
                </a:gs>
                <a:gs pos="42857">
                  <a:srgbClr val="D7D7D7">
                    <a:alpha val="13730"/>
                  </a:srgbClr>
                </a:gs>
                <a:gs pos="57143">
                  <a:srgbClr val="D7D7D7">
                    <a:alpha val="7858"/>
                  </a:srgbClr>
                </a:gs>
                <a:gs pos="71429">
                  <a:srgbClr val="D7D7D7">
                    <a:alpha val="3758"/>
                  </a:srgbClr>
                </a:gs>
                <a:gs pos="85714">
                  <a:srgbClr val="D7D7D7">
                    <a:alpha val="1503"/>
                  </a:srgbClr>
                </a:gs>
                <a:gs pos="100000">
                  <a:srgbClr val="D7D7D7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10578989">
              <a:off x="-78834" y="857361"/>
              <a:ext cx="532811" cy="149308"/>
            </a:xfrm>
            <a:prstGeom prst="ellipse">
              <a:avLst/>
            </a:prstGeom>
            <a:gradFill>
              <a:gsLst>
                <a:gs pos="0">
                  <a:srgbClr val="F6F6F5">
                    <a:alpha val="32968"/>
                  </a:srgbClr>
                </a:gs>
                <a:gs pos="14286">
                  <a:srgbClr val="F6F6F5">
                    <a:alpha val="30764"/>
                  </a:srgbClr>
                </a:gs>
                <a:gs pos="28571">
                  <a:srgbClr val="F6F6F5">
                    <a:alpha val="24833"/>
                  </a:srgbClr>
                </a:gs>
                <a:gs pos="42857">
                  <a:srgbClr val="F6F6F5">
                    <a:alpha val="17075"/>
                  </a:srgbClr>
                </a:gs>
                <a:gs pos="57143">
                  <a:srgbClr val="F6F6F5">
                    <a:alpha val="9855"/>
                  </a:srgbClr>
                </a:gs>
                <a:gs pos="71429">
                  <a:srgbClr val="F6F6F5">
                    <a:alpha val="4740"/>
                  </a:srgbClr>
                </a:gs>
                <a:gs pos="85714">
                  <a:srgbClr val="F6F6F5">
                    <a:alpha val="1902"/>
                  </a:srgbClr>
                </a:gs>
                <a:gs pos="100000">
                  <a:srgbClr val="F6F6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10569845">
              <a:off x="111979" y="1608590"/>
              <a:ext cx="349884" cy="81493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5739689">
              <a:off x="-215381" y="1578814"/>
              <a:ext cx="430761" cy="354998"/>
            </a:xfrm>
            <a:prstGeom prst="ellipse">
              <a:avLst/>
            </a:prstGeom>
            <a:gradFill>
              <a:gsLst>
                <a:gs pos="0">
                  <a:srgbClr val="010209">
                    <a:alpha val="32968"/>
                  </a:srgbClr>
                </a:gs>
                <a:gs pos="14286">
                  <a:srgbClr val="010209">
                    <a:alpha val="30764"/>
                  </a:srgbClr>
                </a:gs>
                <a:gs pos="28571">
                  <a:srgbClr val="010209">
                    <a:alpha val="24833"/>
                  </a:srgbClr>
                </a:gs>
                <a:gs pos="42857">
                  <a:srgbClr val="010209">
                    <a:alpha val="17075"/>
                  </a:srgbClr>
                </a:gs>
                <a:gs pos="57143">
                  <a:srgbClr val="010209">
                    <a:alpha val="9855"/>
                  </a:srgbClr>
                </a:gs>
                <a:gs pos="71429">
                  <a:srgbClr val="010209">
                    <a:alpha val="4740"/>
                  </a:srgbClr>
                </a:gs>
                <a:gs pos="85714">
                  <a:srgbClr val="010209">
                    <a:alpha val="1902"/>
                  </a:srgbClr>
                </a:gs>
                <a:gs pos="100000">
                  <a:srgbClr val="0102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7421184">
              <a:off x="-110097" y="1136250"/>
              <a:ext cx="309513" cy="9720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10658912">
              <a:off x="2803710" y="672270"/>
              <a:ext cx="806858" cy="265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371540">
              <a:off x="347807" y="776944"/>
              <a:ext cx="317785" cy="179152"/>
            </a:xfrm>
            <a:prstGeom prst="ellipse">
              <a:avLst/>
            </a:prstGeom>
            <a:gradFill>
              <a:gsLst>
                <a:gs pos="0">
                  <a:srgbClr val="000002">
                    <a:alpha val="32579"/>
                  </a:srgbClr>
                </a:gs>
                <a:gs pos="14286">
                  <a:srgbClr val="000002">
                    <a:alpha val="30395"/>
                  </a:srgbClr>
                </a:gs>
                <a:gs pos="28571">
                  <a:srgbClr val="000002">
                    <a:alpha val="24522"/>
                  </a:srgbClr>
                </a:gs>
                <a:gs pos="42857">
                  <a:srgbClr val="000002">
                    <a:alpha val="16851"/>
                  </a:srgbClr>
                </a:gs>
                <a:gs pos="57143">
                  <a:srgbClr val="000002">
                    <a:alpha val="9720"/>
                  </a:srgbClr>
                </a:gs>
                <a:gs pos="71429">
                  <a:srgbClr val="000002">
                    <a:alpha val="4674"/>
                  </a:srgbClr>
                </a:gs>
                <a:gs pos="85714">
                  <a:srgbClr val="000002">
                    <a:alpha val="1875"/>
                  </a:srgbClr>
                </a:gs>
                <a:gs pos="100000">
                  <a:srgbClr val="000002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9868046">
              <a:off x="623059" y="286232"/>
              <a:ext cx="585692" cy="124252"/>
            </a:xfrm>
            <a:prstGeom prst="ellipse">
              <a:avLst/>
            </a:prstGeom>
            <a:gradFill>
              <a:gsLst>
                <a:gs pos="0">
                  <a:srgbClr val="C5C4C4">
                    <a:alpha val="21771"/>
                  </a:srgbClr>
                </a:gs>
                <a:gs pos="14286">
                  <a:srgbClr val="C5C4C4">
                    <a:alpha val="20202"/>
                  </a:srgbClr>
                </a:gs>
                <a:gs pos="28571">
                  <a:srgbClr val="C5C4C4">
                    <a:alpha val="16073"/>
                  </a:srgbClr>
                </a:gs>
                <a:gs pos="42857">
                  <a:srgbClr val="C5C4C4">
                    <a:alpha val="10857"/>
                  </a:srgbClr>
                </a:gs>
                <a:gs pos="57143">
                  <a:srgbClr val="C5C4C4">
                    <a:alpha val="6170"/>
                  </a:srgbClr>
                </a:gs>
                <a:gs pos="71429">
                  <a:srgbClr val="C5C4C4">
                    <a:alpha val="2937"/>
                  </a:srgbClr>
                </a:gs>
                <a:gs pos="85714">
                  <a:srgbClr val="C5C4C4">
                    <a:alpha val="1172"/>
                  </a:srgbClr>
                </a:gs>
                <a:gs pos="100000">
                  <a:srgbClr val="C5C4C4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8616602">
              <a:off x="101232" y="1682563"/>
              <a:ext cx="307794" cy="205768"/>
            </a:xfrm>
            <a:prstGeom prst="ellipse">
              <a:avLst/>
            </a:prstGeom>
            <a:gradFill>
              <a:gsLst>
                <a:gs pos="0">
                  <a:srgbClr val="363435">
                    <a:alpha val="32968"/>
                  </a:srgbClr>
                </a:gs>
                <a:gs pos="14286">
                  <a:srgbClr val="363435">
                    <a:alpha val="30764"/>
                  </a:srgbClr>
                </a:gs>
                <a:gs pos="28571">
                  <a:srgbClr val="363435">
                    <a:alpha val="24833"/>
                  </a:srgbClr>
                </a:gs>
                <a:gs pos="42857">
                  <a:srgbClr val="363435">
                    <a:alpha val="17075"/>
                  </a:srgbClr>
                </a:gs>
                <a:gs pos="57143">
                  <a:srgbClr val="363435">
                    <a:alpha val="9855"/>
                  </a:srgbClr>
                </a:gs>
                <a:gs pos="71429">
                  <a:srgbClr val="363435">
                    <a:alpha val="4740"/>
                  </a:srgbClr>
                </a:gs>
                <a:gs pos="85714">
                  <a:srgbClr val="363435">
                    <a:alpha val="1902"/>
                  </a:srgbClr>
                </a:gs>
                <a:gs pos="100000">
                  <a:srgbClr val="3634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654603">
              <a:off x="1553050" y="210575"/>
              <a:ext cx="371142" cy="438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8123613">
              <a:off x="3471645" y="970307"/>
              <a:ext cx="172916" cy="678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10564137">
              <a:off x="3035478" y="733102"/>
              <a:ext cx="783838" cy="1101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10358965">
              <a:off x="-5348" y="1750463"/>
              <a:ext cx="679571" cy="39657"/>
            </a:xfrm>
            <a:prstGeom prst="ellipse">
              <a:avLst/>
            </a:prstGeom>
            <a:gradFill>
              <a:gsLst>
                <a:gs pos="0">
                  <a:srgbClr val="AAA9AA">
                    <a:alpha val="32968"/>
                  </a:srgbClr>
                </a:gs>
                <a:gs pos="14286">
                  <a:srgbClr val="AAA9AA">
                    <a:alpha val="30764"/>
                  </a:srgbClr>
                </a:gs>
                <a:gs pos="28571">
                  <a:srgbClr val="AAA9AA">
                    <a:alpha val="24833"/>
                  </a:srgbClr>
                </a:gs>
                <a:gs pos="42857">
                  <a:srgbClr val="AAA9AA">
                    <a:alpha val="17075"/>
                  </a:srgbClr>
                </a:gs>
                <a:gs pos="57143">
                  <a:srgbClr val="AAA9AA">
                    <a:alpha val="9855"/>
                  </a:srgbClr>
                </a:gs>
                <a:gs pos="71429">
                  <a:srgbClr val="AAA9AA">
                    <a:alpha val="4740"/>
                  </a:srgbClr>
                </a:gs>
                <a:gs pos="85714">
                  <a:srgbClr val="AAA9AA">
                    <a:alpha val="1902"/>
                  </a:srgbClr>
                </a:gs>
                <a:gs pos="100000">
                  <a:srgbClr val="AAA9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5375505">
              <a:off x="-357770" y="724469"/>
              <a:ext cx="843855" cy="348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9720446">
              <a:off x="460487" y="176473"/>
              <a:ext cx="486257" cy="463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5343933">
              <a:off x="2148908" y="1733972"/>
              <a:ext cx="229501" cy="421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6070155">
              <a:off x="387859" y="1184021"/>
              <a:ext cx="107946" cy="491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028132">
              <a:off x="2996631" y="860254"/>
              <a:ext cx="864673" cy="236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10402821">
              <a:off x="652525" y="983538"/>
              <a:ext cx="639621" cy="113333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8695234">
              <a:off x="282618" y="716214"/>
              <a:ext cx="132395" cy="717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10292264">
              <a:off x="12011" y="469536"/>
              <a:ext cx="276835" cy="1347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5509295">
              <a:off x="207517" y="1108670"/>
              <a:ext cx="637483" cy="20923"/>
            </a:xfrm>
            <a:prstGeom prst="ellipse">
              <a:avLst/>
            </a:prstGeom>
            <a:gradFill>
              <a:gsLst>
                <a:gs pos="0">
                  <a:srgbClr val="E9EAE9">
                    <a:alpha val="32968"/>
                  </a:srgbClr>
                </a:gs>
                <a:gs pos="14286">
                  <a:srgbClr val="E9EAE9">
                    <a:alpha val="30764"/>
                  </a:srgbClr>
                </a:gs>
                <a:gs pos="28571">
                  <a:srgbClr val="E9EAE9">
                    <a:alpha val="24833"/>
                  </a:srgbClr>
                </a:gs>
                <a:gs pos="42857">
                  <a:srgbClr val="E9EAE9">
                    <a:alpha val="17075"/>
                  </a:srgbClr>
                </a:gs>
                <a:gs pos="57143">
                  <a:srgbClr val="E9EAE9">
                    <a:alpha val="9855"/>
                  </a:srgbClr>
                </a:gs>
                <a:gs pos="71429">
                  <a:srgbClr val="E9EAE9">
                    <a:alpha val="4740"/>
                  </a:srgbClr>
                </a:gs>
                <a:gs pos="85714">
                  <a:srgbClr val="E9EAE9">
                    <a:alpha val="1902"/>
                  </a:srgbClr>
                </a:gs>
                <a:gs pos="100000">
                  <a:srgbClr val="E9EA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10308543">
              <a:off x="1345947" y="1672634"/>
              <a:ext cx="418605" cy="1792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581524">
              <a:off x="1650938" y="873175"/>
              <a:ext cx="173340" cy="419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10713976">
              <a:off x="2696503" y="917990"/>
              <a:ext cx="697498" cy="393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9482235">
              <a:off x="-139834" y="626430"/>
              <a:ext cx="404235" cy="267198"/>
            </a:xfrm>
            <a:prstGeom prst="ellipse">
              <a:avLst/>
            </a:prstGeom>
            <a:gradFill>
              <a:gsLst>
                <a:gs pos="0">
                  <a:srgbClr val="000000">
                    <a:alpha val="25753"/>
                  </a:srgbClr>
                </a:gs>
                <a:gs pos="14286">
                  <a:srgbClr val="000000">
                    <a:alpha val="23944"/>
                  </a:srgbClr>
                </a:gs>
                <a:gs pos="28571">
                  <a:srgbClr val="000000">
                    <a:alpha val="19145"/>
                  </a:srgbClr>
                </a:gs>
                <a:gs pos="42857">
                  <a:srgbClr val="000000">
                    <a:alpha val="13011"/>
                  </a:srgbClr>
                </a:gs>
                <a:gs pos="57143">
                  <a:srgbClr val="000000">
                    <a:alpha val="7433"/>
                  </a:srgbClr>
                </a:gs>
                <a:gs pos="71429">
                  <a:srgbClr val="000000">
                    <a:alpha val="3551"/>
                  </a:srgbClr>
                </a:gs>
                <a:gs pos="85714">
                  <a:srgbClr val="000000">
                    <a:alpha val="1419"/>
                  </a:srgbClr>
                </a:gs>
                <a:gs pos="100000">
                  <a:srgbClr val="0000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5450274">
              <a:off x="802465" y="689675"/>
              <a:ext cx="273383" cy="372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10623244">
              <a:off x="3043306" y="732774"/>
              <a:ext cx="760853" cy="529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7374984">
              <a:off x="138383" y="179735"/>
              <a:ext cx="318959" cy="550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5379428">
              <a:off x="1994058" y="713037"/>
              <a:ext cx="362376" cy="276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7306966">
              <a:off x="22969" y="1060488"/>
              <a:ext cx="443122" cy="161029"/>
            </a:xfrm>
            <a:prstGeom prst="ellipse">
              <a:avLst/>
            </a:prstGeom>
            <a:gradFill>
              <a:gsLst>
                <a:gs pos="0">
                  <a:srgbClr val="000003">
                    <a:alpha val="15213"/>
                  </a:srgbClr>
                </a:gs>
                <a:gs pos="14286">
                  <a:srgbClr val="000003">
                    <a:alpha val="14073"/>
                  </a:srgbClr>
                </a:gs>
                <a:gs pos="28571">
                  <a:srgbClr val="000003">
                    <a:alpha val="11110"/>
                  </a:srgbClr>
                </a:gs>
                <a:gs pos="42857">
                  <a:srgbClr val="000003">
                    <a:alpha val="7434"/>
                  </a:srgbClr>
                </a:gs>
                <a:gs pos="57143">
                  <a:srgbClr val="000003">
                    <a:alpha val="4190"/>
                  </a:srgbClr>
                </a:gs>
                <a:gs pos="71429">
                  <a:srgbClr val="000003">
                    <a:alpha val="1984"/>
                  </a:srgbClr>
                </a:gs>
                <a:gs pos="85714">
                  <a:srgbClr val="000003">
                    <a:alpha val="789"/>
                  </a:srgbClr>
                </a:gs>
                <a:gs pos="100000">
                  <a:srgbClr val="000003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10652835">
              <a:off x="3203807" y="581234"/>
              <a:ext cx="556635" cy="878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8448345">
              <a:off x="-129629" y="1689897"/>
              <a:ext cx="527311" cy="339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610185">
              <a:off x="2623209" y="943422"/>
              <a:ext cx="796112" cy="25488"/>
            </a:xfrm>
            <a:prstGeom prst="ellipse">
              <a:avLst/>
            </a:prstGeom>
            <a:gradFill>
              <a:gsLst>
                <a:gs pos="0">
                  <a:srgbClr val="F6F5F6">
                    <a:alpha val="32968"/>
                  </a:srgbClr>
                </a:gs>
                <a:gs pos="14286">
                  <a:srgbClr val="F6F5F6">
                    <a:alpha val="30764"/>
                  </a:srgbClr>
                </a:gs>
                <a:gs pos="28571">
                  <a:srgbClr val="F6F5F6">
                    <a:alpha val="24833"/>
                  </a:srgbClr>
                </a:gs>
                <a:gs pos="42857">
                  <a:srgbClr val="F6F5F6">
                    <a:alpha val="17075"/>
                  </a:srgbClr>
                </a:gs>
                <a:gs pos="57143">
                  <a:srgbClr val="F6F5F6">
                    <a:alpha val="9855"/>
                  </a:srgbClr>
                </a:gs>
                <a:gs pos="71429">
                  <a:srgbClr val="F6F5F6">
                    <a:alpha val="4740"/>
                  </a:srgbClr>
                </a:gs>
                <a:gs pos="85714">
                  <a:srgbClr val="F6F5F6">
                    <a:alpha val="1902"/>
                  </a:srgbClr>
                </a:gs>
                <a:gs pos="100000">
                  <a:srgbClr val="F6F5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10390959">
              <a:off x="3089052" y="830901"/>
              <a:ext cx="680159" cy="275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6043794">
              <a:off x="-257514" y="1175443"/>
              <a:ext cx="583603" cy="93913"/>
            </a:xfrm>
            <a:prstGeom prst="ellipse">
              <a:avLst/>
            </a:prstGeom>
            <a:gradFill>
              <a:gsLst>
                <a:gs pos="0">
                  <a:srgbClr val="060701">
                    <a:alpha val="29878"/>
                  </a:srgbClr>
                </a:gs>
                <a:gs pos="14286">
                  <a:srgbClr val="060701">
                    <a:alpha val="27835"/>
                  </a:srgbClr>
                </a:gs>
                <a:gs pos="28571">
                  <a:srgbClr val="060701">
                    <a:alpha val="22376"/>
                  </a:srgbClr>
                </a:gs>
                <a:gs pos="42857">
                  <a:srgbClr val="060701">
                    <a:alpha val="15307"/>
                  </a:srgbClr>
                </a:gs>
                <a:gs pos="57143">
                  <a:srgbClr val="060701">
                    <a:alpha val="8795"/>
                  </a:srgbClr>
                </a:gs>
                <a:gs pos="71429">
                  <a:srgbClr val="060701">
                    <a:alpha val="4218"/>
                  </a:srgbClr>
                </a:gs>
                <a:gs pos="85714">
                  <a:srgbClr val="060701">
                    <a:alpha val="1690"/>
                  </a:srgbClr>
                </a:gs>
                <a:gs pos="100000">
                  <a:srgbClr val="060701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9902033">
              <a:off x="-171035" y="704143"/>
              <a:ext cx="469042" cy="116892"/>
            </a:xfrm>
            <a:prstGeom prst="ellipse">
              <a:avLst/>
            </a:prstGeom>
            <a:gradFill>
              <a:gsLst>
                <a:gs pos="0">
                  <a:srgbClr val="BDBCBC">
                    <a:alpha val="32968"/>
                  </a:srgbClr>
                </a:gs>
                <a:gs pos="14286">
                  <a:srgbClr val="BDBCBC">
                    <a:alpha val="30764"/>
                  </a:srgbClr>
                </a:gs>
                <a:gs pos="28571">
                  <a:srgbClr val="BDBCBC">
                    <a:alpha val="24833"/>
                  </a:srgbClr>
                </a:gs>
                <a:gs pos="42857">
                  <a:srgbClr val="BDBCBC">
                    <a:alpha val="17075"/>
                  </a:srgbClr>
                </a:gs>
                <a:gs pos="57143">
                  <a:srgbClr val="BDBCBC">
                    <a:alpha val="9855"/>
                  </a:srgbClr>
                </a:gs>
                <a:gs pos="71429">
                  <a:srgbClr val="BDBCBC">
                    <a:alpha val="4740"/>
                  </a:srgbClr>
                </a:gs>
                <a:gs pos="85714">
                  <a:srgbClr val="BDBCBC">
                    <a:alpha val="1902"/>
                  </a:srgbClr>
                </a:gs>
                <a:gs pos="100000">
                  <a:srgbClr val="BDBC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260089">
              <a:off x="2640888" y="1019099"/>
              <a:ext cx="289799" cy="76474"/>
            </a:xfrm>
            <a:prstGeom prst="ellipse">
              <a:avLst/>
            </a:prstGeom>
            <a:gradFill>
              <a:gsLst>
                <a:gs pos="0">
                  <a:srgbClr val="000000">
                    <a:alpha val="10458"/>
                  </a:srgbClr>
                </a:gs>
                <a:gs pos="14286">
                  <a:srgbClr val="000000">
                    <a:alpha val="9654"/>
                  </a:srgbClr>
                </a:gs>
                <a:gs pos="28571">
                  <a:srgbClr val="000000">
                    <a:alpha val="7580"/>
                  </a:srgbClr>
                </a:gs>
                <a:gs pos="42857">
                  <a:srgbClr val="000000">
                    <a:alpha val="5039"/>
                  </a:srgbClr>
                </a:gs>
                <a:gs pos="57143">
                  <a:srgbClr val="000000">
                    <a:alpha val="2824"/>
                  </a:srgbClr>
                </a:gs>
                <a:gs pos="71429">
                  <a:srgbClr val="000000">
                    <a:alpha val="1332"/>
                  </a:srgbClr>
                </a:gs>
                <a:gs pos="85714">
                  <a:srgbClr val="000000">
                    <a:alpha val="529"/>
                  </a:srgbClr>
                </a:gs>
                <a:gs pos="100000">
                  <a:srgbClr val="0000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8750448">
              <a:off x="-277740" y="945694"/>
              <a:ext cx="623937" cy="150441"/>
            </a:xfrm>
            <a:prstGeom prst="ellipse">
              <a:avLst/>
            </a:prstGeom>
            <a:gradFill>
              <a:gsLst>
                <a:gs pos="0">
                  <a:srgbClr val="010006">
                    <a:alpha val="27411"/>
                  </a:srgbClr>
                </a:gs>
                <a:gs pos="14286">
                  <a:srgbClr val="010006">
                    <a:alpha val="25505"/>
                  </a:srgbClr>
                </a:gs>
                <a:gs pos="28571">
                  <a:srgbClr val="010006">
                    <a:alpha val="20437"/>
                  </a:srgbClr>
                </a:gs>
                <a:gs pos="42857">
                  <a:srgbClr val="010006">
                    <a:alpha val="13925"/>
                  </a:srgbClr>
                </a:gs>
                <a:gs pos="57143">
                  <a:srgbClr val="010006">
                    <a:alpha val="7973"/>
                  </a:srgbClr>
                </a:gs>
                <a:gs pos="71429">
                  <a:srgbClr val="010006">
                    <a:alpha val="3815"/>
                  </a:srgbClr>
                </a:gs>
                <a:gs pos="85714">
                  <a:srgbClr val="010006">
                    <a:alpha val="1526"/>
                  </a:srgbClr>
                </a:gs>
                <a:gs pos="100000">
                  <a:srgbClr val="010006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-10443848">
              <a:off x="75431" y="1773660"/>
              <a:ext cx="664221" cy="50996"/>
            </a:xfrm>
            <a:prstGeom prst="ellipse">
              <a:avLst/>
            </a:prstGeom>
            <a:gradFill>
              <a:gsLst>
                <a:gs pos="0">
                  <a:srgbClr val="000006">
                    <a:alpha val="20572"/>
                  </a:srgbClr>
                </a:gs>
                <a:gs pos="14286">
                  <a:srgbClr val="000006">
                    <a:alpha val="19079"/>
                  </a:srgbClr>
                </a:gs>
                <a:gs pos="28571">
                  <a:srgbClr val="000006">
                    <a:alpha val="15157"/>
                  </a:srgbClr>
                </a:gs>
                <a:gs pos="42857">
                  <a:srgbClr val="000006">
                    <a:alpha val="10221"/>
                  </a:srgbClr>
                </a:gs>
                <a:gs pos="57143">
                  <a:srgbClr val="000006">
                    <a:alpha val="5799"/>
                  </a:srgbClr>
                </a:gs>
                <a:gs pos="71429">
                  <a:srgbClr val="000006">
                    <a:alpha val="2758"/>
                  </a:srgbClr>
                </a:gs>
                <a:gs pos="85714">
                  <a:srgbClr val="000006">
                    <a:alpha val="1100"/>
                  </a:srgbClr>
                </a:gs>
                <a:gs pos="100000">
                  <a:srgbClr val="000006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4847369">
              <a:off x="1703536" y="188231"/>
              <a:ext cx="321524" cy="362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4416621">
              <a:off x="2268232" y="541180"/>
              <a:ext cx="312973" cy="577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10083457">
              <a:off x="3046774" y="486066"/>
              <a:ext cx="234846" cy="1221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-9410096">
              <a:off x="1602681" y="1692819"/>
              <a:ext cx="332050" cy="82510"/>
            </a:xfrm>
            <a:prstGeom prst="ellipse">
              <a:avLst/>
            </a:prstGeom>
            <a:gradFill>
              <a:gsLst>
                <a:gs pos="0">
                  <a:srgbClr val="000200">
                    <a:alpha val="30673"/>
                  </a:srgbClr>
                </a:gs>
                <a:gs pos="14286">
                  <a:srgbClr val="000200">
                    <a:alpha val="28588"/>
                  </a:srgbClr>
                </a:gs>
                <a:gs pos="28571">
                  <a:srgbClr val="000200">
                    <a:alpha val="23005"/>
                  </a:srgbClr>
                </a:gs>
                <a:gs pos="42857">
                  <a:srgbClr val="000200">
                    <a:alpha val="15758"/>
                  </a:srgbClr>
                </a:gs>
                <a:gs pos="57143">
                  <a:srgbClr val="000200">
                    <a:alpha val="9064"/>
                  </a:srgbClr>
                </a:gs>
                <a:gs pos="71429">
                  <a:srgbClr val="000200">
                    <a:alpha val="4350"/>
                  </a:srgbClr>
                </a:gs>
                <a:gs pos="85714">
                  <a:srgbClr val="000200">
                    <a:alpha val="1743"/>
                  </a:srgbClr>
                </a:gs>
                <a:gs pos="100000">
                  <a:srgbClr val="0002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10142235">
              <a:off x="86408" y="463221"/>
              <a:ext cx="188161" cy="794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5338948">
              <a:off x="3167681" y="510891"/>
              <a:ext cx="255584" cy="207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3277271">
              <a:off x="3012645" y="683907"/>
              <a:ext cx="547625" cy="519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10744594">
              <a:off x="2429806" y="161284"/>
              <a:ext cx="516118" cy="432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442780">
              <a:off x="-249606" y="1119120"/>
              <a:ext cx="564794" cy="92277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6257011">
              <a:off x="3198655" y="978265"/>
              <a:ext cx="331895" cy="960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10436561">
              <a:off x="3021656" y="893646"/>
              <a:ext cx="707883" cy="1060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9806463">
              <a:off x="1092931" y="1694652"/>
              <a:ext cx="310022" cy="31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10269091">
              <a:off x="2753666" y="497934"/>
              <a:ext cx="289616" cy="93680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10274349">
              <a:off x="263669" y="140453"/>
              <a:ext cx="417622" cy="191290"/>
            </a:xfrm>
            <a:prstGeom prst="ellipse">
              <a:avLst/>
            </a:prstGeom>
            <a:gradFill>
              <a:gsLst>
                <a:gs pos="0">
                  <a:srgbClr val="000000">
                    <a:alpha val="18776"/>
                  </a:srgbClr>
                </a:gs>
                <a:gs pos="14286">
                  <a:srgbClr val="000000">
                    <a:alpha val="17398"/>
                  </a:srgbClr>
                </a:gs>
                <a:gs pos="28571">
                  <a:srgbClr val="000000">
                    <a:alpha val="13792"/>
                  </a:srgbClr>
                </a:gs>
                <a:gs pos="42857">
                  <a:srgbClr val="000000">
                    <a:alpha val="9276"/>
                  </a:srgbClr>
                </a:gs>
                <a:gs pos="57143">
                  <a:srgbClr val="000000">
                    <a:alpha val="5251"/>
                  </a:srgbClr>
                </a:gs>
                <a:gs pos="71429">
                  <a:srgbClr val="000000">
                    <a:alpha val="2493"/>
                  </a:srgbClr>
                </a:gs>
                <a:gs pos="85714">
                  <a:srgbClr val="000000">
                    <a:alpha val="993"/>
                  </a:srgbClr>
                </a:gs>
                <a:gs pos="100000">
                  <a:srgbClr val="000000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-8962609">
              <a:off x="-22779" y="1615597"/>
              <a:ext cx="320733" cy="159666"/>
            </a:xfrm>
            <a:prstGeom prst="ellipse">
              <a:avLst/>
            </a:prstGeom>
            <a:gradFill>
              <a:gsLst>
                <a:gs pos="0">
                  <a:srgbClr val="C8C8C8">
                    <a:alpha val="32968"/>
                  </a:srgbClr>
                </a:gs>
                <a:gs pos="14286">
                  <a:srgbClr val="C8C8C8">
                    <a:alpha val="30764"/>
                  </a:srgbClr>
                </a:gs>
                <a:gs pos="28571">
                  <a:srgbClr val="C8C8C8">
                    <a:alpha val="24833"/>
                  </a:srgbClr>
                </a:gs>
                <a:gs pos="42857">
                  <a:srgbClr val="C8C8C8">
                    <a:alpha val="17075"/>
                  </a:srgbClr>
                </a:gs>
                <a:gs pos="57143">
                  <a:srgbClr val="C8C8C8">
                    <a:alpha val="9855"/>
                  </a:srgbClr>
                </a:gs>
                <a:gs pos="71429">
                  <a:srgbClr val="C8C8C8">
                    <a:alpha val="4740"/>
                  </a:srgbClr>
                </a:gs>
                <a:gs pos="85714">
                  <a:srgbClr val="C8C8C8">
                    <a:alpha val="1902"/>
                  </a:srgbClr>
                </a:gs>
                <a:gs pos="100000">
                  <a:srgbClr val="C8C8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10578751">
              <a:off x="1750749" y="490840"/>
              <a:ext cx="442990" cy="138449"/>
            </a:xfrm>
            <a:prstGeom prst="ellipse">
              <a:avLst/>
            </a:prstGeom>
            <a:gradFill>
              <a:gsLst>
                <a:gs pos="0">
                  <a:srgbClr val="000000">
                    <a:alpha val="14420"/>
                  </a:srgbClr>
                </a:gs>
                <a:gs pos="14286">
                  <a:srgbClr val="000000">
                    <a:alpha val="13336"/>
                  </a:srgbClr>
                </a:gs>
                <a:gs pos="28571">
                  <a:srgbClr val="000000">
                    <a:alpha val="10518"/>
                  </a:srgbClr>
                </a:gs>
                <a:gs pos="42857">
                  <a:srgbClr val="000000">
                    <a:alpha val="7030"/>
                  </a:srgbClr>
                </a:gs>
                <a:gs pos="57143">
                  <a:srgbClr val="000000">
                    <a:alpha val="3959"/>
                  </a:srgbClr>
                </a:gs>
                <a:gs pos="71429">
                  <a:srgbClr val="000000">
                    <a:alpha val="1873"/>
                  </a:srgbClr>
                </a:gs>
                <a:gs pos="85714">
                  <a:srgbClr val="000000">
                    <a:alpha val="745"/>
                  </a:srgbClr>
                </a:gs>
                <a:gs pos="100000">
                  <a:srgbClr val="00000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-10588688">
              <a:off x="322722" y="1714108"/>
              <a:ext cx="659418" cy="30051"/>
            </a:xfrm>
            <a:prstGeom prst="ellipse">
              <a:avLst/>
            </a:prstGeom>
            <a:gradFill>
              <a:gsLst>
                <a:gs pos="0">
                  <a:srgbClr val="DADADA">
                    <a:alpha val="32968"/>
                  </a:srgbClr>
                </a:gs>
                <a:gs pos="14286">
                  <a:srgbClr val="DADADA">
                    <a:alpha val="30764"/>
                  </a:srgbClr>
                </a:gs>
                <a:gs pos="28571">
                  <a:srgbClr val="DADADA">
                    <a:alpha val="24833"/>
                  </a:srgbClr>
                </a:gs>
                <a:gs pos="42857">
                  <a:srgbClr val="DADADA">
                    <a:alpha val="17075"/>
                  </a:srgbClr>
                </a:gs>
                <a:gs pos="57143">
                  <a:srgbClr val="DADADA">
                    <a:alpha val="9855"/>
                  </a:srgbClr>
                </a:gs>
                <a:gs pos="71429">
                  <a:srgbClr val="DADADA">
                    <a:alpha val="4740"/>
                  </a:srgbClr>
                </a:gs>
                <a:gs pos="85714">
                  <a:srgbClr val="DADADA">
                    <a:alpha val="1902"/>
                  </a:srgbClr>
                </a:gs>
                <a:gs pos="100000">
                  <a:srgbClr val="DADA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10749130">
              <a:off x="831465" y="643091"/>
              <a:ext cx="590618" cy="143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5335102">
              <a:off x="1299700" y="1034253"/>
              <a:ext cx="277540" cy="31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10575009">
              <a:off x="230261" y="1637944"/>
              <a:ext cx="758210" cy="29103"/>
            </a:xfrm>
            <a:prstGeom prst="ellipse">
              <a:avLst/>
            </a:prstGeom>
            <a:gradFill>
              <a:gsLst>
                <a:gs pos="0">
                  <a:srgbClr val="EEEDEC">
                    <a:alpha val="32968"/>
                  </a:srgbClr>
                </a:gs>
                <a:gs pos="14286">
                  <a:srgbClr val="EEEDEC">
                    <a:alpha val="30764"/>
                  </a:srgbClr>
                </a:gs>
                <a:gs pos="28571">
                  <a:srgbClr val="EEEDEC">
                    <a:alpha val="24833"/>
                  </a:srgbClr>
                </a:gs>
                <a:gs pos="42857">
                  <a:srgbClr val="EEEDEC">
                    <a:alpha val="17075"/>
                  </a:srgbClr>
                </a:gs>
                <a:gs pos="57143">
                  <a:srgbClr val="EEEDEC">
                    <a:alpha val="9855"/>
                  </a:srgbClr>
                </a:gs>
                <a:gs pos="71429">
                  <a:srgbClr val="EEEDEC">
                    <a:alpha val="4740"/>
                  </a:srgbClr>
                </a:gs>
                <a:gs pos="85714">
                  <a:srgbClr val="EEEDEC">
                    <a:alpha val="1902"/>
                  </a:srgbClr>
                </a:gs>
                <a:gs pos="100000">
                  <a:srgbClr val="EEED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203789">
              <a:off x="-303788" y="752052"/>
              <a:ext cx="607576" cy="115113"/>
            </a:xfrm>
            <a:prstGeom prst="ellipse">
              <a:avLst/>
            </a:prstGeom>
            <a:gradFill>
              <a:gsLst>
                <a:gs pos="0">
                  <a:srgbClr val="646362">
                    <a:alpha val="32968"/>
                  </a:srgbClr>
                </a:gs>
                <a:gs pos="14286">
                  <a:srgbClr val="646362">
                    <a:alpha val="30764"/>
                  </a:srgbClr>
                </a:gs>
                <a:gs pos="28571">
                  <a:srgbClr val="646362">
                    <a:alpha val="24833"/>
                  </a:srgbClr>
                </a:gs>
                <a:gs pos="42857">
                  <a:srgbClr val="646362">
                    <a:alpha val="17075"/>
                  </a:srgbClr>
                </a:gs>
                <a:gs pos="57143">
                  <a:srgbClr val="646362">
                    <a:alpha val="9855"/>
                  </a:srgbClr>
                </a:gs>
                <a:gs pos="71429">
                  <a:srgbClr val="646362">
                    <a:alpha val="4740"/>
                  </a:srgbClr>
                </a:gs>
                <a:gs pos="85714">
                  <a:srgbClr val="646362">
                    <a:alpha val="1902"/>
                  </a:srgbClr>
                </a:gs>
                <a:gs pos="100000">
                  <a:srgbClr val="6463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5149522">
              <a:off x="-104741" y="985195"/>
              <a:ext cx="258799" cy="97245"/>
            </a:xfrm>
            <a:prstGeom prst="ellipse">
              <a:avLst/>
            </a:prstGeom>
            <a:gradFill>
              <a:gsLst>
                <a:gs pos="0">
                  <a:srgbClr val="CACBCA">
                    <a:alpha val="32968"/>
                  </a:srgbClr>
                </a:gs>
                <a:gs pos="14286">
                  <a:srgbClr val="CACBCA">
                    <a:alpha val="30764"/>
                  </a:srgbClr>
                </a:gs>
                <a:gs pos="28571">
                  <a:srgbClr val="CACBCA">
                    <a:alpha val="24833"/>
                  </a:srgbClr>
                </a:gs>
                <a:gs pos="42857">
                  <a:srgbClr val="CACBCA">
                    <a:alpha val="17075"/>
                  </a:srgbClr>
                </a:gs>
                <a:gs pos="57143">
                  <a:srgbClr val="CACBCA">
                    <a:alpha val="9855"/>
                  </a:srgbClr>
                </a:gs>
                <a:gs pos="71429">
                  <a:srgbClr val="CACBCA">
                    <a:alpha val="4740"/>
                  </a:srgbClr>
                </a:gs>
                <a:gs pos="85714">
                  <a:srgbClr val="CACBCA">
                    <a:alpha val="1902"/>
                  </a:srgbClr>
                </a:gs>
                <a:gs pos="100000">
                  <a:srgbClr val="CACB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10530816">
              <a:off x="105051" y="616350"/>
              <a:ext cx="489782" cy="1888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4445073">
              <a:off x="1847172" y="161492"/>
              <a:ext cx="201094" cy="301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-8862707">
              <a:off x="-162149" y="1512257"/>
              <a:ext cx="480482" cy="84148"/>
            </a:xfrm>
            <a:prstGeom prst="ellipse">
              <a:avLst/>
            </a:prstGeom>
            <a:gradFill>
              <a:gsLst>
                <a:gs pos="0">
                  <a:srgbClr val="030000">
                    <a:alpha val="8777"/>
                  </a:srgbClr>
                </a:gs>
                <a:gs pos="14286">
                  <a:srgbClr val="030000">
                    <a:alpha val="8096"/>
                  </a:srgbClr>
                </a:gs>
                <a:gs pos="28571">
                  <a:srgbClr val="030000">
                    <a:alpha val="6345"/>
                  </a:srgbClr>
                </a:gs>
                <a:gs pos="42857">
                  <a:srgbClr val="030000">
                    <a:alpha val="4209"/>
                  </a:srgbClr>
                </a:gs>
                <a:gs pos="57143">
                  <a:srgbClr val="030000">
                    <a:alpha val="2354"/>
                  </a:srgbClr>
                </a:gs>
                <a:gs pos="71429">
                  <a:srgbClr val="030000">
                    <a:alpha val="1109"/>
                  </a:srgbClr>
                </a:gs>
                <a:gs pos="85714">
                  <a:srgbClr val="030000">
                    <a:alpha val="440"/>
                  </a:srgbClr>
                </a:gs>
                <a:gs pos="100000">
                  <a:srgbClr val="03000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6118273">
              <a:off x="1423878" y="986326"/>
              <a:ext cx="293414" cy="190786"/>
            </a:xfrm>
            <a:prstGeom prst="ellipse">
              <a:avLst/>
            </a:prstGeom>
            <a:gradFill>
              <a:gsLst>
                <a:gs pos="0">
                  <a:srgbClr val="000000">
                    <a:alpha val="32184"/>
                  </a:srgbClr>
                </a:gs>
                <a:gs pos="14286">
                  <a:srgbClr val="000000">
                    <a:alpha val="30020"/>
                  </a:srgbClr>
                </a:gs>
                <a:gs pos="28571">
                  <a:srgbClr val="000000">
                    <a:alpha val="24207"/>
                  </a:srgbClr>
                </a:gs>
                <a:gs pos="42857">
                  <a:srgbClr val="000000">
                    <a:alpha val="16623"/>
                  </a:srgbClr>
                </a:gs>
                <a:gs pos="57143">
                  <a:srgbClr val="000000">
                    <a:alpha val="9583"/>
                  </a:srgbClr>
                </a:gs>
                <a:gs pos="71429">
                  <a:srgbClr val="000000">
                    <a:alpha val="4606"/>
                  </a:srgbClr>
                </a:gs>
                <a:gs pos="85714">
                  <a:srgbClr val="000000">
                    <a:alpha val="1847"/>
                  </a:srgbClr>
                </a:gs>
                <a:gs pos="100000">
                  <a:srgbClr val="0000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5604292">
              <a:off x="2858487" y="638593"/>
              <a:ext cx="661879" cy="268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8483765">
              <a:off x="32679" y="1239485"/>
              <a:ext cx="498681" cy="43847"/>
            </a:xfrm>
            <a:prstGeom prst="ellipse">
              <a:avLst/>
            </a:prstGeom>
            <a:gradFill>
              <a:gsLst>
                <a:gs pos="0">
                  <a:srgbClr val="C6C6C6">
                    <a:alpha val="30008"/>
                  </a:srgbClr>
                </a:gs>
                <a:gs pos="14286">
                  <a:srgbClr val="C6C6C6">
                    <a:alpha val="27959"/>
                  </a:srgbClr>
                </a:gs>
                <a:gs pos="28571">
                  <a:srgbClr val="C6C6C6">
                    <a:alpha val="22479"/>
                  </a:srgbClr>
                </a:gs>
                <a:gs pos="42857">
                  <a:srgbClr val="C6C6C6">
                    <a:alpha val="15381"/>
                  </a:srgbClr>
                </a:gs>
                <a:gs pos="57143">
                  <a:srgbClr val="C6C6C6">
                    <a:alpha val="8839"/>
                  </a:srgbClr>
                </a:gs>
                <a:gs pos="71429">
                  <a:srgbClr val="C6C6C6">
                    <a:alpha val="4239"/>
                  </a:srgbClr>
                </a:gs>
                <a:gs pos="85714">
                  <a:srgbClr val="C6C6C6">
                    <a:alpha val="1698"/>
                  </a:srgbClr>
                </a:gs>
                <a:gs pos="100000">
                  <a:srgbClr val="C6C6C6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5786419">
              <a:off x="1941615" y="867298"/>
              <a:ext cx="505142" cy="41974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8589612">
              <a:off x="300207" y="1226694"/>
              <a:ext cx="320605" cy="66956"/>
            </a:xfrm>
            <a:prstGeom prst="ellipse">
              <a:avLst/>
            </a:prstGeom>
            <a:gradFill>
              <a:gsLst>
                <a:gs pos="0">
                  <a:srgbClr val="CAC9C9">
                    <a:alpha val="32968"/>
                  </a:srgbClr>
                </a:gs>
                <a:gs pos="14286">
                  <a:srgbClr val="CAC9C9">
                    <a:alpha val="30764"/>
                  </a:srgbClr>
                </a:gs>
                <a:gs pos="28571">
                  <a:srgbClr val="CAC9C9">
                    <a:alpha val="24833"/>
                  </a:srgbClr>
                </a:gs>
                <a:gs pos="42857">
                  <a:srgbClr val="CAC9C9">
                    <a:alpha val="17075"/>
                  </a:srgbClr>
                </a:gs>
                <a:gs pos="57143">
                  <a:srgbClr val="CAC9C9">
                    <a:alpha val="9855"/>
                  </a:srgbClr>
                </a:gs>
                <a:gs pos="71429">
                  <a:srgbClr val="CAC9C9">
                    <a:alpha val="4740"/>
                  </a:srgbClr>
                </a:gs>
                <a:gs pos="85714">
                  <a:srgbClr val="CAC9C9">
                    <a:alpha val="1902"/>
                  </a:srgbClr>
                </a:gs>
                <a:gs pos="100000">
                  <a:srgbClr val="CAC9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-8175629">
              <a:off x="389383" y="1124442"/>
              <a:ext cx="425958" cy="33809"/>
            </a:xfrm>
            <a:prstGeom prst="ellipse">
              <a:avLst/>
            </a:prstGeom>
            <a:gradFill>
              <a:gsLst>
                <a:gs pos="0">
                  <a:srgbClr val="D6D7D7">
                    <a:alpha val="32968"/>
                  </a:srgbClr>
                </a:gs>
                <a:gs pos="14286">
                  <a:srgbClr val="D6D7D7">
                    <a:alpha val="30764"/>
                  </a:srgbClr>
                </a:gs>
                <a:gs pos="28571">
                  <a:srgbClr val="D6D7D7">
                    <a:alpha val="24833"/>
                  </a:srgbClr>
                </a:gs>
                <a:gs pos="42857">
                  <a:srgbClr val="D6D7D7">
                    <a:alpha val="17075"/>
                  </a:srgbClr>
                </a:gs>
                <a:gs pos="57143">
                  <a:srgbClr val="D6D7D7">
                    <a:alpha val="9855"/>
                  </a:srgbClr>
                </a:gs>
                <a:gs pos="71429">
                  <a:srgbClr val="D6D7D7">
                    <a:alpha val="4740"/>
                  </a:srgbClr>
                </a:gs>
                <a:gs pos="85714">
                  <a:srgbClr val="D6D7D7">
                    <a:alpha val="1902"/>
                  </a:srgbClr>
                </a:gs>
                <a:gs pos="100000">
                  <a:srgbClr val="D6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10440378">
              <a:off x="232224" y="1239790"/>
              <a:ext cx="406474" cy="34084"/>
            </a:xfrm>
            <a:prstGeom prst="ellipse">
              <a:avLst/>
            </a:prstGeom>
            <a:gradFill>
              <a:gsLst>
                <a:gs pos="0">
                  <a:srgbClr val="CECFCF">
                    <a:alpha val="32968"/>
                  </a:srgbClr>
                </a:gs>
                <a:gs pos="14286">
                  <a:srgbClr val="CECFCF">
                    <a:alpha val="30764"/>
                  </a:srgbClr>
                </a:gs>
                <a:gs pos="28571">
                  <a:srgbClr val="CECFCF">
                    <a:alpha val="24833"/>
                  </a:srgbClr>
                </a:gs>
                <a:gs pos="42857">
                  <a:srgbClr val="CECFCF">
                    <a:alpha val="17075"/>
                  </a:srgbClr>
                </a:gs>
                <a:gs pos="57143">
                  <a:srgbClr val="CECFCF">
                    <a:alpha val="9855"/>
                  </a:srgbClr>
                </a:gs>
                <a:gs pos="71429">
                  <a:srgbClr val="CECFCF">
                    <a:alpha val="4740"/>
                  </a:srgbClr>
                </a:gs>
                <a:gs pos="85714">
                  <a:srgbClr val="CECFCF">
                    <a:alpha val="1902"/>
                  </a:srgbClr>
                </a:gs>
                <a:gs pos="100000">
                  <a:srgbClr val="CE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10698843">
              <a:off x="-183919" y="329233"/>
              <a:ext cx="841714" cy="27517"/>
            </a:xfrm>
            <a:prstGeom prst="ellipse">
              <a:avLst/>
            </a:prstGeom>
            <a:gradFill>
              <a:gsLst>
                <a:gs pos="0">
                  <a:srgbClr val="00150C">
                    <a:alpha val="32956"/>
                  </a:srgbClr>
                </a:gs>
                <a:gs pos="14286">
                  <a:srgbClr val="00150C">
                    <a:alpha val="30753"/>
                  </a:srgbClr>
                </a:gs>
                <a:gs pos="28571">
                  <a:srgbClr val="00150C">
                    <a:alpha val="24824"/>
                  </a:srgbClr>
                </a:gs>
                <a:gs pos="42857">
                  <a:srgbClr val="00150C">
                    <a:alpha val="17069"/>
                  </a:srgbClr>
                </a:gs>
                <a:gs pos="57143">
                  <a:srgbClr val="00150C">
                    <a:alpha val="9851"/>
                  </a:srgbClr>
                </a:gs>
                <a:gs pos="71429">
                  <a:srgbClr val="00150C">
                    <a:alpha val="4738"/>
                  </a:srgbClr>
                </a:gs>
                <a:gs pos="85714">
                  <a:srgbClr val="00150C">
                    <a:alpha val="1901"/>
                  </a:srgbClr>
                </a:gs>
                <a:gs pos="100000">
                  <a:srgbClr val="0015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6742768">
              <a:off x="-209448" y="1656092"/>
              <a:ext cx="502592" cy="126914"/>
            </a:xfrm>
            <a:prstGeom prst="ellipse">
              <a:avLst/>
            </a:prstGeom>
            <a:gradFill>
              <a:gsLst>
                <a:gs pos="0">
                  <a:srgbClr val="040302">
                    <a:alpha val="32744"/>
                  </a:srgbClr>
                </a:gs>
                <a:gs pos="14286">
                  <a:srgbClr val="040302">
                    <a:alpha val="30552"/>
                  </a:srgbClr>
                </a:gs>
                <a:gs pos="28571">
                  <a:srgbClr val="040302">
                    <a:alpha val="24654"/>
                  </a:srgbClr>
                </a:gs>
                <a:gs pos="42857">
                  <a:srgbClr val="040302">
                    <a:alpha val="16946"/>
                  </a:srgbClr>
                </a:gs>
                <a:gs pos="57143">
                  <a:srgbClr val="040302">
                    <a:alpha val="9777"/>
                  </a:srgbClr>
                </a:gs>
                <a:gs pos="71429">
                  <a:srgbClr val="040302">
                    <a:alpha val="4702"/>
                  </a:srgbClr>
                </a:gs>
                <a:gs pos="85714">
                  <a:srgbClr val="040302">
                    <a:alpha val="1886"/>
                  </a:srgbClr>
                </a:gs>
                <a:gs pos="100000">
                  <a:srgbClr val="040302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4261395">
              <a:off x="-125839" y="1559737"/>
              <a:ext cx="338233" cy="189683"/>
            </a:xfrm>
            <a:prstGeom prst="ellipse">
              <a:avLst/>
            </a:prstGeom>
            <a:gradFill>
              <a:gsLst>
                <a:gs pos="0">
                  <a:srgbClr val="ECEBEB">
                    <a:alpha val="32968"/>
                  </a:srgbClr>
                </a:gs>
                <a:gs pos="14286">
                  <a:srgbClr val="ECEBEB">
                    <a:alpha val="30764"/>
                  </a:srgbClr>
                </a:gs>
                <a:gs pos="28571">
                  <a:srgbClr val="ECEBEB">
                    <a:alpha val="24833"/>
                  </a:srgbClr>
                </a:gs>
                <a:gs pos="42857">
                  <a:srgbClr val="ECEBEB">
                    <a:alpha val="17075"/>
                  </a:srgbClr>
                </a:gs>
                <a:gs pos="57143">
                  <a:srgbClr val="ECEBEB">
                    <a:alpha val="9855"/>
                  </a:srgbClr>
                </a:gs>
                <a:gs pos="71429">
                  <a:srgbClr val="ECEBEB">
                    <a:alpha val="4740"/>
                  </a:srgbClr>
                </a:gs>
                <a:gs pos="85714">
                  <a:srgbClr val="ECEBEB">
                    <a:alpha val="1902"/>
                  </a:srgbClr>
                </a:gs>
                <a:gs pos="100000">
                  <a:srgbClr val="EC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5264828">
              <a:off x="316228" y="1661119"/>
              <a:ext cx="182376" cy="287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10637241">
              <a:off x="2633086" y="1012492"/>
              <a:ext cx="836339" cy="285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-8946896">
              <a:off x="502389" y="716486"/>
              <a:ext cx="359602" cy="137579"/>
            </a:xfrm>
            <a:prstGeom prst="ellipse">
              <a:avLst/>
            </a:prstGeom>
            <a:gradFill>
              <a:gsLst>
                <a:gs pos="0">
                  <a:srgbClr val="F9F9F9">
                    <a:alpha val="20933"/>
                  </a:srgbClr>
                </a:gs>
                <a:gs pos="14286">
                  <a:srgbClr val="F9F9F9">
                    <a:alpha val="19416"/>
                  </a:srgbClr>
                </a:gs>
                <a:gs pos="28571">
                  <a:srgbClr val="F9F9F9">
                    <a:alpha val="15432"/>
                  </a:srgbClr>
                </a:gs>
                <a:gs pos="42857">
                  <a:srgbClr val="F9F9F9">
                    <a:alpha val="10411"/>
                  </a:srgbClr>
                </a:gs>
                <a:gs pos="57143">
                  <a:srgbClr val="F9F9F9">
                    <a:alpha val="5910"/>
                  </a:srgbClr>
                </a:gs>
                <a:gs pos="71429">
                  <a:srgbClr val="F9F9F9">
                    <a:alpha val="2811"/>
                  </a:srgbClr>
                </a:gs>
                <a:gs pos="85714">
                  <a:srgbClr val="F9F9F9">
                    <a:alpha val="1121"/>
                  </a:srgbClr>
                </a:gs>
                <a:gs pos="100000">
                  <a:srgbClr val="F9F9F9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10670552">
              <a:off x="1913091" y="699050"/>
              <a:ext cx="177332" cy="22205"/>
            </a:xfrm>
            <a:prstGeom prst="ellipse">
              <a:avLst/>
            </a:prstGeom>
            <a:gradFill>
              <a:gsLst>
                <a:gs pos="0">
                  <a:srgbClr val="D8D7D7">
                    <a:alpha val="19018"/>
                  </a:srgbClr>
                </a:gs>
                <a:gs pos="14286">
                  <a:srgbClr val="D8D7D7">
                    <a:alpha val="17625"/>
                  </a:srgbClr>
                </a:gs>
                <a:gs pos="28571">
                  <a:srgbClr val="D8D7D7">
                    <a:alpha val="13976"/>
                  </a:srgbClr>
                </a:gs>
                <a:gs pos="42857">
                  <a:srgbClr val="D8D7D7">
                    <a:alpha val="9402"/>
                  </a:srgbClr>
                </a:gs>
                <a:gs pos="57143">
                  <a:srgbClr val="D8D7D7">
                    <a:alpha val="5324"/>
                  </a:srgbClr>
                </a:gs>
                <a:gs pos="71429">
                  <a:srgbClr val="D8D7D7">
                    <a:alpha val="2529"/>
                  </a:srgbClr>
                </a:gs>
                <a:gs pos="85714">
                  <a:srgbClr val="D8D7D7">
                    <a:alpha val="1008"/>
                  </a:srgbClr>
                </a:gs>
                <a:gs pos="100000">
                  <a:srgbClr val="D8D7D7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10468309">
              <a:off x="2814767" y="424884"/>
              <a:ext cx="794056" cy="927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-8611072">
              <a:off x="50830" y="1253180"/>
              <a:ext cx="570753" cy="26470"/>
            </a:xfrm>
            <a:prstGeom prst="ellipse">
              <a:avLst/>
            </a:prstGeom>
            <a:gradFill>
              <a:gsLst>
                <a:gs pos="0">
                  <a:srgbClr val="CCCCCC">
                    <a:alpha val="27817"/>
                  </a:srgbClr>
                </a:gs>
                <a:gs pos="14286">
                  <a:srgbClr val="CCCCCC">
                    <a:alpha val="25889"/>
                  </a:srgbClr>
                </a:gs>
                <a:gs pos="28571">
                  <a:srgbClr val="CCCCCC">
                    <a:alpha val="20755"/>
                  </a:srgbClr>
                </a:gs>
                <a:gs pos="42857">
                  <a:srgbClr val="CCCCCC">
                    <a:alpha val="14151"/>
                  </a:srgbClr>
                </a:gs>
                <a:gs pos="57143">
                  <a:srgbClr val="CCCCCC">
                    <a:alpha val="8107"/>
                  </a:srgbClr>
                </a:gs>
                <a:gs pos="71429">
                  <a:srgbClr val="CCCCCC">
                    <a:alpha val="3880"/>
                  </a:srgbClr>
                </a:gs>
                <a:gs pos="85714">
                  <a:srgbClr val="CCCCCC">
                    <a:alpha val="1553"/>
                  </a:srgbClr>
                </a:gs>
                <a:gs pos="100000">
                  <a:srgbClr val="CCCCCC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6208174">
              <a:off x="-163713" y="1073119"/>
              <a:ext cx="360040" cy="107436"/>
            </a:xfrm>
            <a:prstGeom prst="ellipse">
              <a:avLst/>
            </a:prstGeom>
            <a:gradFill>
              <a:gsLst>
                <a:gs pos="0">
                  <a:srgbClr val="211D1C">
                    <a:alpha val="15401"/>
                  </a:srgbClr>
                </a:gs>
                <a:gs pos="14286">
                  <a:srgbClr val="211D1C">
                    <a:alpha val="14248"/>
                  </a:srgbClr>
                </a:gs>
                <a:gs pos="28571">
                  <a:srgbClr val="211D1C">
                    <a:alpha val="11250"/>
                  </a:srgbClr>
                </a:gs>
                <a:gs pos="42857">
                  <a:srgbClr val="211D1C">
                    <a:alpha val="7530"/>
                  </a:srgbClr>
                </a:gs>
                <a:gs pos="57143">
                  <a:srgbClr val="211D1C">
                    <a:alpha val="4245"/>
                  </a:srgbClr>
                </a:gs>
                <a:gs pos="71429">
                  <a:srgbClr val="211D1C">
                    <a:alpha val="2010"/>
                  </a:srgbClr>
                </a:gs>
                <a:gs pos="85714">
                  <a:srgbClr val="211D1C">
                    <a:alpha val="800"/>
                  </a:srgbClr>
                </a:gs>
                <a:gs pos="100000">
                  <a:srgbClr val="211D1C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5438301">
              <a:off x="536422" y="1197279"/>
              <a:ext cx="175010" cy="354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7985474">
              <a:off x="3182930" y="1042072"/>
              <a:ext cx="177086" cy="64745"/>
            </a:xfrm>
            <a:prstGeom prst="ellipse">
              <a:avLst/>
            </a:prstGeom>
            <a:gradFill>
              <a:gsLst>
                <a:gs pos="0">
                  <a:srgbClr val="000000">
                    <a:alpha val="25330"/>
                  </a:srgbClr>
                </a:gs>
                <a:gs pos="14286">
                  <a:srgbClr val="000000">
                    <a:alpha val="23545"/>
                  </a:srgbClr>
                </a:gs>
                <a:gs pos="28571">
                  <a:srgbClr val="000000">
                    <a:alpha val="18816"/>
                  </a:srgbClr>
                </a:gs>
                <a:gs pos="42857">
                  <a:srgbClr val="000000">
                    <a:alpha val="12779"/>
                  </a:srgbClr>
                </a:gs>
                <a:gs pos="57143">
                  <a:srgbClr val="000000">
                    <a:alpha val="7296"/>
                  </a:srgbClr>
                </a:gs>
                <a:gs pos="71429">
                  <a:srgbClr val="000000">
                    <a:alpha val="3484"/>
                  </a:srgbClr>
                </a:gs>
                <a:gs pos="85714">
                  <a:srgbClr val="000000">
                    <a:alpha val="1393"/>
                  </a:srgbClr>
                </a:gs>
                <a:gs pos="100000">
                  <a:srgbClr val="0000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3189514">
              <a:off x="-219058" y="1486276"/>
              <a:ext cx="440791" cy="290444"/>
            </a:xfrm>
            <a:prstGeom prst="ellipse">
              <a:avLst/>
            </a:prstGeom>
            <a:gradFill>
              <a:gsLst>
                <a:gs pos="0">
                  <a:srgbClr val="160E13">
                    <a:alpha val="22719"/>
                  </a:srgbClr>
                </a:gs>
                <a:gs pos="14286">
                  <a:srgbClr val="160E13">
                    <a:alpha val="21091"/>
                  </a:srgbClr>
                </a:gs>
                <a:gs pos="28571">
                  <a:srgbClr val="160E13">
                    <a:alpha val="16800"/>
                  </a:srgbClr>
                </a:gs>
                <a:gs pos="42857">
                  <a:srgbClr val="160E13">
                    <a:alpha val="11364"/>
                  </a:srgbClr>
                </a:gs>
                <a:gs pos="57143">
                  <a:srgbClr val="160E13">
                    <a:alpha val="6466"/>
                  </a:srgbClr>
                </a:gs>
                <a:gs pos="71429">
                  <a:srgbClr val="160E13">
                    <a:alpha val="3080"/>
                  </a:srgbClr>
                </a:gs>
                <a:gs pos="85714">
                  <a:srgbClr val="160E13">
                    <a:alpha val="1230"/>
                  </a:srgbClr>
                </a:gs>
                <a:gs pos="100000">
                  <a:srgbClr val="160E13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8695397">
              <a:off x="152436" y="1307253"/>
              <a:ext cx="383096" cy="74667"/>
            </a:xfrm>
            <a:prstGeom prst="ellipse">
              <a:avLst/>
            </a:prstGeom>
            <a:gradFill>
              <a:gsLst>
                <a:gs pos="0">
                  <a:srgbClr val="F2F3F2">
                    <a:alpha val="11487"/>
                  </a:srgbClr>
                </a:gs>
                <a:gs pos="14286">
                  <a:srgbClr val="F2F3F2">
                    <a:alpha val="10609"/>
                  </a:srgbClr>
                </a:gs>
                <a:gs pos="28571">
                  <a:srgbClr val="F2F3F2">
                    <a:alpha val="8340"/>
                  </a:srgbClr>
                </a:gs>
                <a:gs pos="42857">
                  <a:srgbClr val="F2F3F2">
                    <a:alpha val="5552"/>
                  </a:srgbClr>
                </a:gs>
                <a:gs pos="57143">
                  <a:srgbClr val="F2F3F2">
                    <a:alpha val="3115"/>
                  </a:srgbClr>
                </a:gs>
                <a:gs pos="71429">
                  <a:srgbClr val="F2F3F2">
                    <a:alpha val="1471"/>
                  </a:srgbClr>
                </a:gs>
                <a:gs pos="85714">
                  <a:srgbClr val="F2F3F2">
                    <a:alpha val="584"/>
                  </a:srgbClr>
                </a:gs>
                <a:gs pos="100000">
                  <a:srgbClr val="F2F3F2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10754853">
              <a:off x="889073" y="1005326"/>
              <a:ext cx="746362" cy="18445"/>
            </a:xfrm>
            <a:prstGeom prst="ellipse">
              <a:avLst/>
            </a:prstGeom>
            <a:gradFill>
              <a:gsLst>
                <a:gs pos="0">
                  <a:srgbClr val="FAFAFB">
                    <a:alpha val="32968"/>
                  </a:srgbClr>
                </a:gs>
                <a:gs pos="14286">
                  <a:srgbClr val="FAFAFB">
                    <a:alpha val="30764"/>
                  </a:srgbClr>
                </a:gs>
                <a:gs pos="28571">
                  <a:srgbClr val="FAFAFB">
                    <a:alpha val="24833"/>
                  </a:srgbClr>
                </a:gs>
                <a:gs pos="42857">
                  <a:srgbClr val="FAFAFB">
                    <a:alpha val="17075"/>
                  </a:srgbClr>
                </a:gs>
                <a:gs pos="57143">
                  <a:srgbClr val="FAFAFB">
                    <a:alpha val="9855"/>
                  </a:srgbClr>
                </a:gs>
                <a:gs pos="71429">
                  <a:srgbClr val="FAFAFB">
                    <a:alpha val="4740"/>
                  </a:srgbClr>
                </a:gs>
                <a:gs pos="85714">
                  <a:srgbClr val="FAFAFB">
                    <a:alpha val="1902"/>
                  </a:srgbClr>
                </a:gs>
                <a:gs pos="100000">
                  <a:srgbClr val="FAFA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10387374">
              <a:off x="2334336" y="936909"/>
              <a:ext cx="596649" cy="66842"/>
            </a:xfrm>
            <a:prstGeom prst="ellipse">
              <a:avLst/>
            </a:prstGeom>
            <a:gradFill>
              <a:gsLst>
                <a:gs pos="0">
                  <a:srgbClr val="F4F5F4">
                    <a:alpha val="32968"/>
                  </a:srgbClr>
                </a:gs>
                <a:gs pos="14286">
                  <a:srgbClr val="F4F5F4">
                    <a:alpha val="30764"/>
                  </a:srgbClr>
                </a:gs>
                <a:gs pos="28571">
                  <a:srgbClr val="F4F5F4">
                    <a:alpha val="24833"/>
                  </a:srgbClr>
                </a:gs>
                <a:gs pos="42857">
                  <a:srgbClr val="F4F5F4">
                    <a:alpha val="17075"/>
                  </a:srgbClr>
                </a:gs>
                <a:gs pos="57143">
                  <a:srgbClr val="F4F5F4">
                    <a:alpha val="9855"/>
                  </a:srgbClr>
                </a:gs>
                <a:gs pos="71429">
                  <a:srgbClr val="F4F5F4">
                    <a:alpha val="4740"/>
                  </a:srgbClr>
                </a:gs>
                <a:gs pos="85714">
                  <a:srgbClr val="F4F5F4">
                    <a:alpha val="1902"/>
                  </a:srgbClr>
                </a:gs>
                <a:gs pos="100000">
                  <a:srgbClr val="F4F5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10164232">
              <a:off x="488508" y="573976"/>
              <a:ext cx="382233" cy="1168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5175619">
              <a:off x="2070024" y="697595"/>
              <a:ext cx="284208" cy="374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4932150">
              <a:off x="3084353" y="782895"/>
              <a:ext cx="261758" cy="1716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039927">
              <a:off x="2663990" y="271701"/>
              <a:ext cx="169086" cy="492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200664">
              <a:off x="248851" y="788308"/>
              <a:ext cx="655788" cy="9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-9895915">
              <a:off x="53566" y="1509552"/>
              <a:ext cx="324815" cy="98730"/>
            </a:xfrm>
            <a:prstGeom prst="ellipse">
              <a:avLst/>
            </a:prstGeom>
            <a:gradFill>
              <a:gsLst>
                <a:gs pos="0">
                  <a:srgbClr val="848485">
                    <a:alpha val="15232"/>
                  </a:srgbClr>
                </a:gs>
                <a:gs pos="14286">
                  <a:srgbClr val="848485">
                    <a:alpha val="14091"/>
                  </a:srgbClr>
                </a:gs>
                <a:gs pos="28571">
                  <a:srgbClr val="848485">
                    <a:alpha val="11124"/>
                  </a:srgbClr>
                </a:gs>
                <a:gs pos="42857">
                  <a:srgbClr val="848485">
                    <a:alpha val="7444"/>
                  </a:srgbClr>
                </a:gs>
                <a:gs pos="57143">
                  <a:srgbClr val="848485">
                    <a:alpha val="4196"/>
                  </a:srgbClr>
                </a:gs>
                <a:gs pos="71429">
                  <a:srgbClr val="848485">
                    <a:alpha val="1986"/>
                  </a:srgbClr>
                </a:gs>
                <a:gs pos="85714">
                  <a:srgbClr val="848485">
                    <a:alpha val="790"/>
                  </a:srgbClr>
                </a:gs>
                <a:gs pos="100000">
                  <a:srgbClr val="848485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5617636">
              <a:off x="660196" y="1190219"/>
              <a:ext cx="235294" cy="359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-9314363">
              <a:off x="131037" y="281230"/>
              <a:ext cx="254648" cy="41243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6417188">
              <a:off x="215884" y="1604364"/>
              <a:ext cx="206933" cy="75843"/>
            </a:xfrm>
            <a:prstGeom prst="ellipse">
              <a:avLst/>
            </a:prstGeom>
            <a:gradFill>
              <a:gsLst>
                <a:gs pos="0">
                  <a:srgbClr val="030000">
                    <a:alpha val="27230"/>
                  </a:srgbClr>
                </a:gs>
                <a:gs pos="14286">
                  <a:srgbClr val="030000">
                    <a:alpha val="25335"/>
                  </a:srgbClr>
                </a:gs>
                <a:gs pos="28571">
                  <a:srgbClr val="030000">
                    <a:alpha val="20295"/>
                  </a:srgbClr>
                </a:gs>
                <a:gs pos="42857">
                  <a:srgbClr val="030000">
                    <a:alpha val="13825"/>
                  </a:srgbClr>
                </a:gs>
                <a:gs pos="57143">
                  <a:srgbClr val="030000">
                    <a:alpha val="7914"/>
                  </a:srgbClr>
                </a:gs>
                <a:gs pos="71429">
                  <a:srgbClr val="030000">
                    <a:alpha val="3786"/>
                  </a:srgbClr>
                </a:gs>
                <a:gs pos="85714">
                  <a:srgbClr val="030000">
                    <a:alpha val="1514"/>
                  </a:srgbClr>
                </a:gs>
                <a:gs pos="100000">
                  <a:srgbClr val="030000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5323978">
              <a:off x="-325012" y="505272"/>
              <a:ext cx="650023" cy="96936"/>
            </a:xfrm>
            <a:prstGeom prst="ellipse">
              <a:avLst/>
            </a:prstGeom>
            <a:gradFill>
              <a:gsLst>
                <a:gs pos="0">
                  <a:srgbClr val="908F90">
                    <a:alpha val="28215"/>
                  </a:srgbClr>
                </a:gs>
                <a:gs pos="14286">
                  <a:srgbClr val="908F90">
                    <a:alpha val="26264"/>
                  </a:srgbClr>
                </a:gs>
                <a:gs pos="28571">
                  <a:srgbClr val="908F90">
                    <a:alpha val="21067"/>
                  </a:srgbClr>
                </a:gs>
                <a:gs pos="42857">
                  <a:srgbClr val="908F90">
                    <a:alpha val="14373"/>
                  </a:srgbClr>
                </a:gs>
                <a:gs pos="57143">
                  <a:srgbClr val="908F90">
                    <a:alpha val="8239"/>
                  </a:srgbClr>
                </a:gs>
                <a:gs pos="71429">
                  <a:srgbClr val="908F90">
                    <a:alpha val="3945"/>
                  </a:srgbClr>
                </a:gs>
                <a:gs pos="85714">
                  <a:srgbClr val="908F90">
                    <a:alpha val="1579"/>
                  </a:srgbClr>
                </a:gs>
                <a:gs pos="100000">
                  <a:srgbClr val="908F90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-10591902">
              <a:off x="3136215" y="903906"/>
              <a:ext cx="742740" cy="1029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9557622">
              <a:off x="3217515" y="1028897"/>
              <a:ext cx="569524" cy="23126"/>
            </a:xfrm>
            <a:prstGeom prst="ellipse">
              <a:avLst/>
            </a:prstGeom>
            <a:gradFill>
              <a:gsLst>
                <a:gs pos="0">
                  <a:srgbClr val="000000">
                    <a:alpha val="25224"/>
                  </a:srgbClr>
                </a:gs>
                <a:gs pos="14286">
                  <a:srgbClr val="000000">
                    <a:alpha val="23445"/>
                  </a:srgbClr>
                </a:gs>
                <a:gs pos="28571">
                  <a:srgbClr val="000000">
                    <a:alpha val="18733"/>
                  </a:srgbClr>
                </a:gs>
                <a:gs pos="42857">
                  <a:srgbClr val="000000">
                    <a:alpha val="12721"/>
                  </a:srgbClr>
                </a:gs>
                <a:gs pos="57143">
                  <a:srgbClr val="000000">
                    <a:alpha val="7262"/>
                  </a:srgbClr>
                </a:gs>
                <a:gs pos="71429">
                  <a:srgbClr val="000000">
                    <a:alpha val="3467"/>
                  </a:srgbClr>
                </a:gs>
                <a:gs pos="85714">
                  <a:srgbClr val="000000">
                    <a:alpha val="1386"/>
                  </a:srgbClr>
                </a:gs>
                <a:gs pos="100000">
                  <a:srgbClr val="00000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5059349">
              <a:off x="1768745" y="1738997"/>
              <a:ext cx="201225" cy="357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-8791076">
              <a:off x="-240213" y="584713"/>
              <a:ext cx="480425" cy="246671"/>
            </a:xfrm>
            <a:prstGeom prst="ellipse">
              <a:avLst/>
            </a:prstGeom>
            <a:gradFill>
              <a:gsLst>
                <a:gs pos="0">
                  <a:srgbClr val="000000">
                    <a:alpha val="5407"/>
                  </a:srgbClr>
                </a:gs>
                <a:gs pos="14286">
                  <a:srgbClr val="000000">
                    <a:alpha val="4981"/>
                  </a:srgbClr>
                </a:gs>
                <a:gs pos="28571">
                  <a:srgbClr val="000000">
                    <a:alpha val="3889"/>
                  </a:srgbClr>
                </a:gs>
                <a:gs pos="42857">
                  <a:srgbClr val="000000">
                    <a:alpha val="2568"/>
                  </a:srgbClr>
                </a:gs>
                <a:gs pos="57143">
                  <a:srgbClr val="000000">
                    <a:alpha val="1431"/>
                  </a:srgbClr>
                </a:gs>
                <a:gs pos="71429">
                  <a:srgbClr val="000000">
                    <a:alpha val="673"/>
                  </a:srgbClr>
                </a:gs>
                <a:gs pos="85714">
                  <a:srgbClr val="000000">
                    <a:alpha val="267"/>
                  </a:srgbClr>
                </a:gs>
                <a:gs pos="100000">
                  <a:srgbClr val="0000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5294962">
              <a:off x="-80565" y="1422336"/>
              <a:ext cx="365441" cy="57733"/>
            </a:xfrm>
            <a:prstGeom prst="ellipse">
              <a:avLst/>
            </a:prstGeom>
            <a:gradFill>
              <a:gsLst>
                <a:gs pos="0">
                  <a:srgbClr val="EFF0F0">
                    <a:alpha val="11663"/>
                  </a:srgbClr>
                </a:gs>
                <a:gs pos="14286">
                  <a:srgbClr val="EFF0F0">
                    <a:alpha val="10772"/>
                  </a:srgbClr>
                </a:gs>
                <a:gs pos="28571">
                  <a:srgbClr val="EFF0F0">
                    <a:alpha val="8470"/>
                  </a:srgbClr>
                </a:gs>
                <a:gs pos="42857">
                  <a:srgbClr val="EFF0F0">
                    <a:alpha val="5640"/>
                  </a:srgbClr>
                </a:gs>
                <a:gs pos="57143">
                  <a:srgbClr val="EFF0F0">
                    <a:alpha val="3165"/>
                  </a:srgbClr>
                </a:gs>
                <a:gs pos="71429">
                  <a:srgbClr val="EFF0F0">
                    <a:alpha val="1494"/>
                  </a:srgbClr>
                </a:gs>
                <a:gs pos="85714">
                  <a:srgbClr val="EFF0F0">
                    <a:alpha val="594"/>
                  </a:srgbClr>
                </a:gs>
                <a:gs pos="100000">
                  <a:srgbClr val="EFF0F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10709868">
              <a:off x="2480431" y="633448"/>
              <a:ext cx="716788" cy="59803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5140199">
              <a:off x="1939368" y="863143"/>
              <a:ext cx="280369" cy="388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8292352">
              <a:off x="1148813" y="810512"/>
              <a:ext cx="344131" cy="166006"/>
            </a:xfrm>
            <a:prstGeom prst="ellipse">
              <a:avLst/>
            </a:prstGeom>
            <a:gradFill>
              <a:gsLst>
                <a:gs pos="0">
                  <a:srgbClr val="000000">
                    <a:alpha val="19979"/>
                  </a:srgbClr>
                </a:gs>
                <a:gs pos="14286">
                  <a:srgbClr val="000000">
                    <a:alpha val="18523"/>
                  </a:srgbClr>
                </a:gs>
                <a:gs pos="28571">
                  <a:srgbClr val="000000">
                    <a:alpha val="14705"/>
                  </a:srgbClr>
                </a:gs>
                <a:gs pos="42857">
                  <a:srgbClr val="000000">
                    <a:alpha val="9907"/>
                  </a:srgbClr>
                </a:gs>
                <a:gs pos="57143">
                  <a:srgbClr val="000000">
                    <a:alpha val="5617"/>
                  </a:srgbClr>
                </a:gs>
                <a:gs pos="71429">
                  <a:srgbClr val="000000">
                    <a:alpha val="2670"/>
                  </a:srgbClr>
                </a:gs>
                <a:gs pos="85714">
                  <a:srgbClr val="000000">
                    <a:alpha val="1064"/>
                  </a:srgbClr>
                </a:gs>
                <a:gs pos="100000">
                  <a:srgbClr val="000000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5320188">
              <a:off x="2309093" y="187958"/>
              <a:ext cx="704202" cy="474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10691304">
              <a:off x="2629207" y="751260"/>
              <a:ext cx="795168" cy="38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4966974">
              <a:off x="1809" y="198578"/>
              <a:ext cx="558267" cy="23319"/>
            </a:xfrm>
            <a:prstGeom prst="ellipse">
              <a:avLst/>
            </a:prstGeom>
            <a:gradFill>
              <a:gsLst>
                <a:gs pos="0">
                  <a:srgbClr val="C3C2C2">
                    <a:alpha val="26844"/>
                  </a:srgbClr>
                </a:gs>
                <a:gs pos="14286">
                  <a:srgbClr val="C3C2C2">
                    <a:alpha val="24971"/>
                  </a:srgbClr>
                </a:gs>
                <a:gs pos="28571">
                  <a:srgbClr val="C3C2C2">
                    <a:alpha val="19994"/>
                  </a:srgbClr>
                </a:gs>
                <a:gs pos="42857">
                  <a:srgbClr val="C3C2C2">
                    <a:alpha val="13612"/>
                  </a:srgbClr>
                </a:gs>
                <a:gs pos="57143">
                  <a:srgbClr val="C3C2C2">
                    <a:alpha val="7788"/>
                  </a:srgbClr>
                </a:gs>
                <a:gs pos="71429">
                  <a:srgbClr val="C3C2C2">
                    <a:alpha val="3724"/>
                  </a:srgbClr>
                </a:gs>
                <a:gs pos="85714">
                  <a:srgbClr val="C3C2C2">
                    <a:alpha val="1489"/>
                  </a:srgbClr>
                </a:gs>
                <a:gs pos="100000">
                  <a:srgbClr val="C3C2C2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4809242">
              <a:off x="2342726" y="679597"/>
              <a:ext cx="282633" cy="923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10096990">
              <a:off x="1305475" y="1178702"/>
              <a:ext cx="366437" cy="961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4693103">
              <a:off x="1478778" y="1671122"/>
              <a:ext cx="309609" cy="52460"/>
            </a:xfrm>
            <a:prstGeom prst="ellipse">
              <a:avLst/>
            </a:prstGeom>
            <a:gradFill>
              <a:gsLst>
                <a:gs pos="0">
                  <a:srgbClr val="EDEDEE">
                    <a:alpha val="18337"/>
                  </a:srgbClr>
                </a:gs>
                <a:gs pos="14286">
                  <a:srgbClr val="EDEDEE">
                    <a:alpha val="16988"/>
                  </a:srgbClr>
                </a:gs>
                <a:gs pos="28571">
                  <a:srgbClr val="EDEDEE">
                    <a:alpha val="13460"/>
                  </a:srgbClr>
                </a:gs>
                <a:gs pos="42857">
                  <a:srgbClr val="EDEDEE">
                    <a:alpha val="9046"/>
                  </a:srgbClr>
                </a:gs>
                <a:gs pos="57143">
                  <a:srgbClr val="EDEDEE">
                    <a:alpha val="5118"/>
                  </a:srgbClr>
                </a:gs>
                <a:gs pos="71429">
                  <a:srgbClr val="EDEDEE">
                    <a:alpha val="2429"/>
                  </a:srgbClr>
                </a:gs>
                <a:gs pos="85714">
                  <a:srgbClr val="EDEDEE">
                    <a:alpha val="968"/>
                  </a:srgbClr>
                </a:gs>
                <a:gs pos="100000">
                  <a:srgbClr val="EDEDEE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045955">
              <a:off x="2039352" y="216087"/>
              <a:ext cx="273758" cy="414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10309129">
              <a:off x="2254597" y="927868"/>
              <a:ext cx="434427" cy="116978"/>
            </a:xfrm>
            <a:prstGeom prst="ellipse">
              <a:avLst/>
            </a:prstGeom>
            <a:gradFill>
              <a:gsLst>
                <a:gs pos="0">
                  <a:srgbClr val="F4F3F4">
                    <a:alpha val="32968"/>
                  </a:srgbClr>
                </a:gs>
                <a:gs pos="14286">
                  <a:srgbClr val="F4F3F4">
                    <a:alpha val="30764"/>
                  </a:srgbClr>
                </a:gs>
                <a:gs pos="28571">
                  <a:srgbClr val="F4F3F4">
                    <a:alpha val="24833"/>
                  </a:srgbClr>
                </a:gs>
                <a:gs pos="42857">
                  <a:srgbClr val="F4F3F4">
                    <a:alpha val="17075"/>
                  </a:srgbClr>
                </a:gs>
                <a:gs pos="57143">
                  <a:srgbClr val="F4F3F4">
                    <a:alpha val="9855"/>
                  </a:srgbClr>
                </a:gs>
                <a:gs pos="71429">
                  <a:srgbClr val="F4F3F4">
                    <a:alpha val="4740"/>
                  </a:srgbClr>
                </a:gs>
                <a:gs pos="85714">
                  <a:srgbClr val="F4F3F4">
                    <a:alpha val="1902"/>
                  </a:srgbClr>
                </a:gs>
                <a:gs pos="100000">
                  <a:srgbClr val="F4F3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10625722">
              <a:off x="2843380" y="640049"/>
              <a:ext cx="754200" cy="44943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4544228">
              <a:off x="2465479" y="184608"/>
              <a:ext cx="632757" cy="46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9428749">
              <a:off x="390148" y="1607828"/>
              <a:ext cx="429418" cy="126375"/>
            </a:xfrm>
            <a:prstGeom prst="ellipse">
              <a:avLst/>
            </a:prstGeom>
            <a:gradFill>
              <a:gsLst>
                <a:gs pos="0">
                  <a:srgbClr val="000002">
                    <a:alpha val="26276"/>
                  </a:srgbClr>
                </a:gs>
                <a:gs pos="14286">
                  <a:srgbClr val="000002">
                    <a:alpha val="24436"/>
                  </a:srgbClr>
                </a:gs>
                <a:gs pos="28571">
                  <a:srgbClr val="000002">
                    <a:alpha val="19552"/>
                  </a:srgbClr>
                </a:gs>
                <a:gs pos="42857">
                  <a:srgbClr val="000002">
                    <a:alpha val="13298"/>
                  </a:srgbClr>
                </a:gs>
                <a:gs pos="57143">
                  <a:srgbClr val="000002">
                    <a:alpha val="7602"/>
                  </a:srgbClr>
                </a:gs>
                <a:gs pos="71429">
                  <a:srgbClr val="000002">
                    <a:alpha val="3634"/>
                  </a:srgbClr>
                </a:gs>
                <a:gs pos="85714">
                  <a:srgbClr val="000002">
                    <a:alpha val="1453"/>
                  </a:srgbClr>
                </a:gs>
                <a:gs pos="100000">
                  <a:srgbClr val="000002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10107978">
              <a:off x="776259" y="1162307"/>
              <a:ext cx="220176" cy="1557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9835715">
              <a:off x="-143143" y="85132"/>
              <a:ext cx="502073" cy="265618"/>
            </a:xfrm>
            <a:prstGeom prst="ellipse">
              <a:avLst/>
            </a:prstGeom>
            <a:gradFill>
              <a:gsLst>
                <a:gs pos="0">
                  <a:srgbClr val="000000">
                    <a:alpha val="26469"/>
                  </a:srgbClr>
                </a:gs>
                <a:gs pos="14286">
                  <a:srgbClr val="000000">
                    <a:alpha val="24617"/>
                  </a:srgbClr>
                </a:gs>
                <a:gs pos="28571">
                  <a:srgbClr val="000000">
                    <a:alpha val="19701"/>
                  </a:srgbClr>
                </a:gs>
                <a:gs pos="42857">
                  <a:srgbClr val="000000">
                    <a:alpha val="13404"/>
                  </a:srgbClr>
                </a:gs>
                <a:gs pos="57143">
                  <a:srgbClr val="000000">
                    <a:alpha val="7665"/>
                  </a:srgbClr>
                </a:gs>
                <a:gs pos="71429">
                  <a:srgbClr val="000000">
                    <a:alpha val="3664"/>
                  </a:srgbClr>
                </a:gs>
                <a:gs pos="85714">
                  <a:srgbClr val="000000">
                    <a:alpha val="1465"/>
                  </a:srgbClr>
                </a:gs>
                <a:gs pos="100000">
                  <a:srgbClr val="000000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10766254">
              <a:off x="2070054" y="277341"/>
              <a:ext cx="787068" cy="374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-10573357">
              <a:off x="185116" y="1586845"/>
              <a:ext cx="613889" cy="72344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-10242774">
              <a:off x="753608" y="1675754"/>
              <a:ext cx="680536" cy="1120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4254652">
              <a:off x="102683" y="1526422"/>
              <a:ext cx="462346" cy="78966"/>
            </a:xfrm>
            <a:prstGeom prst="ellipse">
              <a:avLst/>
            </a:prstGeom>
            <a:gradFill>
              <a:gsLst>
                <a:gs pos="0">
                  <a:srgbClr val="BABABA">
                    <a:alpha val="32968"/>
                  </a:srgbClr>
                </a:gs>
                <a:gs pos="14286">
                  <a:srgbClr val="BABABA">
                    <a:alpha val="30764"/>
                  </a:srgbClr>
                </a:gs>
                <a:gs pos="28571">
                  <a:srgbClr val="BABABA">
                    <a:alpha val="24833"/>
                  </a:srgbClr>
                </a:gs>
                <a:gs pos="42857">
                  <a:srgbClr val="BABABA">
                    <a:alpha val="17075"/>
                  </a:srgbClr>
                </a:gs>
                <a:gs pos="57143">
                  <a:srgbClr val="BABABA">
                    <a:alpha val="9855"/>
                  </a:srgbClr>
                </a:gs>
                <a:gs pos="71429">
                  <a:srgbClr val="BABABA">
                    <a:alpha val="4740"/>
                  </a:srgbClr>
                </a:gs>
                <a:gs pos="85714">
                  <a:srgbClr val="BABABA">
                    <a:alpha val="1902"/>
                  </a:srgbClr>
                </a:gs>
                <a:gs pos="100000">
                  <a:srgbClr val="BABA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10723316">
              <a:off x="2181466" y="276602"/>
              <a:ext cx="788936" cy="91231"/>
            </a:xfrm>
            <a:prstGeom prst="ellipse">
              <a:avLst/>
            </a:prstGeom>
            <a:gradFill>
              <a:gsLst>
                <a:gs pos="0">
                  <a:srgbClr val="F6F5F6">
                    <a:alpha val="32968"/>
                  </a:srgbClr>
                </a:gs>
                <a:gs pos="14286">
                  <a:srgbClr val="F6F5F6">
                    <a:alpha val="30764"/>
                  </a:srgbClr>
                </a:gs>
                <a:gs pos="28571">
                  <a:srgbClr val="F6F5F6">
                    <a:alpha val="24833"/>
                  </a:srgbClr>
                </a:gs>
                <a:gs pos="42857">
                  <a:srgbClr val="F6F5F6">
                    <a:alpha val="17075"/>
                  </a:srgbClr>
                </a:gs>
                <a:gs pos="57143">
                  <a:srgbClr val="F6F5F6">
                    <a:alpha val="9855"/>
                  </a:srgbClr>
                </a:gs>
                <a:gs pos="71429">
                  <a:srgbClr val="F6F5F6">
                    <a:alpha val="4740"/>
                  </a:srgbClr>
                </a:gs>
                <a:gs pos="85714">
                  <a:srgbClr val="F6F5F6">
                    <a:alpha val="1902"/>
                  </a:srgbClr>
                </a:gs>
                <a:gs pos="100000">
                  <a:srgbClr val="F6F5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-9252346">
              <a:off x="-121908" y="223222"/>
              <a:ext cx="492130" cy="112866"/>
            </a:xfrm>
            <a:prstGeom prst="ellipse">
              <a:avLst/>
            </a:prstGeom>
            <a:gradFill>
              <a:gsLst>
                <a:gs pos="0">
                  <a:srgbClr val="CBCBCB">
                    <a:alpha val="25168"/>
                  </a:srgbClr>
                </a:gs>
                <a:gs pos="14286">
                  <a:srgbClr val="CBCBCB">
                    <a:alpha val="23393"/>
                  </a:srgbClr>
                </a:gs>
                <a:gs pos="28571">
                  <a:srgbClr val="CBCBCB">
                    <a:alpha val="18690"/>
                  </a:srgbClr>
                </a:gs>
                <a:gs pos="42857">
                  <a:srgbClr val="CBCBCB">
                    <a:alpha val="12691"/>
                  </a:srgbClr>
                </a:gs>
                <a:gs pos="57143">
                  <a:srgbClr val="CBCBCB">
                    <a:alpha val="7244"/>
                  </a:srgbClr>
                </a:gs>
                <a:gs pos="71429">
                  <a:srgbClr val="CBCBCB">
                    <a:alpha val="3459"/>
                  </a:srgbClr>
                </a:gs>
                <a:gs pos="85714">
                  <a:srgbClr val="CBCBCB">
                    <a:alpha val="1382"/>
                  </a:srgbClr>
                </a:gs>
                <a:gs pos="100000">
                  <a:srgbClr val="CBCBCB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-10592927">
              <a:off x="1216278" y="1100239"/>
              <a:ext cx="351688" cy="51166"/>
            </a:xfrm>
            <a:prstGeom prst="ellipse">
              <a:avLst/>
            </a:prstGeom>
            <a:gradFill>
              <a:gsLst>
                <a:gs pos="0">
                  <a:srgbClr val="BAB9BA">
                    <a:alpha val="32968"/>
                  </a:srgbClr>
                </a:gs>
                <a:gs pos="14286">
                  <a:srgbClr val="BAB9BA">
                    <a:alpha val="30764"/>
                  </a:srgbClr>
                </a:gs>
                <a:gs pos="28571">
                  <a:srgbClr val="BAB9BA">
                    <a:alpha val="24833"/>
                  </a:srgbClr>
                </a:gs>
                <a:gs pos="42857">
                  <a:srgbClr val="BAB9BA">
                    <a:alpha val="17075"/>
                  </a:srgbClr>
                </a:gs>
                <a:gs pos="57143">
                  <a:srgbClr val="BAB9BA">
                    <a:alpha val="9855"/>
                  </a:srgbClr>
                </a:gs>
                <a:gs pos="71429">
                  <a:srgbClr val="BAB9BA">
                    <a:alpha val="4740"/>
                  </a:srgbClr>
                </a:gs>
                <a:gs pos="85714">
                  <a:srgbClr val="BAB9BA">
                    <a:alpha val="1902"/>
                  </a:srgbClr>
                </a:gs>
                <a:gs pos="100000">
                  <a:srgbClr val="BAB9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4308957">
              <a:off x="2495821" y="481670"/>
              <a:ext cx="298633" cy="99581"/>
            </a:xfrm>
            <a:prstGeom prst="ellipse">
              <a:avLst/>
            </a:prstGeom>
            <a:gradFill>
              <a:gsLst>
                <a:gs pos="0">
                  <a:srgbClr val="F8F7F8">
                    <a:alpha val="32968"/>
                  </a:srgbClr>
                </a:gs>
                <a:gs pos="14286">
                  <a:srgbClr val="F8F7F8">
                    <a:alpha val="30764"/>
                  </a:srgbClr>
                </a:gs>
                <a:gs pos="28571">
                  <a:srgbClr val="F8F7F8">
                    <a:alpha val="24833"/>
                  </a:srgbClr>
                </a:gs>
                <a:gs pos="42857">
                  <a:srgbClr val="F8F7F8">
                    <a:alpha val="17075"/>
                  </a:srgbClr>
                </a:gs>
                <a:gs pos="57143">
                  <a:srgbClr val="F8F7F8">
                    <a:alpha val="9855"/>
                  </a:srgbClr>
                </a:gs>
                <a:gs pos="71429">
                  <a:srgbClr val="F8F7F8">
                    <a:alpha val="4740"/>
                  </a:srgbClr>
                </a:gs>
                <a:gs pos="85714">
                  <a:srgbClr val="F8F7F8">
                    <a:alpha val="1902"/>
                  </a:srgbClr>
                </a:gs>
                <a:gs pos="100000">
                  <a:srgbClr val="F8F7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-10683127">
              <a:off x="1050162" y="1245738"/>
              <a:ext cx="772612" cy="354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3156915">
              <a:off x="407071" y="1000182"/>
              <a:ext cx="771548" cy="38246"/>
            </a:xfrm>
            <a:prstGeom prst="ellipse">
              <a:avLst/>
            </a:prstGeom>
            <a:gradFill>
              <a:gsLst>
                <a:gs pos="0">
                  <a:srgbClr val="CFCFCF">
                    <a:alpha val="32968"/>
                  </a:srgbClr>
                </a:gs>
                <a:gs pos="14286">
                  <a:srgbClr val="CFCFCF">
                    <a:alpha val="30764"/>
                  </a:srgbClr>
                </a:gs>
                <a:gs pos="28571">
                  <a:srgbClr val="CFCFCF">
                    <a:alpha val="24833"/>
                  </a:srgbClr>
                </a:gs>
                <a:gs pos="42857">
                  <a:srgbClr val="CFCFCF">
                    <a:alpha val="17075"/>
                  </a:srgbClr>
                </a:gs>
                <a:gs pos="57143">
                  <a:srgbClr val="CFCFCF">
                    <a:alpha val="9855"/>
                  </a:srgbClr>
                </a:gs>
                <a:gs pos="71429">
                  <a:srgbClr val="CFCFCF">
                    <a:alpha val="4740"/>
                  </a:srgbClr>
                </a:gs>
                <a:gs pos="85714">
                  <a:srgbClr val="CFCFCF">
                    <a:alpha val="1902"/>
                  </a:srgbClr>
                </a:gs>
                <a:gs pos="100000">
                  <a:srgbClr val="CF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10284376">
              <a:off x="2356638" y="99458"/>
              <a:ext cx="628989" cy="74742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10310033">
              <a:off x="2837874" y="748475"/>
              <a:ext cx="552265" cy="1035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5516655">
              <a:off x="2192774" y="857591"/>
              <a:ext cx="334808" cy="117302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10641190">
              <a:off x="363318" y="1743277"/>
              <a:ext cx="676920" cy="132946"/>
            </a:xfrm>
            <a:prstGeom prst="ellipse">
              <a:avLst/>
            </a:prstGeom>
            <a:gradFill>
              <a:gsLst>
                <a:gs pos="0">
                  <a:srgbClr val="444442">
                    <a:alpha val="16027"/>
                  </a:srgbClr>
                </a:gs>
                <a:gs pos="14286">
                  <a:srgbClr val="444442">
                    <a:alpha val="14832"/>
                  </a:srgbClr>
                </a:gs>
                <a:gs pos="28571">
                  <a:srgbClr val="444442">
                    <a:alpha val="11720"/>
                  </a:srgbClr>
                </a:gs>
                <a:gs pos="42857">
                  <a:srgbClr val="444442">
                    <a:alpha val="7851"/>
                  </a:srgbClr>
                </a:gs>
                <a:gs pos="57143">
                  <a:srgbClr val="444442">
                    <a:alpha val="4430"/>
                  </a:srgbClr>
                </a:gs>
                <a:gs pos="71429">
                  <a:srgbClr val="444442">
                    <a:alpha val="2098"/>
                  </a:srgbClr>
                </a:gs>
                <a:gs pos="85714">
                  <a:srgbClr val="444442">
                    <a:alpha val="835"/>
                  </a:srgbClr>
                </a:gs>
                <a:gs pos="100000">
                  <a:srgbClr val="444442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5685953">
              <a:off x="3192313" y="479222"/>
              <a:ext cx="335321" cy="98153"/>
            </a:xfrm>
            <a:prstGeom prst="ellipse">
              <a:avLst/>
            </a:prstGeom>
            <a:gradFill>
              <a:gsLst>
                <a:gs pos="0">
                  <a:srgbClr val="F6F7F7">
                    <a:alpha val="32968"/>
                  </a:srgbClr>
                </a:gs>
                <a:gs pos="14286">
                  <a:srgbClr val="F6F7F7">
                    <a:alpha val="30764"/>
                  </a:srgbClr>
                </a:gs>
                <a:gs pos="28571">
                  <a:srgbClr val="F6F7F7">
                    <a:alpha val="24833"/>
                  </a:srgbClr>
                </a:gs>
                <a:gs pos="42857">
                  <a:srgbClr val="F6F7F7">
                    <a:alpha val="17075"/>
                  </a:srgbClr>
                </a:gs>
                <a:gs pos="57143">
                  <a:srgbClr val="F6F7F7">
                    <a:alpha val="9855"/>
                  </a:srgbClr>
                </a:gs>
                <a:gs pos="71429">
                  <a:srgbClr val="F6F7F7">
                    <a:alpha val="4740"/>
                  </a:srgbClr>
                </a:gs>
                <a:gs pos="85714">
                  <a:srgbClr val="F6F7F7">
                    <a:alpha val="1902"/>
                  </a:srgbClr>
                </a:gs>
                <a:gs pos="100000">
                  <a:srgbClr val="F6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5982315">
              <a:off x="468815" y="585279"/>
              <a:ext cx="592311" cy="578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5334343">
              <a:off x="2267931" y="171711"/>
              <a:ext cx="329077" cy="393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10741630">
              <a:off x="2233252" y="582986"/>
              <a:ext cx="590875" cy="1018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10586282">
              <a:off x="2716329" y="1083240"/>
              <a:ext cx="850436" cy="302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-10795981">
              <a:off x="2262071" y="753060"/>
              <a:ext cx="653093" cy="108193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4806723">
              <a:off x="365022" y="447570"/>
              <a:ext cx="236282" cy="1536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4896958">
              <a:off x="2655625" y="802224"/>
              <a:ext cx="575908" cy="37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10498835">
              <a:off x="1059985" y="1165274"/>
              <a:ext cx="569551" cy="1426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-10759781">
              <a:off x="1262892" y="737285"/>
              <a:ext cx="746296" cy="28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-10577471">
              <a:off x="977961" y="898565"/>
              <a:ext cx="276415" cy="358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10725004">
              <a:off x="1151187" y="148389"/>
              <a:ext cx="300298" cy="173356"/>
            </a:xfrm>
            <a:prstGeom prst="ellipse">
              <a:avLst/>
            </a:prstGeom>
            <a:gradFill>
              <a:gsLst>
                <a:gs pos="0">
                  <a:srgbClr val="000000">
                    <a:alpha val="13451"/>
                  </a:srgbClr>
                </a:gs>
                <a:gs pos="14286">
                  <a:srgbClr val="000000">
                    <a:alpha val="12434"/>
                  </a:srgbClr>
                </a:gs>
                <a:gs pos="28571">
                  <a:srgbClr val="000000">
                    <a:alpha val="9796"/>
                  </a:srgbClr>
                </a:gs>
                <a:gs pos="42857">
                  <a:srgbClr val="000000">
                    <a:alpha val="6539"/>
                  </a:srgbClr>
                </a:gs>
                <a:gs pos="57143">
                  <a:srgbClr val="000000">
                    <a:alpha val="3678"/>
                  </a:srgbClr>
                </a:gs>
                <a:gs pos="71429">
                  <a:srgbClr val="000000">
                    <a:alpha val="1739"/>
                  </a:srgbClr>
                </a:gs>
                <a:gs pos="85714">
                  <a:srgbClr val="000000">
                    <a:alpha val="691"/>
                  </a:srgbClr>
                </a:gs>
                <a:gs pos="100000">
                  <a:srgbClr val="000000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-10757387">
              <a:off x="387625" y="1238524"/>
              <a:ext cx="583972" cy="41778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10364661">
              <a:off x="1241070" y="744416"/>
              <a:ext cx="315931" cy="100295"/>
            </a:xfrm>
            <a:prstGeom prst="ellipse">
              <a:avLst/>
            </a:prstGeom>
            <a:gradFill>
              <a:gsLst>
                <a:gs pos="0">
                  <a:srgbClr val="E1E2E1">
                    <a:alpha val="32968"/>
                  </a:srgbClr>
                </a:gs>
                <a:gs pos="14286">
                  <a:srgbClr val="E1E2E1">
                    <a:alpha val="30764"/>
                  </a:srgbClr>
                </a:gs>
                <a:gs pos="28571">
                  <a:srgbClr val="E1E2E1">
                    <a:alpha val="24833"/>
                  </a:srgbClr>
                </a:gs>
                <a:gs pos="42857">
                  <a:srgbClr val="E1E2E1">
                    <a:alpha val="17075"/>
                  </a:srgbClr>
                </a:gs>
                <a:gs pos="57143">
                  <a:srgbClr val="E1E2E1">
                    <a:alpha val="9855"/>
                  </a:srgbClr>
                </a:gs>
                <a:gs pos="71429">
                  <a:srgbClr val="E1E2E1">
                    <a:alpha val="4740"/>
                  </a:srgbClr>
                </a:gs>
                <a:gs pos="85714">
                  <a:srgbClr val="E1E2E1">
                    <a:alpha val="1902"/>
                  </a:srgbClr>
                </a:gs>
                <a:gs pos="100000">
                  <a:srgbClr val="E1E2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-10588723">
              <a:off x="319284" y="1409284"/>
              <a:ext cx="462150" cy="225207"/>
            </a:xfrm>
            <a:prstGeom prst="ellipse">
              <a:avLst/>
            </a:prstGeom>
            <a:gradFill>
              <a:gsLst>
                <a:gs pos="0">
                  <a:srgbClr val="9F9F9E">
                    <a:alpha val="26417"/>
                  </a:srgbClr>
                </a:gs>
                <a:gs pos="14286">
                  <a:srgbClr val="9F9F9E">
                    <a:alpha val="24569"/>
                  </a:srgbClr>
                </a:gs>
                <a:gs pos="28571">
                  <a:srgbClr val="9F9F9E">
                    <a:alpha val="19661"/>
                  </a:srgbClr>
                </a:gs>
                <a:gs pos="42857">
                  <a:srgbClr val="9F9F9E">
                    <a:alpha val="13376"/>
                  </a:srgbClr>
                </a:gs>
                <a:gs pos="57143">
                  <a:srgbClr val="9F9F9E">
                    <a:alpha val="7648"/>
                  </a:srgbClr>
                </a:gs>
                <a:gs pos="71429">
                  <a:srgbClr val="9F9F9E">
                    <a:alpha val="3656"/>
                  </a:srgbClr>
                </a:gs>
                <a:gs pos="85714">
                  <a:srgbClr val="9F9F9E">
                    <a:alpha val="1462"/>
                  </a:srgbClr>
                </a:gs>
                <a:gs pos="100000">
                  <a:srgbClr val="9F9F9E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9479207">
              <a:off x="1821064" y="1032025"/>
              <a:ext cx="550746" cy="753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-10775174">
              <a:off x="2704570" y="577291"/>
              <a:ext cx="686924" cy="108137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4557507">
              <a:off x="2564061" y="196275"/>
              <a:ext cx="152215" cy="407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5367192">
              <a:off x="3148901" y="511813"/>
              <a:ext cx="584818" cy="304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4639530">
              <a:off x="939786" y="988517"/>
              <a:ext cx="259427" cy="101618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5377698">
              <a:off x="2597076" y="1020686"/>
              <a:ext cx="475247" cy="905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10799990">
              <a:off x="903011" y="1098607"/>
              <a:ext cx="688000" cy="12609"/>
            </a:xfrm>
            <a:prstGeom prst="ellipse">
              <a:avLst/>
            </a:prstGeom>
            <a:gradFill>
              <a:gsLst>
                <a:gs pos="0">
                  <a:srgbClr val="CBCBCB">
                    <a:alpha val="32968"/>
                  </a:srgbClr>
                </a:gs>
                <a:gs pos="14286">
                  <a:srgbClr val="CBCBCB">
                    <a:alpha val="30764"/>
                  </a:srgbClr>
                </a:gs>
                <a:gs pos="28571">
                  <a:srgbClr val="CBCBCB">
                    <a:alpha val="24833"/>
                  </a:srgbClr>
                </a:gs>
                <a:gs pos="42857">
                  <a:srgbClr val="CBCBCB">
                    <a:alpha val="17075"/>
                  </a:srgbClr>
                </a:gs>
                <a:gs pos="57143">
                  <a:srgbClr val="CBCBCB">
                    <a:alpha val="9855"/>
                  </a:srgbClr>
                </a:gs>
                <a:gs pos="71429">
                  <a:srgbClr val="CBCBCB">
                    <a:alpha val="4740"/>
                  </a:srgbClr>
                </a:gs>
                <a:gs pos="85714">
                  <a:srgbClr val="CBCBCB">
                    <a:alpha val="1902"/>
                  </a:srgbClr>
                </a:gs>
                <a:gs pos="100000">
                  <a:srgbClr val="CBCB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7888741">
              <a:off x="1160501" y="1175209"/>
              <a:ext cx="278023" cy="86317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4739022">
              <a:off x="2879477" y="985515"/>
              <a:ext cx="637220" cy="924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9317636">
              <a:off x="925721" y="832160"/>
              <a:ext cx="366733" cy="103221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5583879">
              <a:off x="70580" y="166493"/>
              <a:ext cx="188986" cy="54093"/>
            </a:xfrm>
            <a:prstGeom prst="ellipse">
              <a:avLst/>
            </a:prstGeom>
            <a:gradFill>
              <a:gsLst>
                <a:gs pos="0">
                  <a:srgbClr val="DFDDDD">
                    <a:alpha val="32968"/>
                  </a:srgbClr>
                </a:gs>
                <a:gs pos="14286">
                  <a:srgbClr val="DFDDDD">
                    <a:alpha val="30764"/>
                  </a:srgbClr>
                </a:gs>
                <a:gs pos="28571">
                  <a:srgbClr val="DFDDDD">
                    <a:alpha val="24833"/>
                  </a:srgbClr>
                </a:gs>
                <a:gs pos="42857">
                  <a:srgbClr val="DFDDDD">
                    <a:alpha val="17075"/>
                  </a:srgbClr>
                </a:gs>
                <a:gs pos="57143">
                  <a:srgbClr val="DFDDDD">
                    <a:alpha val="9855"/>
                  </a:srgbClr>
                </a:gs>
                <a:gs pos="71429">
                  <a:srgbClr val="DFDDDD">
                    <a:alpha val="4740"/>
                  </a:srgbClr>
                </a:gs>
                <a:gs pos="85714">
                  <a:srgbClr val="DFDDDD">
                    <a:alpha val="1902"/>
                  </a:srgbClr>
                </a:gs>
                <a:gs pos="100000">
                  <a:srgbClr val="DFDD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3756768">
              <a:off x="729784" y="1651361"/>
              <a:ext cx="247843" cy="107942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5901711">
              <a:off x="-124753" y="314770"/>
              <a:ext cx="778937" cy="17188"/>
            </a:xfrm>
            <a:prstGeom prst="ellipse">
              <a:avLst/>
            </a:prstGeom>
            <a:gradFill>
              <a:gsLst>
                <a:gs pos="0">
                  <a:srgbClr val="C2C1C1">
                    <a:alpha val="32968"/>
                  </a:srgbClr>
                </a:gs>
                <a:gs pos="14286">
                  <a:srgbClr val="C2C1C1">
                    <a:alpha val="30764"/>
                  </a:srgbClr>
                </a:gs>
                <a:gs pos="28571">
                  <a:srgbClr val="C2C1C1">
                    <a:alpha val="24833"/>
                  </a:srgbClr>
                </a:gs>
                <a:gs pos="42857">
                  <a:srgbClr val="C2C1C1">
                    <a:alpha val="17075"/>
                  </a:srgbClr>
                </a:gs>
                <a:gs pos="57143">
                  <a:srgbClr val="C2C1C1">
                    <a:alpha val="9855"/>
                  </a:srgbClr>
                </a:gs>
                <a:gs pos="71429">
                  <a:srgbClr val="C2C1C1">
                    <a:alpha val="4740"/>
                  </a:srgbClr>
                </a:gs>
                <a:gs pos="85714">
                  <a:srgbClr val="C2C1C1">
                    <a:alpha val="1902"/>
                  </a:srgbClr>
                </a:gs>
                <a:gs pos="100000">
                  <a:srgbClr val="C2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10025909">
              <a:off x="1754775" y="852319"/>
              <a:ext cx="539429" cy="499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10546876">
              <a:off x="3078491" y="1054166"/>
              <a:ext cx="808782" cy="631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5613291">
              <a:off x="-303428" y="61834"/>
              <a:ext cx="609693" cy="87038"/>
            </a:xfrm>
            <a:prstGeom prst="ellipse">
              <a:avLst/>
            </a:prstGeom>
            <a:gradFill>
              <a:gsLst>
                <a:gs pos="0">
                  <a:srgbClr val="170F11">
                    <a:alpha val="16681"/>
                  </a:srgbClr>
                </a:gs>
                <a:gs pos="14286">
                  <a:srgbClr val="170F11">
                    <a:alpha val="15442"/>
                  </a:srgbClr>
                </a:gs>
                <a:gs pos="28571">
                  <a:srgbClr val="170F11">
                    <a:alpha val="12211"/>
                  </a:srgbClr>
                </a:gs>
                <a:gs pos="42857">
                  <a:srgbClr val="170F11">
                    <a:alpha val="8188"/>
                  </a:srgbClr>
                </a:gs>
                <a:gs pos="57143">
                  <a:srgbClr val="170F11">
                    <a:alpha val="4623"/>
                  </a:srgbClr>
                </a:gs>
                <a:gs pos="71429">
                  <a:srgbClr val="170F11">
                    <a:alpha val="2191"/>
                  </a:srgbClr>
                </a:gs>
                <a:gs pos="85714">
                  <a:srgbClr val="170F11">
                    <a:alpha val="872"/>
                  </a:srgbClr>
                </a:gs>
                <a:gs pos="100000">
                  <a:srgbClr val="170F11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10795983">
              <a:off x="773864" y="588115"/>
              <a:ext cx="217350" cy="76126"/>
            </a:xfrm>
            <a:prstGeom prst="ellipse">
              <a:avLst/>
            </a:prstGeom>
            <a:gradFill>
              <a:gsLst>
                <a:gs pos="0">
                  <a:srgbClr val="E6E6E5">
                    <a:alpha val="32968"/>
                  </a:srgbClr>
                </a:gs>
                <a:gs pos="14286">
                  <a:srgbClr val="E6E6E5">
                    <a:alpha val="30764"/>
                  </a:srgbClr>
                </a:gs>
                <a:gs pos="28571">
                  <a:srgbClr val="E6E6E5">
                    <a:alpha val="24833"/>
                  </a:srgbClr>
                </a:gs>
                <a:gs pos="42857">
                  <a:srgbClr val="E6E6E5">
                    <a:alpha val="17075"/>
                  </a:srgbClr>
                </a:gs>
                <a:gs pos="57143">
                  <a:srgbClr val="E6E6E5">
                    <a:alpha val="9855"/>
                  </a:srgbClr>
                </a:gs>
                <a:gs pos="71429">
                  <a:srgbClr val="E6E6E5">
                    <a:alpha val="4740"/>
                  </a:srgbClr>
                </a:gs>
                <a:gs pos="85714">
                  <a:srgbClr val="E6E6E5">
                    <a:alpha val="1902"/>
                  </a:srgbClr>
                </a:gs>
                <a:gs pos="100000">
                  <a:srgbClr val="E6E6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10782246">
              <a:off x="2575422" y="757934"/>
              <a:ext cx="630717" cy="115040"/>
            </a:xfrm>
            <a:prstGeom prst="ellipse">
              <a:avLst/>
            </a:prstGeom>
            <a:gradFill>
              <a:gsLst>
                <a:gs pos="0">
                  <a:srgbClr val="FAF9F9">
                    <a:alpha val="32968"/>
                  </a:srgbClr>
                </a:gs>
                <a:gs pos="14286">
                  <a:srgbClr val="FAF9F9">
                    <a:alpha val="30764"/>
                  </a:srgbClr>
                </a:gs>
                <a:gs pos="28571">
                  <a:srgbClr val="FAF9F9">
                    <a:alpha val="24833"/>
                  </a:srgbClr>
                </a:gs>
                <a:gs pos="42857">
                  <a:srgbClr val="FAF9F9">
                    <a:alpha val="17075"/>
                  </a:srgbClr>
                </a:gs>
                <a:gs pos="57143">
                  <a:srgbClr val="FAF9F9">
                    <a:alpha val="9855"/>
                  </a:srgbClr>
                </a:gs>
                <a:gs pos="71429">
                  <a:srgbClr val="FAF9F9">
                    <a:alpha val="4740"/>
                  </a:srgbClr>
                </a:gs>
                <a:gs pos="85714">
                  <a:srgbClr val="FAF9F9">
                    <a:alpha val="1902"/>
                  </a:srgbClr>
                </a:gs>
                <a:gs pos="100000">
                  <a:srgbClr val="FA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5551076">
              <a:off x="991138" y="1021055"/>
              <a:ext cx="248587" cy="380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-10797635">
              <a:off x="740754" y="337188"/>
              <a:ext cx="814928" cy="26702"/>
            </a:xfrm>
            <a:prstGeom prst="ellipse">
              <a:avLst/>
            </a:prstGeom>
            <a:gradFill>
              <a:gsLst>
                <a:gs pos="0">
                  <a:srgbClr val="4E5152">
                    <a:alpha val="32968"/>
                  </a:srgbClr>
                </a:gs>
                <a:gs pos="14286">
                  <a:srgbClr val="4E5152">
                    <a:alpha val="30764"/>
                  </a:srgbClr>
                </a:gs>
                <a:gs pos="28571">
                  <a:srgbClr val="4E5152">
                    <a:alpha val="24833"/>
                  </a:srgbClr>
                </a:gs>
                <a:gs pos="42857">
                  <a:srgbClr val="4E5152">
                    <a:alpha val="17075"/>
                  </a:srgbClr>
                </a:gs>
                <a:gs pos="57143">
                  <a:srgbClr val="4E5152">
                    <a:alpha val="9855"/>
                  </a:srgbClr>
                </a:gs>
                <a:gs pos="71429">
                  <a:srgbClr val="4E5152">
                    <a:alpha val="4740"/>
                  </a:srgbClr>
                </a:gs>
                <a:gs pos="85714">
                  <a:srgbClr val="4E5152">
                    <a:alpha val="1902"/>
                  </a:srgbClr>
                </a:gs>
                <a:gs pos="100000">
                  <a:srgbClr val="4E51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2736456">
              <a:off x="1744799" y="207649"/>
              <a:ext cx="454816" cy="473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10772163">
              <a:off x="2166252" y="1025870"/>
              <a:ext cx="715408" cy="30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5036970">
              <a:off x="1768706" y="210632"/>
              <a:ext cx="341682" cy="436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769871">
              <a:off x="1854634" y="922129"/>
              <a:ext cx="712643" cy="127696"/>
            </a:xfrm>
            <a:prstGeom prst="ellipse">
              <a:avLst/>
            </a:prstGeom>
            <a:gradFill>
              <a:gsLst>
                <a:gs pos="0">
                  <a:srgbClr val="EAEBEB">
                    <a:alpha val="32968"/>
                  </a:srgbClr>
                </a:gs>
                <a:gs pos="14286">
                  <a:srgbClr val="EAEBEB">
                    <a:alpha val="30764"/>
                  </a:srgbClr>
                </a:gs>
                <a:gs pos="28571">
                  <a:srgbClr val="EAEBEB">
                    <a:alpha val="24833"/>
                  </a:srgbClr>
                </a:gs>
                <a:gs pos="42857">
                  <a:srgbClr val="EAEBEB">
                    <a:alpha val="17075"/>
                  </a:srgbClr>
                </a:gs>
                <a:gs pos="57143">
                  <a:srgbClr val="EAEBEB">
                    <a:alpha val="9855"/>
                  </a:srgbClr>
                </a:gs>
                <a:gs pos="71429">
                  <a:srgbClr val="EAEBEB">
                    <a:alpha val="4740"/>
                  </a:srgbClr>
                </a:gs>
                <a:gs pos="85714">
                  <a:srgbClr val="EAEBEB">
                    <a:alpha val="1902"/>
                  </a:srgbClr>
                </a:gs>
                <a:gs pos="100000">
                  <a:srgbClr val="EA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5668857">
              <a:off x="3235797" y="591579"/>
              <a:ext cx="741718" cy="133272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10716999">
              <a:off x="1268368" y="136701"/>
              <a:ext cx="474194" cy="135050"/>
            </a:xfrm>
            <a:prstGeom prst="ellipse">
              <a:avLst/>
            </a:prstGeom>
            <a:gradFill>
              <a:gsLst>
                <a:gs pos="0">
                  <a:srgbClr val="000000">
                    <a:alpha val="25704"/>
                  </a:srgbClr>
                </a:gs>
                <a:gs pos="14286">
                  <a:srgbClr val="000000">
                    <a:alpha val="23897"/>
                  </a:srgbClr>
                </a:gs>
                <a:gs pos="28571">
                  <a:srgbClr val="000000">
                    <a:alpha val="19106"/>
                  </a:srgbClr>
                </a:gs>
                <a:gs pos="42857">
                  <a:srgbClr val="000000">
                    <a:alpha val="12984"/>
                  </a:srgbClr>
                </a:gs>
                <a:gs pos="57143">
                  <a:srgbClr val="000000">
                    <a:alpha val="7417"/>
                  </a:srgbClr>
                </a:gs>
                <a:gs pos="71429">
                  <a:srgbClr val="000000">
                    <a:alpha val="3543"/>
                  </a:srgbClr>
                </a:gs>
                <a:gs pos="85714">
                  <a:srgbClr val="000000">
                    <a:alpha val="1416"/>
                  </a:srgbClr>
                </a:gs>
                <a:gs pos="100000">
                  <a:srgbClr val="000000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6196549">
              <a:off x="2914491" y="639559"/>
              <a:ext cx="766299" cy="714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10725161">
              <a:off x="752167" y="641686"/>
              <a:ext cx="259576" cy="37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4773362">
              <a:off x="2328358" y="630446"/>
              <a:ext cx="610927" cy="27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6085949">
              <a:off x="541715" y="531466"/>
              <a:ext cx="536381" cy="126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10565859">
              <a:off x="1012669" y="1743622"/>
              <a:ext cx="452653" cy="66641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5439753">
              <a:off x="2008269" y="661853"/>
              <a:ext cx="772832" cy="25969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-10770627">
              <a:off x="971562" y="673404"/>
              <a:ext cx="763546" cy="330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10750503">
              <a:off x="2541992" y="512215"/>
              <a:ext cx="587600" cy="29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4722657">
              <a:off x="477928" y="1193595"/>
              <a:ext cx="707266" cy="62265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8476537">
              <a:off x="962686" y="921696"/>
              <a:ext cx="403875" cy="42400"/>
            </a:xfrm>
            <a:prstGeom prst="ellipse">
              <a:avLst/>
            </a:prstGeom>
            <a:gradFill>
              <a:gsLst>
                <a:gs pos="0">
                  <a:srgbClr val="DBD9DA">
                    <a:alpha val="32968"/>
                  </a:srgbClr>
                </a:gs>
                <a:gs pos="14286">
                  <a:srgbClr val="DBD9DA">
                    <a:alpha val="30764"/>
                  </a:srgbClr>
                </a:gs>
                <a:gs pos="28571">
                  <a:srgbClr val="DBD9DA">
                    <a:alpha val="24833"/>
                  </a:srgbClr>
                </a:gs>
                <a:gs pos="42857">
                  <a:srgbClr val="DBD9DA">
                    <a:alpha val="17075"/>
                  </a:srgbClr>
                </a:gs>
                <a:gs pos="57143">
                  <a:srgbClr val="DBD9DA">
                    <a:alpha val="9855"/>
                  </a:srgbClr>
                </a:gs>
                <a:gs pos="71429">
                  <a:srgbClr val="DBD9DA">
                    <a:alpha val="4740"/>
                  </a:srgbClr>
                </a:gs>
                <a:gs pos="85714">
                  <a:srgbClr val="DBD9DA">
                    <a:alpha val="1902"/>
                  </a:srgbClr>
                </a:gs>
                <a:gs pos="100000">
                  <a:srgbClr val="DBD9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-10658379">
              <a:off x="892624" y="1751701"/>
              <a:ext cx="848836" cy="23397"/>
            </a:xfrm>
            <a:prstGeom prst="ellipse">
              <a:avLst/>
            </a:prstGeom>
            <a:gradFill>
              <a:gsLst>
                <a:gs pos="0">
                  <a:srgbClr val="CBCCCC">
                    <a:alpha val="32968"/>
                  </a:srgbClr>
                </a:gs>
                <a:gs pos="14286">
                  <a:srgbClr val="CBCCCC">
                    <a:alpha val="30764"/>
                  </a:srgbClr>
                </a:gs>
                <a:gs pos="28571">
                  <a:srgbClr val="CBCCCC">
                    <a:alpha val="24833"/>
                  </a:srgbClr>
                </a:gs>
                <a:gs pos="42857">
                  <a:srgbClr val="CBCCCC">
                    <a:alpha val="17075"/>
                  </a:srgbClr>
                </a:gs>
                <a:gs pos="57143">
                  <a:srgbClr val="CBCCCC">
                    <a:alpha val="9855"/>
                  </a:srgbClr>
                </a:gs>
                <a:gs pos="71429">
                  <a:srgbClr val="CBCCCC">
                    <a:alpha val="4740"/>
                  </a:srgbClr>
                </a:gs>
                <a:gs pos="85714">
                  <a:srgbClr val="CBCCCC">
                    <a:alpha val="1902"/>
                  </a:srgbClr>
                </a:gs>
                <a:gs pos="100000">
                  <a:srgbClr val="CB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10626003">
              <a:off x="3156511" y="560864"/>
              <a:ext cx="673351" cy="630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5510639">
              <a:off x="1145439" y="660544"/>
              <a:ext cx="184523" cy="986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5503066">
              <a:off x="1105566" y="926702"/>
              <a:ext cx="673455" cy="317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5344979">
              <a:off x="1404623" y="681732"/>
              <a:ext cx="262874" cy="379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10786504">
              <a:off x="2007675" y="161781"/>
              <a:ext cx="609032" cy="325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10739630">
              <a:off x="2215635" y="909397"/>
              <a:ext cx="721613" cy="358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5291448">
              <a:off x="2828637" y="885024"/>
              <a:ext cx="362538" cy="6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4391107">
              <a:off x="887311" y="1656092"/>
              <a:ext cx="176857" cy="105619"/>
            </a:xfrm>
            <a:prstGeom prst="ellipse">
              <a:avLst/>
            </a:prstGeom>
            <a:gradFill>
              <a:gsLst>
                <a:gs pos="0">
                  <a:srgbClr val="EEEEED">
                    <a:alpha val="32968"/>
                  </a:srgbClr>
                </a:gs>
                <a:gs pos="14286">
                  <a:srgbClr val="EEEEED">
                    <a:alpha val="30764"/>
                  </a:srgbClr>
                </a:gs>
                <a:gs pos="28571">
                  <a:srgbClr val="EEEEED">
                    <a:alpha val="24833"/>
                  </a:srgbClr>
                </a:gs>
                <a:gs pos="42857">
                  <a:srgbClr val="EEEEED">
                    <a:alpha val="17075"/>
                  </a:srgbClr>
                </a:gs>
                <a:gs pos="57143">
                  <a:srgbClr val="EEEEED">
                    <a:alpha val="9855"/>
                  </a:srgbClr>
                </a:gs>
                <a:gs pos="71429">
                  <a:srgbClr val="EEEEED">
                    <a:alpha val="4740"/>
                  </a:srgbClr>
                </a:gs>
                <a:gs pos="85714">
                  <a:srgbClr val="EEEEED">
                    <a:alpha val="1902"/>
                  </a:srgbClr>
                </a:gs>
                <a:gs pos="100000">
                  <a:srgbClr val="EEEE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4949833">
              <a:off x="2950858" y="521984"/>
              <a:ext cx="567527" cy="280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-10671575">
              <a:off x="1113873" y="913534"/>
              <a:ext cx="615460" cy="96404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6031636">
              <a:off x="403425" y="1656112"/>
              <a:ext cx="719586" cy="31490"/>
            </a:xfrm>
            <a:prstGeom prst="ellipse">
              <a:avLst/>
            </a:prstGeom>
            <a:gradFill>
              <a:gsLst>
                <a:gs pos="0">
                  <a:srgbClr val="C5C4C5">
                    <a:alpha val="32968"/>
                  </a:srgbClr>
                </a:gs>
                <a:gs pos="14286">
                  <a:srgbClr val="C5C4C5">
                    <a:alpha val="30764"/>
                  </a:srgbClr>
                </a:gs>
                <a:gs pos="28571">
                  <a:srgbClr val="C5C4C5">
                    <a:alpha val="24833"/>
                  </a:srgbClr>
                </a:gs>
                <a:gs pos="42857">
                  <a:srgbClr val="C5C4C5">
                    <a:alpha val="17075"/>
                  </a:srgbClr>
                </a:gs>
                <a:gs pos="57143">
                  <a:srgbClr val="C5C4C5">
                    <a:alpha val="9855"/>
                  </a:srgbClr>
                </a:gs>
                <a:gs pos="71429">
                  <a:srgbClr val="C5C4C5">
                    <a:alpha val="4740"/>
                  </a:srgbClr>
                </a:gs>
                <a:gs pos="85714">
                  <a:srgbClr val="C5C4C5">
                    <a:alpha val="1902"/>
                  </a:srgbClr>
                </a:gs>
                <a:gs pos="100000">
                  <a:srgbClr val="C5C4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10650196">
              <a:off x="1017513" y="1695718"/>
              <a:ext cx="720346" cy="316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9648884">
              <a:off x="1269400" y="689749"/>
              <a:ext cx="380330" cy="321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-10708954">
              <a:off x="1420211" y="654223"/>
              <a:ext cx="403324" cy="1369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-10272332">
              <a:off x="426659" y="1494248"/>
              <a:ext cx="662197" cy="194575"/>
            </a:xfrm>
            <a:prstGeom prst="ellipse">
              <a:avLst/>
            </a:prstGeom>
            <a:gradFill>
              <a:gsLst>
                <a:gs pos="0">
                  <a:srgbClr val="969595">
                    <a:alpha val="12329"/>
                  </a:srgbClr>
                </a:gs>
                <a:gs pos="14286">
                  <a:srgbClr val="969595">
                    <a:alpha val="11391"/>
                  </a:srgbClr>
                </a:gs>
                <a:gs pos="28571">
                  <a:srgbClr val="969595">
                    <a:alpha val="8963"/>
                  </a:srgbClr>
                </a:gs>
                <a:gs pos="42857">
                  <a:srgbClr val="969595">
                    <a:alpha val="5973"/>
                  </a:srgbClr>
                </a:gs>
                <a:gs pos="57143">
                  <a:srgbClr val="969595">
                    <a:alpha val="3355"/>
                  </a:srgbClr>
                </a:gs>
                <a:gs pos="71429">
                  <a:srgbClr val="969595">
                    <a:alpha val="1585"/>
                  </a:srgbClr>
                </a:gs>
                <a:gs pos="85714">
                  <a:srgbClr val="969595">
                    <a:alpha val="630"/>
                  </a:srgbClr>
                </a:gs>
                <a:gs pos="100000">
                  <a:srgbClr val="969595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8456258">
              <a:off x="565404" y="1135343"/>
              <a:ext cx="372162" cy="1360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6020287">
              <a:off x="2996439" y="1058416"/>
              <a:ext cx="108011" cy="452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10471553">
              <a:off x="1651125" y="753010"/>
              <a:ext cx="451795" cy="105963"/>
            </a:xfrm>
            <a:prstGeom prst="ellipse">
              <a:avLst/>
            </a:prstGeom>
            <a:gradFill>
              <a:gsLst>
                <a:gs pos="0">
                  <a:srgbClr val="E6E6E6">
                    <a:alpha val="32968"/>
                  </a:srgbClr>
                </a:gs>
                <a:gs pos="14286">
                  <a:srgbClr val="E6E6E6">
                    <a:alpha val="30764"/>
                  </a:srgbClr>
                </a:gs>
                <a:gs pos="28571">
                  <a:srgbClr val="E6E6E6">
                    <a:alpha val="24833"/>
                  </a:srgbClr>
                </a:gs>
                <a:gs pos="42857">
                  <a:srgbClr val="E6E6E6">
                    <a:alpha val="17075"/>
                  </a:srgbClr>
                </a:gs>
                <a:gs pos="57143">
                  <a:srgbClr val="E6E6E6">
                    <a:alpha val="9855"/>
                  </a:srgbClr>
                </a:gs>
                <a:gs pos="71429">
                  <a:srgbClr val="E6E6E6">
                    <a:alpha val="4740"/>
                  </a:srgbClr>
                </a:gs>
                <a:gs pos="85714">
                  <a:srgbClr val="E6E6E6">
                    <a:alpha val="1902"/>
                  </a:srgbClr>
                </a:gs>
                <a:gs pos="100000">
                  <a:srgbClr val="E6E6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10761188">
              <a:off x="1154483" y="1099014"/>
              <a:ext cx="891614" cy="34456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10754621">
              <a:off x="1737804" y="274357"/>
              <a:ext cx="754621" cy="48300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-10542472">
              <a:off x="2126761" y="431403"/>
              <a:ext cx="723645" cy="83258"/>
            </a:xfrm>
            <a:prstGeom prst="ellipse">
              <a:avLst/>
            </a:prstGeom>
            <a:gradFill>
              <a:gsLst>
                <a:gs pos="0">
                  <a:srgbClr val="F1F0F1">
                    <a:alpha val="32968"/>
                  </a:srgbClr>
                </a:gs>
                <a:gs pos="14286">
                  <a:srgbClr val="F1F0F1">
                    <a:alpha val="30764"/>
                  </a:srgbClr>
                </a:gs>
                <a:gs pos="28571">
                  <a:srgbClr val="F1F0F1">
                    <a:alpha val="24833"/>
                  </a:srgbClr>
                </a:gs>
                <a:gs pos="42857">
                  <a:srgbClr val="F1F0F1">
                    <a:alpha val="17075"/>
                  </a:srgbClr>
                </a:gs>
                <a:gs pos="57143">
                  <a:srgbClr val="F1F0F1">
                    <a:alpha val="9855"/>
                  </a:srgbClr>
                </a:gs>
                <a:gs pos="71429">
                  <a:srgbClr val="F1F0F1">
                    <a:alpha val="4740"/>
                  </a:srgbClr>
                </a:gs>
                <a:gs pos="85714">
                  <a:srgbClr val="F1F0F1">
                    <a:alpha val="1902"/>
                  </a:srgbClr>
                </a:gs>
                <a:gs pos="100000">
                  <a:srgbClr val="F1F0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-10764886">
              <a:off x="1078756" y="1272119"/>
              <a:ext cx="656931" cy="17026"/>
            </a:xfrm>
            <a:prstGeom prst="ellipse">
              <a:avLst/>
            </a:prstGeom>
            <a:gradFill>
              <a:gsLst>
                <a:gs pos="0">
                  <a:srgbClr val="F1F1F0">
                    <a:alpha val="32707"/>
                  </a:srgbClr>
                </a:gs>
                <a:gs pos="14286">
                  <a:srgbClr val="F1F1F0">
                    <a:alpha val="30516"/>
                  </a:srgbClr>
                </a:gs>
                <a:gs pos="28571">
                  <a:srgbClr val="F1F1F0">
                    <a:alpha val="24624"/>
                  </a:srgbClr>
                </a:gs>
                <a:gs pos="42857">
                  <a:srgbClr val="F1F1F0">
                    <a:alpha val="16924"/>
                  </a:srgbClr>
                </a:gs>
                <a:gs pos="57143">
                  <a:srgbClr val="F1F1F0">
                    <a:alpha val="9764"/>
                  </a:srgbClr>
                </a:gs>
                <a:gs pos="71429">
                  <a:srgbClr val="F1F1F0">
                    <a:alpha val="4695"/>
                  </a:srgbClr>
                </a:gs>
                <a:gs pos="85714">
                  <a:srgbClr val="F1F1F0">
                    <a:alpha val="1884"/>
                  </a:srgbClr>
                </a:gs>
                <a:gs pos="100000">
                  <a:srgbClr val="F1F1F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9161741">
              <a:off x="1369020" y="1217397"/>
              <a:ext cx="328876" cy="330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10721861">
              <a:off x="1539394" y="158276"/>
              <a:ext cx="615983" cy="39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9456072">
              <a:off x="1900250" y="1027308"/>
              <a:ext cx="411557" cy="88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10237838">
              <a:off x="3252977" y="-112326"/>
              <a:ext cx="562831" cy="225081"/>
            </a:xfrm>
            <a:prstGeom prst="ellipse">
              <a:avLst/>
            </a:prstGeom>
            <a:gradFill>
              <a:gsLst>
                <a:gs pos="0">
                  <a:srgbClr val="F9F9FA">
                    <a:alpha val="31300"/>
                  </a:srgbClr>
                </a:gs>
                <a:gs pos="14286">
                  <a:srgbClr val="F9F9FA">
                    <a:alpha val="29182"/>
                  </a:srgbClr>
                </a:gs>
                <a:gs pos="28571">
                  <a:srgbClr val="F9F9FA">
                    <a:alpha val="23503"/>
                  </a:srgbClr>
                </a:gs>
                <a:gs pos="42857">
                  <a:srgbClr val="F9F9FA">
                    <a:alpha val="16116"/>
                  </a:srgbClr>
                </a:gs>
                <a:gs pos="57143">
                  <a:srgbClr val="F9F9FA">
                    <a:alpha val="9278"/>
                  </a:srgbClr>
                </a:gs>
                <a:gs pos="71429">
                  <a:srgbClr val="F9F9FA">
                    <a:alpha val="4456"/>
                  </a:srgbClr>
                </a:gs>
                <a:gs pos="85714">
                  <a:srgbClr val="F9F9FA">
                    <a:alpha val="1786"/>
                  </a:srgbClr>
                </a:gs>
                <a:gs pos="100000">
                  <a:srgbClr val="F9F9FA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9722603">
              <a:off x="3180246" y="-118230"/>
              <a:ext cx="428280" cy="267275"/>
            </a:xfrm>
            <a:prstGeom prst="ellipse">
              <a:avLst/>
            </a:prstGeom>
            <a:gradFill>
              <a:gsLst>
                <a:gs pos="0">
                  <a:srgbClr val="F8F7F7">
                    <a:alpha val="31380"/>
                  </a:srgbClr>
                </a:gs>
                <a:gs pos="14286">
                  <a:srgbClr val="F8F7F7">
                    <a:alpha val="29258"/>
                  </a:srgbClr>
                </a:gs>
                <a:gs pos="28571">
                  <a:srgbClr val="F8F7F7">
                    <a:alpha val="23566"/>
                  </a:srgbClr>
                </a:gs>
                <a:gs pos="42857">
                  <a:srgbClr val="F8F7F7">
                    <a:alpha val="16162"/>
                  </a:srgbClr>
                </a:gs>
                <a:gs pos="57143">
                  <a:srgbClr val="F8F7F7">
                    <a:alpha val="9306"/>
                  </a:srgbClr>
                </a:gs>
                <a:gs pos="71429">
                  <a:srgbClr val="F8F7F7">
                    <a:alpha val="4469"/>
                  </a:srgbClr>
                </a:gs>
                <a:gs pos="85714">
                  <a:srgbClr val="F8F7F7">
                    <a:alpha val="1792"/>
                  </a:srgbClr>
                </a:gs>
                <a:gs pos="100000">
                  <a:srgbClr val="F8F7F7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3952110">
              <a:off x="3244122" y="-81096"/>
              <a:ext cx="347833" cy="343627"/>
            </a:xfrm>
            <a:prstGeom prst="ellipse">
              <a:avLst/>
            </a:prstGeom>
            <a:gradFill>
              <a:gsLst>
                <a:gs pos="0">
                  <a:srgbClr val="C0C0BF">
                    <a:alpha val="16043"/>
                  </a:srgbClr>
                </a:gs>
                <a:gs pos="14286">
                  <a:srgbClr val="C0C0BF">
                    <a:alpha val="14847"/>
                  </a:srgbClr>
                </a:gs>
                <a:gs pos="28571">
                  <a:srgbClr val="C0C0BF">
                    <a:alpha val="11732"/>
                  </a:srgbClr>
                </a:gs>
                <a:gs pos="42857">
                  <a:srgbClr val="C0C0BF">
                    <a:alpha val="7859"/>
                  </a:srgbClr>
                </a:gs>
                <a:gs pos="57143">
                  <a:srgbClr val="C0C0BF">
                    <a:alpha val="4434"/>
                  </a:srgbClr>
                </a:gs>
                <a:gs pos="71429">
                  <a:srgbClr val="C0C0BF">
                    <a:alpha val="2101"/>
                  </a:srgbClr>
                </a:gs>
                <a:gs pos="85714">
                  <a:srgbClr val="C0C0BF">
                    <a:alpha val="836"/>
                  </a:srgbClr>
                </a:gs>
                <a:gs pos="100000">
                  <a:srgbClr val="C0C0BF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-10769789">
              <a:off x="1773263" y="1749957"/>
              <a:ext cx="628768" cy="412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5270390">
              <a:off x="2769153" y="1062190"/>
              <a:ext cx="694999" cy="322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5755738">
              <a:off x="1930269" y="683860"/>
              <a:ext cx="266060" cy="1017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9613760">
              <a:off x="486748" y="1243031"/>
              <a:ext cx="365779" cy="279161"/>
            </a:xfrm>
            <a:prstGeom prst="ellipse">
              <a:avLst/>
            </a:prstGeom>
            <a:gradFill>
              <a:gsLst>
                <a:gs pos="0">
                  <a:srgbClr val="9C9D9C">
                    <a:alpha val="32968"/>
                  </a:srgbClr>
                </a:gs>
                <a:gs pos="14286">
                  <a:srgbClr val="9C9D9C">
                    <a:alpha val="30764"/>
                  </a:srgbClr>
                </a:gs>
                <a:gs pos="28571">
                  <a:srgbClr val="9C9D9C">
                    <a:alpha val="24833"/>
                  </a:srgbClr>
                </a:gs>
                <a:gs pos="42857">
                  <a:srgbClr val="9C9D9C">
                    <a:alpha val="17075"/>
                  </a:srgbClr>
                </a:gs>
                <a:gs pos="57143">
                  <a:srgbClr val="9C9D9C">
                    <a:alpha val="9855"/>
                  </a:srgbClr>
                </a:gs>
                <a:gs pos="71429">
                  <a:srgbClr val="9C9D9C">
                    <a:alpha val="4740"/>
                  </a:srgbClr>
                </a:gs>
                <a:gs pos="85714">
                  <a:srgbClr val="9C9D9C">
                    <a:alpha val="1902"/>
                  </a:srgbClr>
                </a:gs>
                <a:gs pos="100000">
                  <a:srgbClr val="9C9D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8245426">
              <a:off x="2871733" y="870108"/>
              <a:ext cx="252049" cy="34118"/>
            </a:xfrm>
            <a:prstGeom prst="ellipse">
              <a:avLst/>
            </a:prstGeom>
            <a:gradFill>
              <a:gsLst>
                <a:gs pos="0">
                  <a:srgbClr val="0E1B1C">
                    <a:alpha val="32968"/>
                  </a:srgbClr>
                </a:gs>
                <a:gs pos="14286">
                  <a:srgbClr val="0E1B1C">
                    <a:alpha val="30764"/>
                  </a:srgbClr>
                </a:gs>
                <a:gs pos="28571">
                  <a:srgbClr val="0E1B1C">
                    <a:alpha val="24833"/>
                  </a:srgbClr>
                </a:gs>
                <a:gs pos="42857">
                  <a:srgbClr val="0E1B1C">
                    <a:alpha val="17075"/>
                  </a:srgbClr>
                </a:gs>
                <a:gs pos="57143">
                  <a:srgbClr val="0E1B1C">
                    <a:alpha val="9855"/>
                  </a:srgbClr>
                </a:gs>
                <a:gs pos="71429">
                  <a:srgbClr val="0E1B1C">
                    <a:alpha val="4740"/>
                  </a:srgbClr>
                </a:gs>
                <a:gs pos="85714">
                  <a:srgbClr val="0E1B1C">
                    <a:alpha val="1902"/>
                  </a:srgbClr>
                </a:gs>
                <a:gs pos="100000">
                  <a:srgbClr val="0E1B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3555737">
              <a:off x="1041578" y="1121236"/>
              <a:ext cx="428741" cy="221140"/>
            </a:xfrm>
            <a:prstGeom prst="ellipse">
              <a:avLst/>
            </a:prstGeom>
            <a:gradFill>
              <a:gsLst>
                <a:gs pos="0">
                  <a:srgbClr val="000000">
                    <a:alpha val="9637"/>
                  </a:srgbClr>
                </a:gs>
                <a:gs pos="14286">
                  <a:srgbClr val="000000">
                    <a:alpha val="8893"/>
                  </a:srgbClr>
                </a:gs>
                <a:gs pos="28571">
                  <a:srgbClr val="000000">
                    <a:alpha val="6976"/>
                  </a:srgbClr>
                </a:gs>
                <a:gs pos="42857">
                  <a:srgbClr val="000000">
                    <a:alpha val="4633"/>
                  </a:srgbClr>
                </a:gs>
                <a:gs pos="57143">
                  <a:srgbClr val="000000">
                    <a:alpha val="2594"/>
                  </a:srgbClr>
                </a:gs>
                <a:gs pos="71429">
                  <a:srgbClr val="000000">
                    <a:alpha val="1223"/>
                  </a:srgbClr>
                </a:gs>
                <a:gs pos="85714">
                  <a:srgbClr val="000000">
                    <a:alpha val="485"/>
                  </a:srgbClr>
                </a:gs>
                <a:gs pos="100000">
                  <a:srgbClr val="00000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10789976">
              <a:off x="685715" y="582940"/>
              <a:ext cx="754792" cy="22849"/>
            </a:xfrm>
            <a:prstGeom prst="ellipse">
              <a:avLst/>
            </a:prstGeom>
            <a:gradFill>
              <a:gsLst>
                <a:gs pos="0">
                  <a:srgbClr val="F2F2F1">
                    <a:alpha val="32968"/>
                  </a:srgbClr>
                </a:gs>
                <a:gs pos="14286">
                  <a:srgbClr val="F2F2F1">
                    <a:alpha val="30764"/>
                  </a:srgbClr>
                </a:gs>
                <a:gs pos="28571">
                  <a:srgbClr val="F2F2F1">
                    <a:alpha val="24833"/>
                  </a:srgbClr>
                </a:gs>
                <a:gs pos="42857">
                  <a:srgbClr val="F2F2F1">
                    <a:alpha val="17075"/>
                  </a:srgbClr>
                </a:gs>
                <a:gs pos="57143">
                  <a:srgbClr val="F2F2F1">
                    <a:alpha val="9855"/>
                  </a:srgbClr>
                </a:gs>
                <a:gs pos="71429">
                  <a:srgbClr val="F2F2F1">
                    <a:alpha val="4740"/>
                  </a:srgbClr>
                </a:gs>
                <a:gs pos="85714">
                  <a:srgbClr val="F2F2F1">
                    <a:alpha val="1902"/>
                  </a:srgbClr>
                </a:gs>
                <a:gs pos="100000">
                  <a:srgbClr val="F2F2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8165101">
              <a:off x="1669455" y="805731"/>
              <a:ext cx="268118" cy="138734"/>
            </a:xfrm>
            <a:prstGeom prst="ellipse">
              <a:avLst/>
            </a:prstGeom>
            <a:gradFill>
              <a:gsLst>
                <a:gs pos="0">
                  <a:srgbClr val="010001">
                    <a:alpha val="27034"/>
                  </a:srgbClr>
                </a:gs>
                <a:gs pos="14286">
                  <a:srgbClr val="010001">
                    <a:alpha val="25150"/>
                  </a:srgbClr>
                </a:gs>
                <a:gs pos="28571">
                  <a:srgbClr val="010001">
                    <a:alpha val="20142"/>
                  </a:srgbClr>
                </a:gs>
                <a:gs pos="42857">
                  <a:srgbClr val="010001">
                    <a:alpha val="13717"/>
                  </a:srgbClr>
                </a:gs>
                <a:gs pos="57143">
                  <a:srgbClr val="010001">
                    <a:alpha val="7850"/>
                  </a:srgbClr>
                </a:gs>
                <a:gs pos="71429">
                  <a:srgbClr val="010001">
                    <a:alpha val="3754"/>
                  </a:srgbClr>
                </a:gs>
                <a:gs pos="85714">
                  <a:srgbClr val="010001">
                    <a:alpha val="1502"/>
                  </a:srgbClr>
                </a:gs>
                <a:gs pos="100000">
                  <a:srgbClr val="010001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5144593">
              <a:off x="3298427" y="518577"/>
              <a:ext cx="220946" cy="322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4791048">
              <a:off x="2445033" y="651444"/>
              <a:ext cx="537476" cy="223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5330489">
              <a:off x="3078795" y="1070624"/>
              <a:ext cx="806378" cy="257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4967128">
              <a:off x="2651966" y="920892"/>
              <a:ext cx="693183" cy="284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7542387">
              <a:off x="923086" y="614277"/>
              <a:ext cx="531869" cy="241398"/>
            </a:xfrm>
            <a:prstGeom prst="ellipse">
              <a:avLst/>
            </a:prstGeom>
            <a:gradFill>
              <a:gsLst>
                <a:gs pos="0">
                  <a:srgbClr val="000000">
                    <a:alpha val="9767"/>
                  </a:srgbClr>
                </a:gs>
                <a:gs pos="14286">
                  <a:srgbClr val="000000">
                    <a:alpha val="9014"/>
                  </a:srgbClr>
                </a:gs>
                <a:gs pos="28571">
                  <a:srgbClr val="000000">
                    <a:alpha val="7072"/>
                  </a:srgbClr>
                </a:gs>
                <a:gs pos="42857">
                  <a:srgbClr val="000000">
                    <a:alpha val="4697"/>
                  </a:srgbClr>
                </a:gs>
                <a:gs pos="57143">
                  <a:srgbClr val="000000">
                    <a:alpha val="2630"/>
                  </a:srgbClr>
                </a:gs>
                <a:gs pos="71429">
                  <a:srgbClr val="000000">
                    <a:alpha val="1240"/>
                  </a:srgbClr>
                </a:gs>
                <a:gs pos="85714">
                  <a:srgbClr val="000000">
                    <a:alpha val="492"/>
                  </a:srgbClr>
                </a:gs>
                <a:gs pos="100000">
                  <a:srgbClr val="000000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-9471695">
              <a:off x="3416646" y="1054939"/>
              <a:ext cx="425049" cy="342533"/>
            </a:xfrm>
            <a:prstGeom prst="ellipse">
              <a:avLst/>
            </a:prstGeom>
            <a:gradFill>
              <a:gsLst>
                <a:gs pos="0">
                  <a:srgbClr val="F7F8F7">
                    <a:alpha val="30682"/>
                  </a:srgbClr>
                </a:gs>
                <a:gs pos="14286">
                  <a:srgbClr val="F7F8F7">
                    <a:alpha val="28597"/>
                  </a:srgbClr>
                </a:gs>
                <a:gs pos="28571">
                  <a:srgbClr val="F7F8F7">
                    <a:alpha val="23013"/>
                  </a:srgbClr>
                </a:gs>
                <a:gs pos="42857">
                  <a:srgbClr val="F7F8F7">
                    <a:alpha val="15764"/>
                  </a:srgbClr>
                </a:gs>
                <a:gs pos="57143">
                  <a:srgbClr val="F7F8F7">
                    <a:alpha val="9067"/>
                  </a:srgbClr>
                </a:gs>
                <a:gs pos="71429">
                  <a:srgbClr val="F7F8F7">
                    <a:alpha val="4352"/>
                  </a:srgbClr>
                </a:gs>
                <a:gs pos="85714">
                  <a:srgbClr val="F7F8F7">
                    <a:alpha val="1744"/>
                  </a:srgbClr>
                </a:gs>
                <a:gs pos="100000">
                  <a:srgbClr val="F7F8F7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10488435">
              <a:off x="2853965" y="-148499"/>
              <a:ext cx="384955" cy="296997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10688261">
              <a:off x="2057373" y="76415"/>
              <a:ext cx="747443" cy="70813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10520422">
              <a:off x="2019982" y="-53223"/>
              <a:ext cx="702905" cy="194433"/>
            </a:xfrm>
            <a:prstGeom prst="ellipse">
              <a:avLst/>
            </a:prstGeom>
            <a:gradFill>
              <a:gsLst>
                <a:gs pos="0">
                  <a:srgbClr val="E9E9E9">
                    <a:alpha val="32968"/>
                  </a:srgbClr>
                </a:gs>
                <a:gs pos="14286">
                  <a:srgbClr val="E9E9E9">
                    <a:alpha val="30764"/>
                  </a:srgbClr>
                </a:gs>
                <a:gs pos="28571">
                  <a:srgbClr val="E9E9E9">
                    <a:alpha val="24833"/>
                  </a:srgbClr>
                </a:gs>
                <a:gs pos="42857">
                  <a:srgbClr val="E9E9E9">
                    <a:alpha val="17075"/>
                  </a:srgbClr>
                </a:gs>
                <a:gs pos="57143">
                  <a:srgbClr val="E9E9E9">
                    <a:alpha val="9855"/>
                  </a:srgbClr>
                </a:gs>
                <a:gs pos="71429">
                  <a:srgbClr val="E9E9E9">
                    <a:alpha val="4740"/>
                  </a:srgbClr>
                </a:gs>
                <a:gs pos="85714">
                  <a:srgbClr val="E9E9E9">
                    <a:alpha val="1902"/>
                  </a:srgbClr>
                </a:gs>
                <a:gs pos="100000">
                  <a:srgbClr val="E9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10263116">
              <a:off x="1679803" y="1695599"/>
              <a:ext cx="235154" cy="86650"/>
            </a:xfrm>
            <a:prstGeom prst="ellipse">
              <a:avLst/>
            </a:prstGeom>
            <a:gradFill>
              <a:gsLst>
                <a:gs pos="0">
                  <a:srgbClr val="0A0A08">
                    <a:alpha val="32968"/>
                  </a:srgbClr>
                </a:gs>
                <a:gs pos="14286">
                  <a:srgbClr val="0A0A08">
                    <a:alpha val="30764"/>
                  </a:srgbClr>
                </a:gs>
                <a:gs pos="28571">
                  <a:srgbClr val="0A0A08">
                    <a:alpha val="24833"/>
                  </a:srgbClr>
                </a:gs>
                <a:gs pos="42857">
                  <a:srgbClr val="0A0A08">
                    <a:alpha val="17075"/>
                  </a:srgbClr>
                </a:gs>
                <a:gs pos="57143">
                  <a:srgbClr val="0A0A08">
                    <a:alpha val="9855"/>
                  </a:srgbClr>
                </a:gs>
                <a:gs pos="71429">
                  <a:srgbClr val="0A0A08">
                    <a:alpha val="4740"/>
                  </a:srgbClr>
                </a:gs>
                <a:gs pos="85714">
                  <a:srgbClr val="0A0A08">
                    <a:alpha val="1902"/>
                  </a:srgbClr>
                </a:gs>
                <a:gs pos="100000">
                  <a:srgbClr val="0A0A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10581062">
              <a:off x="158669" y="1457558"/>
              <a:ext cx="870274" cy="35807"/>
            </a:xfrm>
            <a:prstGeom prst="ellipse">
              <a:avLst/>
            </a:prstGeom>
            <a:gradFill>
              <a:gsLst>
                <a:gs pos="0">
                  <a:srgbClr val="5E6161">
                    <a:alpha val="32968"/>
                  </a:srgbClr>
                </a:gs>
                <a:gs pos="14286">
                  <a:srgbClr val="5E6161">
                    <a:alpha val="30764"/>
                  </a:srgbClr>
                </a:gs>
                <a:gs pos="28571">
                  <a:srgbClr val="5E6161">
                    <a:alpha val="24833"/>
                  </a:srgbClr>
                </a:gs>
                <a:gs pos="42857">
                  <a:srgbClr val="5E6161">
                    <a:alpha val="17075"/>
                  </a:srgbClr>
                </a:gs>
                <a:gs pos="57143">
                  <a:srgbClr val="5E6161">
                    <a:alpha val="9855"/>
                  </a:srgbClr>
                </a:gs>
                <a:gs pos="71429">
                  <a:srgbClr val="5E6161">
                    <a:alpha val="4740"/>
                  </a:srgbClr>
                </a:gs>
                <a:gs pos="85714">
                  <a:srgbClr val="5E6161">
                    <a:alpha val="1902"/>
                  </a:srgbClr>
                </a:gs>
                <a:gs pos="100000">
                  <a:srgbClr val="5E61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10764448">
              <a:off x="1300799" y="1101372"/>
              <a:ext cx="713950" cy="71621"/>
            </a:xfrm>
            <a:prstGeom prst="ellipse">
              <a:avLst/>
            </a:prstGeom>
            <a:gradFill>
              <a:gsLst>
                <a:gs pos="0">
                  <a:srgbClr val="D0D0D0">
                    <a:alpha val="32968"/>
                  </a:srgbClr>
                </a:gs>
                <a:gs pos="14286">
                  <a:srgbClr val="D0D0D0">
                    <a:alpha val="30764"/>
                  </a:srgbClr>
                </a:gs>
                <a:gs pos="28571">
                  <a:srgbClr val="D0D0D0">
                    <a:alpha val="24833"/>
                  </a:srgbClr>
                </a:gs>
                <a:gs pos="42857">
                  <a:srgbClr val="D0D0D0">
                    <a:alpha val="17075"/>
                  </a:srgbClr>
                </a:gs>
                <a:gs pos="57143">
                  <a:srgbClr val="D0D0D0">
                    <a:alpha val="9855"/>
                  </a:srgbClr>
                </a:gs>
                <a:gs pos="71429">
                  <a:srgbClr val="D0D0D0">
                    <a:alpha val="4740"/>
                  </a:srgbClr>
                </a:gs>
                <a:gs pos="85714">
                  <a:srgbClr val="D0D0D0">
                    <a:alpha val="1902"/>
                  </a:srgbClr>
                </a:gs>
                <a:gs pos="100000">
                  <a:srgbClr val="D0D0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10562141">
              <a:off x="1735181" y="595470"/>
              <a:ext cx="697691" cy="104589"/>
            </a:xfrm>
            <a:prstGeom prst="ellipse">
              <a:avLst/>
            </a:prstGeom>
            <a:gradFill>
              <a:gsLst>
                <a:gs pos="0">
                  <a:srgbClr val="E3E3E3">
                    <a:alpha val="32968"/>
                  </a:srgbClr>
                </a:gs>
                <a:gs pos="14286">
                  <a:srgbClr val="E3E3E3">
                    <a:alpha val="30764"/>
                  </a:srgbClr>
                </a:gs>
                <a:gs pos="28571">
                  <a:srgbClr val="E3E3E3">
                    <a:alpha val="24833"/>
                  </a:srgbClr>
                </a:gs>
                <a:gs pos="42857">
                  <a:srgbClr val="E3E3E3">
                    <a:alpha val="17075"/>
                  </a:srgbClr>
                </a:gs>
                <a:gs pos="57143">
                  <a:srgbClr val="E3E3E3">
                    <a:alpha val="9855"/>
                  </a:srgbClr>
                </a:gs>
                <a:gs pos="71429">
                  <a:srgbClr val="E3E3E3">
                    <a:alpha val="4740"/>
                  </a:srgbClr>
                </a:gs>
                <a:gs pos="85714">
                  <a:srgbClr val="E3E3E3">
                    <a:alpha val="1902"/>
                  </a:srgbClr>
                </a:gs>
                <a:gs pos="100000">
                  <a:srgbClr val="E3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-10444832">
              <a:off x="139683" y="-88400"/>
              <a:ext cx="593043" cy="234237"/>
            </a:xfrm>
            <a:prstGeom prst="ellipse">
              <a:avLst/>
            </a:prstGeom>
            <a:gradFill>
              <a:gsLst>
                <a:gs pos="0">
                  <a:srgbClr val="AAAAAA">
                    <a:alpha val="32968"/>
                  </a:srgbClr>
                </a:gs>
                <a:gs pos="14286">
                  <a:srgbClr val="AAAAAA">
                    <a:alpha val="30764"/>
                  </a:srgbClr>
                </a:gs>
                <a:gs pos="28571">
                  <a:srgbClr val="AAAAAA">
                    <a:alpha val="24833"/>
                  </a:srgbClr>
                </a:gs>
                <a:gs pos="42857">
                  <a:srgbClr val="AAAAAA">
                    <a:alpha val="17075"/>
                  </a:srgbClr>
                </a:gs>
                <a:gs pos="57143">
                  <a:srgbClr val="AAAAAA">
                    <a:alpha val="9855"/>
                  </a:srgbClr>
                </a:gs>
                <a:gs pos="71429">
                  <a:srgbClr val="AAAAAA">
                    <a:alpha val="4740"/>
                  </a:srgbClr>
                </a:gs>
                <a:gs pos="85714">
                  <a:srgbClr val="AAAAAA">
                    <a:alpha val="1902"/>
                  </a:srgbClr>
                </a:gs>
                <a:gs pos="100000">
                  <a:srgbClr val="AAAA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-10779553">
              <a:off x="673781" y="502297"/>
              <a:ext cx="777788" cy="259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4267029">
              <a:off x="2534309" y="151539"/>
              <a:ext cx="580977" cy="1203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10561644">
              <a:off x="2620986" y="1086285"/>
              <a:ext cx="873858" cy="94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10564683">
              <a:off x="1165342" y="654021"/>
              <a:ext cx="327190" cy="128990"/>
            </a:xfrm>
            <a:prstGeom prst="ellipse">
              <a:avLst/>
            </a:prstGeom>
            <a:gradFill>
              <a:gsLst>
                <a:gs pos="0">
                  <a:srgbClr val="000000">
                    <a:alpha val="27778"/>
                  </a:srgbClr>
                </a:gs>
                <a:gs pos="14286">
                  <a:srgbClr val="000000">
                    <a:alpha val="25852"/>
                  </a:srgbClr>
                </a:gs>
                <a:gs pos="28571">
                  <a:srgbClr val="000000">
                    <a:alpha val="20724"/>
                  </a:srgbClr>
                </a:gs>
                <a:gs pos="42857">
                  <a:srgbClr val="000000">
                    <a:alpha val="14129"/>
                  </a:srgbClr>
                </a:gs>
                <a:gs pos="57143">
                  <a:srgbClr val="000000">
                    <a:alpha val="8094"/>
                  </a:srgbClr>
                </a:gs>
                <a:gs pos="71429">
                  <a:srgbClr val="000000">
                    <a:alpha val="3874"/>
                  </a:srgbClr>
                </a:gs>
                <a:gs pos="85714">
                  <a:srgbClr val="000000">
                    <a:alpha val="1550"/>
                  </a:srgbClr>
                </a:gs>
                <a:gs pos="100000">
                  <a:srgbClr val="000000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10343407">
              <a:off x="2946002" y="1063757"/>
              <a:ext cx="715423" cy="171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2708224">
              <a:off x="1044761" y="901481"/>
              <a:ext cx="442235" cy="45416"/>
            </a:xfrm>
            <a:prstGeom prst="ellipse">
              <a:avLst/>
            </a:prstGeom>
            <a:gradFill>
              <a:gsLst>
                <a:gs pos="0">
                  <a:srgbClr val="D3D2D2">
                    <a:alpha val="32968"/>
                  </a:srgbClr>
                </a:gs>
                <a:gs pos="14286">
                  <a:srgbClr val="D3D2D2">
                    <a:alpha val="30764"/>
                  </a:srgbClr>
                </a:gs>
                <a:gs pos="28571">
                  <a:srgbClr val="D3D2D2">
                    <a:alpha val="24833"/>
                  </a:srgbClr>
                </a:gs>
                <a:gs pos="42857">
                  <a:srgbClr val="D3D2D2">
                    <a:alpha val="17075"/>
                  </a:srgbClr>
                </a:gs>
                <a:gs pos="57143">
                  <a:srgbClr val="D3D2D2">
                    <a:alpha val="9855"/>
                  </a:srgbClr>
                </a:gs>
                <a:gs pos="71429">
                  <a:srgbClr val="D3D2D2">
                    <a:alpha val="4740"/>
                  </a:srgbClr>
                </a:gs>
                <a:gs pos="85714">
                  <a:srgbClr val="D3D2D2">
                    <a:alpha val="1902"/>
                  </a:srgbClr>
                </a:gs>
                <a:gs pos="100000">
                  <a:srgbClr val="D3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5662691">
              <a:off x="1750463" y="195422"/>
              <a:ext cx="424818" cy="340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5136780">
              <a:off x="2266237" y="211510"/>
              <a:ext cx="224728" cy="42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9276104">
              <a:off x="3200330" y="1521770"/>
              <a:ext cx="366644" cy="148916"/>
            </a:xfrm>
            <a:prstGeom prst="ellipse">
              <a:avLst/>
            </a:prstGeom>
            <a:gradFill>
              <a:gsLst>
                <a:gs pos="0">
                  <a:srgbClr val="E1E1E1">
                    <a:alpha val="29330"/>
                  </a:srgbClr>
                </a:gs>
                <a:gs pos="14286">
                  <a:srgbClr val="E1E1E1">
                    <a:alpha val="27317"/>
                  </a:srgbClr>
                </a:gs>
                <a:gs pos="28571">
                  <a:srgbClr val="E1E1E1">
                    <a:alpha val="21943"/>
                  </a:srgbClr>
                </a:gs>
                <a:gs pos="42857">
                  <a:srgbClr val="E1E1E1">
                    <a:alpha val="14998"/>
                  </a:srgbClr>
                </a:gs>
                <a:gs pos="57143">
                  <a:srgbClr val="E1E1E1">
                    <a:alpha val="8610"/>
                  </a:srgbClr>
                </a:gs>
                <a:gs pos="71429">
                  <a:srgbClr val="E1E1E1">
                    <a:alpha val="4127"/>
                  </a:srgbClr>
                </a:gs>
                <a:gs pos="85714">
                  <a:srgbClr val="E1E1E1">
                    <a:alpha val="1653"/>
                  </a:srgbClr>
                </a:gs>
                <a:gs pos="100000">
                  <a:srgbClr val="E1E1E1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-10767935">
              <a:off x="1244493" y="153783"/>
              <a:ext cx="616202" cy="390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10572226">
              <a:off x="3105387" y="1482210"/>
              <a:ext cx="363208" cy="39895"/>
            </a:xfrm>
            <a:prstGeom prst="ellipse">
              <a:avLst/>
            </a:prstGeom>
            <a:gradFill>
              <a:gsLst>
                <a:gs pos="0">
                  <a:srgbClr val="E8E7E8">
                    <a:alpha val="23229"/>
                  </a:srgbClr>
                </a:gs>
                <a:gs pos="14286">
                  <a:srgbClr val="E8E7E8">
                    <a:alpha val="21570"/>
                  </a:srgbClr>
                </a:gs>
                <a:gs pos="28571">
                  <a:srgbClr val="E8E7E8">
                    <a:alpha val="17192"/>
                  </a:srgbClr>
                </a:gs>
                <a:gs pos="42857">
                  <a:srgbClr val="E8E7E8">
                    <a:alpha val="11639"/>
                  </a:srgbClr>
                </a:gs>
                <a:gs pos="57143">
                  <a:srgbClr val="E8E7E8">
                    <a:alpha val="6627"/>
                  </a:srgbClr>
                </a:gs>
                <a:gs pos="71429">
                  <a:srgbClr val="E8E7E8">
                    <a:alpha val="3158"/>
                  </a:srgbClr>
                </a:gs>
                <a:gs pos="85714">
                  <a:srgbClr val="E8E7E8">
                    <a:alpha val="1261"/>
                  </a:srgbClr>
                </a:gs>
                <a:gs pos="100000">
                  <a:srgbClr val="E8E7E8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7582480">
              <a:off x="3356559" y="1593084"/>
              <a:ext cx="501447" cy="392608"/>
            </a:xfrm>
            <a:prstGeom prst="ellipse">
              <a:avLst/>
            </a:prstGeom>
            <a:gradFill>
              <a:gsLst>
                <a:gs pos="0">
                  <a:srgbClr val="E8E8E8">
                    <a:alpha val="24729"/>
                  </a:srgbClr>
                </a:gs>
                <a:gs pos="14286">
                  <a:srgbClr val="E8E8E8">
                    <a:alpha val="22980"/>
                  </a:srgbClr>
                </a:gs>
                <a:gs pos="28571">
                  <a:srgbClr val="E8E8E8">
                    <a:alpha val="18350"/>
                  </a:srgbClr>
                </a:gs>
                <a:gs pos="42857">
                  <a:srgbClr val="E8E8E8">
                    <a:alpha val="12451"/>
                  </a:srgbClr>
                </a:gs>
                <a:gs pos="57143">
                  <a:srgbClr val="E8E8E8">
                    <a:alpha val="7103"/>
                  </a:srgbClr>
                </a:gs>
                <a:gs pos="71429">
                  <a:srgbClr val="E8E8E8">
                    <a:alpha val="3390"/>
                  </a:srgbClr>
                </a:gs>
                <a:gs pos="85714">
                  <a:srgbClr val="E8E8E8">
                    <a:alpha val="1355"/>
                  </a:srgbClr>
                </a:gs>
                <a:gs pos="100000">
                  <a:srgbClr val="E8E8E8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-9330121">
              <a:off x="879177" y="252833"/>
              <a:ext cx="498679" cy="31664"/>
            </a:xfrm>
            <a:prstGeom prst="ellipse">
              <a:avLst/>
            </a:prstGeom>
            <a:gradFill>
              <a:gsLst>
                <a:gs pos="0">
                  <a:srgbClr val="DFDFDF">
                    <a:alpha val="32968"/>
                  </a:srgbClr>
                </a:gs>
                <a:gs pos="14286">
                  <a:srgbClr val="DFDFDF">
                    <a:alpha val="30764"/>
                  </a:srgbClr>
                </a:gs>
                <a:gs pos="28571">
                  <a:srgbClr val="DFDFDF">
                    <a:alpha val="24833"/>
                  </a:srgbClr>
                </a:gs>
                <a:gs pos="42857">
                  <a:srgbClr val="DFDFDF">
                    <a:alpha val="17075"/>
                  </a:srgbClr>
                </a:gs>
                <a:gs pos="57143">
                  <a:srgbClr val="DFDFDF">
                    <a:alpha val="9855"/>
                  </a:srgbClr>
                </a:gs>
                <a:gs pos="71429">
                  <a:srgbClr val="DFDFDF">
                    <a:alpha val="4740"/>
                  </a:srgbClr>
                </a:gs>
                <a:gs pos="85714">
                  <a:srgbClr val="DFDFDF">
                    <a:alpha val="1902"/>
                  </a:srgbClr>
                </a:gs>
                <a:gs pos="100000">
                  <a:srgbClr val="DF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7703431">
              <a:off x="2878642" y="977285"/>
              <a:ext cx="741730" cy="341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10785186">
              <a:off x="1108994" y="1004372"/>
              <a:ext cx="495466" cy="542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10711873">
              <a:off x="1912910" y="754423"/>
              <a:ext cx="728548" cy="114698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7830311">
              <a:off x="910107" y="1600878"/>
              <a:ext cx="637468" cy="90685"/>
            </a:xfrm>
            <a:prstGeom prst="ellipse">
              <a:avLst/>
            </a:prstGeom>
            <a:gradFill>
              <a:gsLst>
                <a:gs pos="0">
                  <a:srgbClr val="CECFCF">
                    <a:alpha val="32968"/>
                  </a:srgbClr>
                </a:gs>
                <a:gs pos="14286">
                  <a:srgbClr val="CECFCF">
                    <a:alpha val="30764"/>
                  </a:srgbClr>
                </a:gs>
                <a:gs pos="28571">
                  <a:srgbClr val="CECFCF">
                    <a:alpha val="24833"/>
                  </a:srgbClr>
                </a:gs>
                <a:gs pos="42857">
                  <a:srgbClr val="CECFCF">
                    <a:alpha val="17075"/>
                  </a:srgbClr>
                </a:gs>
                <a:gs pos="57143">
                  <a:srgbClr val="CECFCF">
                    <a:alpha val="9855"/>
                  </a:srgbClr>
                </a:gs>
                <a:gs pos="71429">
                  <a:srgbClr val="CECFCF">
                    <a:alpha val="4740"/>
                  </a:srgbClr>
                </a:gs>
                <a:gs pos="85714">
                  <a:srgbClr val="CECFCF">
                    <a:alpha val="1902"/>
                  </a:srgbClr>
                </a:gs>
                <a:gs pos="100000">
                  <a:srgbClr val="CE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6003781">
              <a:off x="2818362" y="1204443"/>
              <a:ext cx="472880" cy="287470"/>
            </a:xfrm>
            <a:prstGeom prst="ellipse">
              <a:avLst/>
            </a:prstGeom>
            <a:gradFill>
              <a:gsLst>
                <a:gs pos="0">
                  <a:srgbClr val="A3A3A3">
                    <a:alpha val="32968"/>
                  </a:srgbClr>
                </a:gs>
                <a:gs pos="14286">
                  <a:srgbClr val="A3A3A3">
                    <a:alpha val="30764"/>
                  </a:srgbClr>
                </a:gs>
                <a:gs pos="28571">
                  <a:srgbClr val="A3A3A3">
                    <a:alpha val="24833"/>
                  </a:srgbClr>
                </a:gs>
                <a:gs pos="42857">
                  <a:srgbClr val="A3A3A3">
                    <a:alpha val="17075"/>
                  </a:srgbClr>
                </a:gs>
                <a:gs pos="57143">
                  <a:srgbClr val="A3A3A3">
                    <a:alpha val="9855"/>
                  </a:srgbClr>
                </a:gs>
                <a:gs pos="71429">
                  <a:srgbClr val="A3A3A3">
                    <a:alpha val="4740"/>
                  </a:srgbClr>
                </a:gs>
                <a:gs pos="85714">
                  <a:srgbClr val="A3A3A3">
                    <a:alpha val="1902"/>
                  </a:srgbClr>
                </a:gs>
                <a:gs pos="100000">
                  <a:srgbClr val="A3A3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10417525">
              <a:off x="1908002" y="58387"/>
              <a:ext cx="568734" cy="99096"/>
            </a:xfrm>
            <a:prstGeom prst="ellipse">
              <a:avLst/>
            </a:prstGeom>
            <a:gradFill>
              <a:gsLst>
                <a:gs pos="0">
                  <a:srgbClr val="E0DFDF">
                    <a:alpha val="32968"/>
                  </a:srgbClr>
                </a:gs>
                <a:gs pos="14286">
                  <a:srgbClr val="E0DFDF">
                    <a:alpha val="30764"/>
                  </a:srgbClr>
                </a:gs>
                <a:gs pos="28571">
                  <a:srgbClr val="E0DFDF">
                    <a:alpha val="24833"/>
                  </a:srgbClr>
                </a:gs>
                <a:gs pos="42857">
                  <a:srgbClr val="E0DFDF">
                    <a:alpha val="17075"/>
                  </a:srgbClr>
                </a:gs>
                <a:gs pos="57143">
                  <a:srgbClr val="E0DFDF">
                    <a:alpha val="9855"/>
                  </a:srgbClr>
                </a:gs>
                <a:gs pos="71429">
                  <a:srgbClr val="E0DFDF">
                    <a:alpha val="4740"/>
                  </a:srgbClr>
                </a:gs>
                <a:gs pos="85714">
                  <a:srgbClr val="E0DFDF">
                    <a:alpha val="1902"/>
                  </a:srgbClr>
                </a:gs>
                <a:gs pos="100000">
                  <a:srgbClr val="E0D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10561425">
              <a:off x="2752752" y="1471136"/>
              <a:ext cx="702814" cy="425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2971299">
              <a:off x="2695372" y="1321707"/>
              <a:ext cx="381818" cy="150321"/>
            </a:xfrm>
            <a:prstGeom prst="ellipse">
              <a:avLst/>
            </a:prstGeom>
            <a:gradFill>
              <a:gsLst>
                <a:gs pos="0">
                  <a:srgbClr val="ECEBEC">
                    <a:alpha val="1418"/>
                  </a:srgbClr>
                </a:gs>
                <a:gs pos="14286">
                  <a:srgbClr val="ECEBEC">
                    <a:alpha val="1304"/>
                  </a:srgbClr>
                </a:gs>
                <a:gs pos="28571">
                  <a:srgbClr val="ECEBEC">
                    <a:alpha val="1014"/>
                  </a:srgbClr>
                </a:gs>
                <a:gs pos="42857">
                  <a:srgbClr val="ECEBEC">
                    <a:alpha val="666"/>
                  </a:srgbClr>
                </a:gs>
                <a:gs pos="57143">
                  <a:srgbClr val="ECEBEC">
                    <a:alpha val="370"/>
                  </a:srgbClr>
                </a:gs>
                <a:gs pos="71429">
                  <a:srgbClr val="ECEBEC">
                    <a:alpha val="173"/>
                  </a:srgbClr>
                </a:gs>
                <a:gs pos="85714">
                  <a:srgbClr val="ECEBEC">
                    <a:alpha val="69"/>
                  </a:srgbClr>
                </a:gs>
                <a:gs pos="100000">
                  <a:srgbClr val="ECEBEC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9806387">
              <a:off x="3014829" y="1690867"/>
              <a:ext cx="519042" cy="162716"/>
            </a:xfrm>
            <a:prstGeom prst="ellipse">
              <a:avLst/>
            </a:prstGeom>
            <a:gradFill>
              <a:gsLst>
                <a:gs pos="0">
                  <a:srgbClr val="D5D4D5">
                    <a:alpha val="27962"/>
                  </a:srgbClr>
                </a:gs>
                <a:gs pos="14286">
                  <a:srgbClr val="D5D4D5">
                    <a:alpha val="26026"/>
                  </a:srgbClr>
                </a:gs>
                <a:gs pos="28571">
                  <a:srgbClr val="D5D4D5">
                    <a:alpha val="20869"/>
                  </a:srgbClr>
                </a:gs>
                <a:gs pos="42857">
                  <a:srgbClr val="D5D4D5">
                    <a:alpha val="14232"/>
                  </a:srgbClr>
                </a:gs>
                <a:gs pos="57143">
                  <a:srgbClr val="D5D4D5">
                    <a:alpha val="8155"/>
                  </a:srgbClr>
                </a:gs>
                <a:gs pos="71429">
                  <a:srgbClr val="D5D4D5">
                    <a:alpha val="3904"/>
                  </a:srgbClr>
                </a:gs>
                <a:gs pos="85714">
                  <a:srgbClr val="D5D4D5">
                    <a:alpha val="1562"/>
                  </a:srgbClr>
                </a:gs>
                <a:gs pos="100000">
                  <a:srgbClr val="D5D4D5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-10664317">
              <a:off x="736883" y="1486071"/>
              <a:ext cx="864309" cy="351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5767368">
              <a:off x="2016562" y="844407"/>
              <a:ext cx="271453" cy="116794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10766579">
              <a:off x="2948473" y="1725781"/>
              <a:ext cx="450644" cy="167938"/>
            </a:xfrm>
            <a:prstGeom prst="ellipse">
              <a:avLst/>
            </a:prstGeom>
            <a:gradFill>
              <a:gsLst>
                <a:gs pos="0">
                  <a:srgbClr val="E8E9E8">
                    <a:alpha val="27221"/>
                  </a:srgbClr>
                </a:gs>
                <a:gs pos="14286">
                  <a:srgbClr val="E8E9E8">
                    <a:alpha val="25326"/>
                  </a:srgbClr>
                </a:gs>
                <a:gs pos="28571">
                  <a:srgbClr val="E8E9E8">
                    <a:alpha val="20288"/>
                  </a:srgbClr>
                </a:gs>
                <a:gs pos="42857">
                  <a:srgbClr val="E8E9E8">
                    <a:alpha val="13820"/>
                  </a:srgbClr>
                </a:gs>
                <a:gs pos="57143">
                  <a:srgbClr val="E8E9E8">
                    <a:alpha val="7911"/>
                  </a:srgbClr>
                </a:gs>
                <a:gs pos="71429">
                  <a:srgbClr val="E8E9E8">
                    <a:alpha val="3784"/>
                  </a:srgbClr>
                </a:gs>
                <a:gs pos="85714">
                  <a:srgbClr val="E8E9E8">
                    <a:alpha val="1514"/>
                  </a:srgbClr>
                </a:gs>
                <a:gs pos="100000">
                  <a:srgbClr val="E8E9E8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-10691730">
              <a:off x="1839923" y="294052"/>
              <a:ext cx="687554" cy="205947"/>
            </a:xfrm>
            <a:prstGeom prst="ellipse">
              <a:avLst/>
            </a:prstGeom>
            <a:gradFill>
              <a:gsLst>
                <a:gs pos="0">
                  <a:srgbClr val="E8E8E7">
                    <a:alpha val="29665"/>
                  </a:srgbClr>
                </a:gs>
                <a:gs pos="14286">
                  <a:srgbClr val="E8E8E7">
                    <a:alpha val="27634"/>
                  </a:srgbClr>
                </a:gs>
                <a:gs pos="28571">
                  <a:srgbClr val="E8E8E7">
                    <a:alpha val="22208"/>
                  </a:srgbClr>
                </a:gs>
                <a:gs pos="42857">
                  <a:srgbClr val="E8E8E7">
                    <a:alpha val="15187"/>
                  </a:srgbClr>
                </a:gs>
                <a:gs pos="57143">
                  <a:srgbClr val="E8E8E7">
                    <a:alpha val="8723"/>
                  </a:srgbClr>
                </a:gs>
                <a:gs pos="71429">
                  <a:srgbClr val="E8E8E7">
                    <a:alpha val="4182"/>
                  </a:srgbClr>
                </a:gs>
                <a:gs pos="85714">
                  <a:srgbClr val="E8E8E7">
                    <a:alpha val="1675"/>
                  </a:srgbClr>
                </a:gs>
                <a:gs pos="100000">
                  <a:srgbClr val="E8E8E7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10188873">
              <a:off x="2764185" y="1656890"/>
              <a:ext cx="551786" cy="261831"/>
            </a:xfrm>
            <a:prstGeom prst="ellipse">
              <a:avLst/>
            </a:prstGeom>
            <a:gradFill>
              <a:gsLst>
                <a:gs pos="0">
                  <a:srgbClr val="E4E3E3">
                    <a:alpha val="27985"/>
                  </a:srgbClr>
                </a:gs>
                <a:gs pos="14286">
                  <a:srgbClr val="E4E3E3">
                    <a:alpha val="26047"/>
                  </a:srgbClr>
                </a:gs>
                <a:gs pos="28571">
                  <a:srgbClr val="E4E3E3">
                    <a:alpha val="20887"/>
                  </a:srgbClr>
                </a:gs>
                <a:gs pos="42857">
                  <a:srgbClr val="E4E3E3">
                    <a:alpha val="14245"/>
                  </a:srgbClr>
                </a:gs>
                <a:gs pos="57143">
                  <a:srgbClr val="E4E3E3">
                    <a:alpha val="8163"/>
                  </a:srgbClr>
                </a:gs>
                <a:gs pos="71429">
                  <a:srgbClr val="E4E3E3">
                    <a:alpha val="3907"/>
                  </a:srgbClr>
                </a:gs>
                <a:gs pos="85714">
                  <a:srgbClr val="E4E3E3">
                    <a:alpha val="1564"/>
                  </a:srgbClr>
                </a:gs>
                <a:gs pos="100000">
                  <a:srgbClr val="E4E3E3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8231724">
              <a:off x="619428" y="100613"/>
              <a:ext cx="328770" cy="37246"/>
            </a:xfrm>
            <a:prstGeom prst="ellipse">
              <a:avLst/>
            </a:prstGeom>
            <a:gradFill>
              <a:gsLst>
                <a:gs pos="0">
                  <a:srgbClr val="C9C9C9">
                    <a:alpha val="32968"/>
                  </a:srgbClr>
                </a:gs>
                <a:gs pos="14286">
                  <a:srgbClr val="C9C9C9">
                    <a:alpha val="30764"/>
                  </a:srgbClr>
                </a:gs>
                <a:gs pos="28571">
                  <a:srgbClr val="C9C9C9">
                    <a:alpha val="24833"/>
                  </a:srgbClr>
                </a:gs>
                <a:gs pos="42857">
                  <a:srgbClr val="C9C9C9">
                    <a:alpha val="17075"/>
                  </a:srgbClr>
                </a:gs>
                <a:gs pos="57143">
                  <a:srgbClr val="C9C9C9">
                    <a:alpha val="9855"/>
                  </a:srgbClr>
                </a:gs>
                <a:gs pos="71429">
                  <a:srgbClr val="C9C9C9">
                    <a:alpha val="4740"/>
                  </a:srgbClr>
                </a:gs>
                <a:gs pos="85714">
                  <a:srgbClr val="C9C9C9">
                    <a:alpha val="1902"/>
                  </a:srgbClr>
                </a:gs>
                <a:gs pos="100000">
                  <a:srgbClr val="C9C9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10785752">
              <a:off x="1848430" y="1775605"/>
              <a:ext cx="476144" cy="184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3792761">
              <a:off x="1310230" y="1632982"/>
              <a:ext cx="448444" cy="121396"/>
            </a:xfrm>
            <a:prstGeom prst="ellipse">
              <a:avLst/>
            </a:prstGeom>
            <a:gradFill>
              <a:gsLst>
                <a:gs pos="0">
                  <a:srgbClr val="C6C5C5">
                    <a:alpha val="32968"/>
                  </a:srgbClr>
                </a:gs>
                <a:gs pos="14286">
                  <a:srgbClr val="C6C5C5">
                    <a:alpha val="30764"/>
                  </a:srgbClr>
                </a:gs>
                <a:gs pos="28571">
                  <a:srgbClr val="C6C5C5">
                    <a:alpha val="24833"/>
                  </a:srgbClr>
                </a:gs>
                <a:gs pos="42857">
                  <a:srgbClr val="C6C5C5">
                    <a:alpha val="17075"/>
                  </a:srgbClr>
                </a:gs>
                <a:gs pos="57143">
                  <a:srgbClr val="C6C5C5">
                    <a:alpha val="9855"/>
                  </a:srgbClr>
                </a:gs>
                <a:gs pos="71429">
                  <a:srgbClr val="C6C5C5">
                    <a:alpha val="4740"/>
                  </a:srgbClr>
                </a:gs>
                <a:gs pos="85714">
                  <a:srgbClr val="C6C5C5">
                    <a:alpha val="1902"/>
                  </a:srgbClr>
                </a:gs>
                <a:gs pos="100000">
                  <a:srgbClr val="C6C5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7257706">
              <a:off x="2347950" y="1123642"/>
              <a:ext cx="875616" cy="47105"/>
            </a:xfrm>
            <a:prstGeom prst="ellipse">
              <a:avLst/>
            </a:prstGeom>
            <a:gradFill>
              <a:gsLst>
                <a:gs pos="0">
                  <a:srgbClr val="F3F2F2">
                    <a:alpha val="32968"/>
                  </a:srgbClr>
                </a:gs>
                <a:gs pos="14286">
                  <a:srgbClr val="F3F2F2">
                    <a:alpha val="30764"/>
                  </a:srgbClr>
                </a:gs>
                <a:gs pos="28571">
                  <a:srgbClr val="F3F2F2">
                    <a:alpha val="24833"/>
                  </a:srgbClr>
                </a:gs>
                <a:gs pos="42857">
                  <a:srgbClr val="F3F2F2">
                    <a:alpha val="17075"/>
                  </a:srgbClr>
                </a:gs>
                <a:gs pos="57143">
                  <a:srgbClr val="F3F2F2">
                    <a:alpha val="9855"/>
                  </a:srgbClr>
                </a:gs>
                <a:gs pos="71429">
                  <a:srgbClr val="F3F2F2">
                    <a:alpha val="4740"/>
                  </a:srgbClr>
                </a:gs>
                <a:gs pos="85714">
                  <a:srgbClr val="F3F2F2">
                    <a:alpha val="1902"/>
                  </a:srgbClr>
                </a:gs>
                <a:gs pos="100000">
                  <a:srgbClr val="F3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4581677">
              <a:off x="1245569" y="1384215"/>
              <a:ext cx="437439" cy="210496"/>
            </a:xfrm>
            <a:prstGeom prst="ellipse">
              <a:avLst/>
            </a:prstGeom>
            <a:gradFill>
              <a:gsLst>
                <a:gs pos="0">
                  <a:srgbClr val="07000A">
                    <a:alpha val="9253"/>
                  </a:srgbClr>
                </a:gs>
                <a:gs pos="14286">
                  <a:srgbClr val="07000A">
                    <a:alpha val="8537"/>
                  </a:srgbClr>
                </a:gs>
                <a:gs pos="28571">
                  <a:srgbClr val="07000A">
                    <a:alpha val="6694"/>
                  </a:srgbClr>
                </a:gs>
                <a:gs pos="42857">
                  <a:srgbClr val="07000A">
                    <a:alpha val="4443"/>
                  </a:srgbClr>
                </a:gs>
                <a:gs pos="57143">
                  <a:srgbClr val="07000A">
                    <a:alpha val="2487"/>
                  </a:srgbClr>
                </a:gs>
                <a:gs pos="71429">
                  <a:srgbClr val="07000A">
                    <a:alpha val="1172"/>
                  </a:srgbClr>
                </a:gs>
                <a:gs pos="85714">
                  <a:srgbClr val="07000A">
                    <a:alpha val="465"/>
                  </a:srgbClr>
                </a:gs>
                <a:gs pos="100000">
                  <a:srgbClr val="07000A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10730473">
              <a:off x="346294" y="-136417"/>
              <a:ext cx="777276" cy="298890"/>
            </a:xfrm>
            <a:prstGeom prst="ellipse">
              <a:avLst/>
            </a:prstGeom>
            <a:gradFill>
              <a:gsLst>
                <a:gs pos="0">
                  <a:srgbClr val="393D39">
                    <a:alpha val="7899"/>
                  </a:srgbClr>
                </a:gs>
                <a:gs pos="14286">
                  <a:srgbClr val="393D39">
                    <a:alpha val="7284"/>
                  </a:srgbClr>
                </a:gs>
                <a:gs pos="28571">
                  <a:srgbClr val="393D39">
                    <a:alpha val="5703"/>
                  </a:srgbClr>
                </a:gs>
                <a:gs pos="42857">
                  <a:srgbClr val="393D39">
                    <a:alpha val="3778"/>
                  </a:srgbClr>
                </a:gs>
                <a:gs pos="57143">
                  <a:srgbClr val="393D39">
                    <a:alpha val="2112"/>
                  </a:srgbClr>
                </a:gs>
                <a:gs pos="71429">
                  <a:srgbClr val="393D39">
                    <a:alpha val="994"/>
                  </a:srgbClr>
                </a:gs>
                <a:gs pos="85714">
                  <a:srgbClr val="393D39">
                    <a:alpha val="394"/>
                  </a:srgbClr>
                </a:gs>
                <a:gs pos="100000">
                  <a:srgbClr val="393D39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211379">
              <a:off x="683547" y="179620"/>
              <a:ext cx="434873" cy="33446"/>
            </a:xfrm>
            <a:prstGeom prst="ellipse">
              <a:avLst/>
            </a:prstGeom>
            <a:gradFill>
              <a:gsLst>
                <a:gs pos="0">
                  <a:srgbClr val="E5E5E5">
                    <a:alpha val="32968"/>
                  </a:srgbClr>
                </a:gs>
                <a:gs pos="14286">
                  <a:srgbClr val="E5E5E5">
                    <a:alpha val="30764"/>
                  </a:srgbClr>
                </a:gs>
                <a:gs pos="28571">
                  <a:srgbClr val="E5E5E5">
                    <a:alpha val="24833"/>
                  </a:srgbClr>
                </a:gs>
                <a:gs pos="42857">
                  <a:srgbClr val="E5E5E5">
                    <a:alpha val="17075"/>
                  </a:srgbClr>
                </a:gs>
                <a:gs pos="57143">
                  <a:srgbClr val="E5E5E5">
                    <a:alpha val="9855"/>
                  </a:srgbClr>
                </a:gs>
                <a:gs pos="71429">
                  <a:srgbClr val="E5E5E5">
                    <a:alpha val="4740"/>
                  </a:srgbClr>
                </a:gs>
                <a:gs pos="85714">
                  <a:srgbClr val="E5E5E5">
                    <a:alpha val="1902"/>
                  </a:srgbClr>
                </a:gs>
                <a:gs pos="100000">
                  <a:srgbClr val="E5E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5653479">
              <a:off x="1952496" y="1082770"/>
              <a:ext cx="575249" cy="1043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10628334">
              <a:off x="1272460" y="291830"/>
              <a:ext cx="403283" cy="214016"/>
            </a:xfrm>
            <a:prstGeom prst="ellipse">
              <a:avLst/>
            </a:prstGeom>
            <a:gradFill>
              <a:gsLst>
                <a:gs pos="0">
                  <a:srgbClr val="9A9999">
                    <a:alpha val="13801"/>
                  </a:srgbClr>
                </a:gs>
                <a:gs pos="14286">
                  <a:srgbClr val="9A9999">
                    <a:alpha val="12759"/>
                  </a:srgbClr>
                </a:gs>
                <a:gs pos="28571">
                  <a:srgbClr val="9A9999">
                    <a:alpha val="10056"/>
                  </a:srgbClr>
                </a:gs>
                <a:gs pos="42857">
                  <a:srgbClr val="9A9999">
                    <a:alpha val="6716"/>
                  </a:srgbClr>
                </a:gs>
                <a:gs pos="57143">
                  <a:srgbClr val="9A9999">
                    <a:alpha val="3779"/>
                  </a:srgbClr>
                </a:gs>
                <a:gs pos="71429">
                  <a:srgbClr val="9A9999">
                    <a:alpha val="1787"/>
                  </a:srgbClr>
                </a:gs>
                <a:gs pos="85714">
                  <a:srgbClr val="9A9999">
                    <a:alpha val="710"/>
                  </a:srgbClr>
                </a:gs>
                <a:gs pos="100000">
                  <a:srgbClr val="9A9999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10787106">
              <a:off x="1317974" y="482174"/>
              <a:ext cx="248108" cy="32331"/>
            </a:xfrm>
            <a:prstGeom prst="ellipse">
              <a:avLst/>
            </a:prstGeom>
            <a:gradFill>
              <a:gsLst>
                <a:gs pos="0">
                  <a:srgbClr val="DBDBDA">
                    <a:alpha val="32968"/>
                  </a:srgbClr>
                </a:gs>
                <a:gs pos="14286">
                  <a:srgbClr val="DBDBDA">
                    <a:alpha val="30764"/>
                  </a:srgbClr>
                </a:gs>
                <a:gs pos="28571">
                  <a:srgbClr val="DBDBDA">
                    <a:alpha val="24833"/>
                  </a:srgbClr>
                </a:gs>
                <a:gs pos="42857">
                  <a:srgbClr val="DBDBDA">
                    <a:alpha val="17075"/>
                  </a:srgbClr>
                </a:gs>
                <a:gs pos="57143">
                  <a:srgbClr val="DBDBDA">
                    <a:alpha val="9855"/>
                  </a:srgbClr>
                </a:gs>
                <a:gs pos="71429">
                  <a:srgbClr val="DBDBDA">
                    <a:alpha val="4740"/>
                  </a:srgbClr>
                </a:gs>
                <a:gs pos="85714">
                  <a:srgbClr val="DBDBDA">
                    <a:alpha val="1902"/>
                  </a:srgbClr>
                </a:gs>
                <a:gs pos="100000">
                  <a:srgbClr val="DBDB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10713054">
              <a:off x="1201921" y="1503024"/>
              <a:ext cx="937699" cy="34703"/>
            </a:xfrm>
            <a:prstGeom prst="ellipse">
              <a:avLst/>
            </a:prstGeom>
            <a:gradFill>
              <a:gsLst>
                <a:gs pos="0">
                  <a:srgbClr val="3D3F40">
                    <a:alpha val="32968"/>
                  </a:srgbClr>
                </a:gs>
                <a:gs pos="14286">
                  <a:srgbClr val="3D3F40">
                    <a:alpha val="30764"/>
                  </a:srgbClr>
                </a:gs>
                <a:gs pos="28571">
                  <a:srgbClr val="3D3F40">
                    <a:alpha val="24833"/>
                  </a:srgbClr>
                </a:gs>
                <a:gs pos="42857">
                  <a:srgbClr val="3D3F40">
                    <a:alpha val="17075"/>
                  </a:srgbClr>
                </a:gs>
                <a:gs pos="57143">
                  <a:srgbClr val="3D3F40">
                    <a:alpha val="9855"/>
                  </a:srgbClr>
                </a:gs>
                <a:gs pos="71429">
                  <a:srgbClr val="3D3F40">
                    <a:alpha val="4740"/>
                  </a:srgbClr>
                </a:gs>
                <a:gs pos="85714">
                  <a:srgbClr val="3D3F40">
                    <a:alpha val="1902"/>
                  </a:srgbClr>
                </a:gs>
                <a:gs pos="100000">
                  <a:srgbClr val="3D3F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10376868">
              <a:off x="2027645" y="1095689"/>
              <a:ext cx="723275" cy="191721"/>
            </a:xfrm>
            <a:prstGeom prst="ellipse">
              <a:avLst/>
            </a:prstGeom>
            <a:gradFill>
              <a:gsLst>
                <a:gs pos="0">
                  <a:srgbClr val="F9F9F9">
                    <a:alpha val="29940"/>
                  </a:srgbClr>
                </a:gs>
                <a:gs pos="14286">
                  <a:srgbClr val="F9F9F9">
                    <a:alpha val="27894"/>
                  </a:srgbClr>
                </a:gs>
                <a:gs pos="28571">
                  <a:srgbClr val="F9F9F9">
                    <a:alpha val="22425"/>
                  </a:srgbClr>
                </a:gs>
                <a:gs pos="42857">
                  <a:srgbClr val="F9F9F9">
                    <a:alpha val="15342"/>
                  </a:srgbClr>
                </a:gs>
                <a:gs pos="57143">
                  <a:srgbClr val="F9F9F9">
                    <a:alpha val="8816"/>
                  </a:srgbClr>
                </a:gs>
                <a:gs pos="71429">
                  <a:srgbClr val="F9F9F9">
                    <a:alpha val="4228"/>
                  </a:srgbClr>
                </a:gs>
                <a:gs pos="85714">
                  <a:srgbClr val="F9F9F9">
                    <a:alpha val="1694"/>
                  </a:srgbClr>
                </a:gs>
                <a:gs pos="100000">
                  <a:srgbClr val="F9F9F9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3555553">
              <a:off x="2256346" y="1537515"/>
              <a:ext cx="414904" cy="257016"/>
            </a:xfrm>
            <a:prstGeom prst="ellipse">
              <a:avLst/>
            </a:prstGeom>
            <a:gradFill>
              <a:gsLst>
                <a:gs pos="0">
                  <a:srgbClr val="5F5F61">
                    <a:alpha val="31754"/>
                  </a:srgbClr>
                </a:gs>
                <a:gs pos="14286">
                  <a:srgbClr val="5F5F61">
                    <a:alpha val="29612"/>
                  </a:srgbClr>
                </a:gs>
                <a:gs pos="28571">
                  <a:srgbClr val="5F5F61">
                    <a:alpha val="23864"/>
                  </a:srgbClr>
                </a:gs>
                <a:gs pos="42857">
                  <a:srgbClr val="5F5F61">
                    <a:alpha val="16376"/>
                  </a:srgbClr>
                </a:gs>
                <a:gs pos="57143">
                  <a:srgbClr val="5F5F61">
                    <a:alpha val="9434"/>
                  </a:srgbClr>
                </a:gs>
                <a:gs pos="71429">
                  <a:srgbClr val="5F5F61">
                    <a:alpha val="4533"/>
                  </a:srgbClr>
                </a:gs>
                <a:gs pos="85714">
                  <a:srgbClr val="5F5F61">
                    <a:alpha val="1817"/>
                  </a:srgbClr>
                </a:gs>
                <a:gs pos="100000">
                  <a:srgbClr val="5F5F61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-10609040">
              <a:off x="1668226" y="-68105"/>
              <a:ext cx="659121" cy="210479"/>
            </a:xfrm>
            <a:prstGeom prst="ellipse">
              <a:avLst/>
            </a:prstGeom>
            <a:gradFill>
              <a:gsLst>
                <a:gs pos="0">
                  <a:srgbClr val="D9D8D8">
                    <a:alpha val="32968"/>
                  </a:srgbClr>
                </a:gs>
                <a:gs pos="14286">
                  <a:srgbClr val="D9D8D8">
                    <a:alpha val="30764"/>
                  </a:srgbClr>
                </a:gs>
                <a:gs pos="28571">
                  <a:srgbClr val="D9D8D8">
                    <a:alpha val="24833"/>
                  </a:srgbClr>
                </a:gs>
                <a:gs pos="42857">
                  <a:srgbClr val="D9D8D8">
                    <a:alpha val="17075"/>
                  </a:srgbClr>
                </a:gs>
                <a:gs pos="57143">
                  <a:srgbClr val="D9D8D8">
                    <a:alpha val="9855"/>
                  </a:srgbClr>
                </a:gs>
                <a:gs pos="71429">
                  <a:srgbClr val="D9D8D8">
                    <a:alpha val="4740"/>
                  </a:srgbClr>
                </a:gs>
                <a:gs pos="85714">
                  <a:srgbClr val="D9D8D8">
                    <a:alpha val="1902"/>
                  </a:srgbClr>
                </a:gs>
                <a:gs pos="100000">
                  <a:srgbClr val="D9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10637269">
              <a:off x="2466273" y="1692027"/>
              <a:ext cx="623556" cy="233163"/>
            </a:xfrm>
            <a:prstGeom prst="ellipse">
              <a:avLst/>
            </a:prstGeom>
            <a:gradFill>
              <a:gsLst>
                <a:gs pos="0">
                  <a:srgbClr val="E3E2E3">
                    <a:alpha val="25373"/>
                  </a:srgbClr>
                </a:gs>
                <a:gs pos="14286">
                  <a:srgbClr val="E3E2E3">
                    <a:alpha val="23585"/>
                  </a:srgbClr>
                </a:gs>
                <a:gs pos="28571">
                  <a:srgbClr val="E3E2E3">
                    <a:alpha val="18849"/>
                  </a:srgbClr>
                </a:gs>
                <a:gs pos="42857">
                  <a:srgbClr val="E3E2E3">
                    <a:alpha val="12802"/>
                  </a:srgbClr>
                </a:gs>
                <a:gs pos="57143">
                  <a:srgbClr val="E3E2E3">
                    <a:alpha val="7310"/>
                  </a:srgbClr>
                </a:gs>
                <a:gs pos="71429">
                  <a:srgbClr val="E3E2E3">
                    <a:alpha val="3491"/>
                  </a:srgbClr>
                </a:gs>
                <a:gs pos="85714">
                  <a:srgbClr val="E3E2E3">
                    <a:alpha val="1395"/>
                  </a:srgbClr>
                </a:gs>
                <a:gs pos="100000">
                  <a:srgbClr val="E3E2E3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8159782">
              <a:off x="1359974" y="1342652"/>
              <a:ext cx="542445" cy="236183"/>
            </a:xfrm>
            <a:prstGeom prst="ellipse">
              <a:avLst/>
            </a:prstGeom>
            <a:gradFill>
              <a:gsLst>
                <a:gs pos="0">
                  <a:srgbClr val="9C9C9D">
                    <a:alpha val="22901"/>
                  </a:srgbClr>
                </a:gs>
                <a:gs pos="14286">
                  <a:srgbClr val="9C9C9D">
                    <a:alpha val="21262"/>
                  </a:srgbClr>
                </a:gs>
                <a:gs pos="28571">
                  <a:srgbClr val="9C9C9D">
                    <a:alpha val="16940"/>
                  </a:srgbClr>
                </a:gs>
                <a:gs pos="42857">
                  <a:srgbClr val="9C9C9D">
                    <a:alpha val="11462"/>
                  </a:srgbClr>
                </a:gs>
                <a:gs pos="57143">
                  <a:srgbClr val="9C9C9D">
                    <a:alpha val="6523"/>
                  </a:srgbClr>
                </a:gs>
                <a:gs pos="71429">
                  <a:srgbClr val="9C9C9D">
                    <a:alpha val="3108"/>
                  </a:srgbClr>
                </a:gs>
                <a:gs pos="85714">
                  <a:srgbClr val="9C9C9D">
                    <a:alpha val="1241"/>
                  </a:srgbClr>
                </a:gs>
                <a:gs pos="100000">
                  <a:srgbClr val="9C9C9D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-10782723">
              <a:off x="1442657" y="127448"/>
              <a:ext cx="702759" cy="44793"/>
            </a:xfrm>
            <a:prstGeom prst="ellipse">
              <a:avLst/>
            </a:prstGeom>
            <a:gradFill>
              <a:gsLst>
                <a:gs pos="0">
                  <a:srgbClr val="E9E9E9">
                    <a:alpha val="32968"/>
                  </a:srgbClr>
                </a:gs>
                <a:gs pos="14286">
                  <a:srgbClr val="E9E9E9">
                    <a:alpha val="30764"/>
                  </a:srgbClr>
                </a:gs>
                <a:gs pos="28571">
                  <a:srgbClr val="E9E9E9">
                    <a:alpha val="24833"/>
                  </a:srgbClr>
                </a:gs>
                <a:gs pos="42857">
                  <a:srgbClr val="E9E9E9">
                    <a:alpha val="17075"/>
                  </a:srgbClr>
                </a:gs>
                <a:gs pos="57143">
                  <a:srgbClr val="E9E9E9">
                    <a:alpha val="9855"/>
                  </a:srgbClr>
                </a:gs>
                <a:gs pos="71429">
                  <a:srgbClr val="E9E9E9">
                    <a:alpha val="4740"/>
                  </a:srgbClr>
                </a:gs>
                <a:gs pos="85714">
                  <a:srgbClr val="E9E9E9">
                    <a:alpha val="1902"/>
                  </a:srgbClr>
                </a:gs>
                <a:gs pos="100000">
                  <a:srgbClr val="E9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10663545">
              <a:off x="1989306" y="1398963"/>
              <a:ext cx="670327" cy="134174"/>
            </a:xfrm>
            <a:prstGeom prst="ellipse">
              <a:avLst/>
            </a:prstGeom>
            <a:gradFill>
              <a:gsLst>
                <a:gs pos="0">
                  <a:srgbClr val="F7F7F7">
                    <a:alpha val="32001"/>
                  </a:srgbClr>
                </a:gs>
                <a:gs pos="14286">
                  <a:srgbClr val="F7F7F7">
                    <a:alpha val="29846"/>
                  </a:srgbClr>
                </a:gs>
                <a:gs pos="28571">
                  <a:srgbClr val="F7F7F7">
                    <a:alpha val="24060"/>
                  </a:srgbClr>
                </a:gs>
                <a:gs pos="42857">
                  <a:srgbClr val="F7F7F7">
                    <a:alpha val="16517"/>
                  </a:srgbClr>
                </a:gs>
                <a:gs pos="57143">
                  <a:srgbClr val="F7F7F7">
                    <a:alpha val="9519"/>
                  </a:srgbClr>
                </a:gs>
                <a:gs pos="71429">
                  <a:srgbClr val="F7F7F7">
                    <a:alpha val="4575"/>
                  </a:srgbClr>
                </a:gs>
                <a:gs pos="85714">
                  <a:srgbClr val="F7F7F7">
                    <a:alpha val="1835"/>
                  </a:srgbClr>
                </a:gs>
                <a:gs pos="100000">
                  <a:srgbClr val="F7F7F7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5226162">
              <a:off x="1523737" y="1064961"/>
              <a:ext cx="763734" cy="6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6150689">
              <a:off x="1686641" y="1181444"/>
              <a:ext cx="846711" cy="213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-10589588">
              <a:off x="1459850" y="41226"/>
              <a:ext cx="646004" cy="125078"/>
            </a:xfrm>
            <a:prstGeom prst="ellipse">
              <a:avLst/>
            </a:prstGeom>
            <a:gradFill>
              <a:gsLst>
                <a:gs pos="0">
                  <a:srgbClr val="DDDDDC">
                    <a:alpha val="32968"/>
                  </a:srgbClr>
                </a:gs>
                <a:gs pos="14286">
                  <a:srgbClr val="DDDDDC">
                    <a:alpha val="30764"/>
                  </a:srgbClr>
                </a:gs>
                <a:gs pos="28571">
                  <a:srgbClr val="DDDDDC">
                    <a:alpha val="24833"/>
                  </a:srgbClr>
                </a:gs>
                <a:gs pos="42857">
                  <a:srgbClr val="DDDDDC">
                    <a:alpha val="17075"/>
                  </a:srgbClr>
                </a:gs>
                <a:gs pos="57143">
                  <a:srgbClr val="DDDDDC">
                    <a:alpha val="9855"/>
                  </a:srgbClr>
                </a:gs>
                <a:gs pos="71429">
                  <a:srgbClr val="DDDDDC">
                    <a:alpha val="4740"/>
                  </a:srgbClr>
                </a:gs>
                <a:gs pos="85714">
                  <a:srgbClr val="DDDDDC">
                    <a:alpha val="1902"/>
                  </a:srgbClr>
                </a:gs>
                <a:gs pos="100000">
                  <a:srgbClr val="DDDD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8476017">
              <a:off x="1612857" y="1253794"/>
              <a:ext cx="400275" cy="194264"/>
            </a:xfrm>
            <a:prstGeom prst="ellipse">
              <a:avLst/>
            </a:prstGeom>
            <a:gradFill>
              <a:gsLst>
                <a:gs pos="0">
                  <a:srgbClr val="FEFEFF">
                    <a:alpha val="31260"/>
                  </a:srgbClr>
                </a:gs>
                <a:gs pos="14286">
                  <a:srgbClr val="FEFEFF">
                    <a:alpha val="29144"/>
                  </a:srgbClr>
                </a:gs>
                <a:gs pos="28571">
                  <a:srgbClr val="FEFEFF">
                    <a:alpha val="23471"/>
                  </a:srgbClr>
                </a:gs>
                <a:gs pos="42857">
                  <a:srgbClr val="FEFEFF">
                    <a:alpha val="16093"/>
                  </a:srgbClr>
                </a:gs>
                <a:gs pos="57143">
                  <a:srgbClr val="FEFEFF">
                    <a:alpha val="9265"/>
                  </a:srgbClr>
                </a:gs>
                <a:gs pos="71429">
                  <a:srgbClr val="FEFEFF">
                    <a:alpha val="4449"/>
                  </a:srgbClr>
                </a:gs>
                <a:gs pos="85714">
                  <a:srgbClr val="FEFEFF">
                    <a:alpha val="1783"/>
                  </a:srgbClr>
                </a:gs>
                <a:gs pos="100000">
                  <a:srgbClr val="FEFEFF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5569613">
              <a:off x="794744" y="50873"/>
              <a:ext cx="898189" cy="36724"/>
            </a:xfrm>
            <a:prstGeom prst="ellipse">
              <a:avLst/>
            </a:prstGeom>
            <a:gradFill>
              <a:gsLst>
                <a:gs pos="0">
                  <a:srgbClr val="E0E0E0">
                    <a:alpha val="32968"/>
                  </a:srgbClr>
                </a:gs>
                <a:gs pos="14286">
                  <a:srgbClr val="E0E0E0">
                    <a:alpha val="30764"/>
                  </a:srgbClr>
                </a:gs>
                <a:gs pos="28571">
                  <a:srgbClr val="E0E0E0">
                    <a:alpha val="24833"/>
                  </a:srgbClr>
                </a:gs>
                <a:gs pos="42857">
                  <a:srgbClr val="E0E0E0">
                    <a:alpha val="17075"/>
                  </a:srgbClr>
                </a:gs>
                <a:gs pos="57143">
                  <a:srgbClr val="E0E0E0">
                    <a:alpha val="9855"/>
                  </a:srgbClr>
                </a:gs>
                <a:gs pos="71429">
                  <a:srgbClr val="E0E0E0">
                    <a:alpha val="4740"/>
                  </a:srgbClr>
                </a:gs>
                <a:gs pos="85714">
                  <a:srgbClr val="E0E0E0">
                    <a:alpha val="1902"/>
                  </a:srgbClr>
                </a:gs>
                <a:gs pos="100000">
                  <a:srgbClr val="E0E0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-10783506">
              <a:off x="1764842" y="1097506"/>
              <a:ext cx="711714" cy="1052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10726405">
              <a:off x="1621344" y="1104067"/>
              <a:ext cx="879246" cy="96668"/>
            </a:xfrm>
            <a:prstGeom prst="ellipse">
              <a:avLst/>
            </a:prstGeom>
            <a:gradFill>
              <a:gsLst>
                <a:gs pos="0">
                  <a:srgbClr val="B6B6B6">
                    <a:alpha val="32968"/>
                  </a:srgbClr>
                </a:gs>
                <a:gs pos="14286">
                  <a:srgbClr val="B6B6B6">
                    <a:alpha val="30764"/>
                  </a:srgbClr>
                </a:gs>
                <a:gs pos="28571">
                  <a:srgbClr val="B6B6B6">
                    <a:alpha val="24833"/>
                  </a:srgbClr>
                </a:gs>
                <a:gs pos="42857">
                  <a:srgbClr val="B6B6B6">
                    <a:alpha val="17075"/>
                  </a:srgbClr>
                </a:gs>
                <a:gs pos="57143">
                  <a:srgbClr val="B6B6B6">
                    <a:alpha val="9855"/>
                  </a:srgbClr>
                </a:gs>
                <a:gs pos="71429">
                  <a:srgbClr val="B6B6B6">
                    <a:alpha val="4740"/>
                  </a:srgbClr>
                </a:gs>
                <a:gs pos="85714">
                  <a:srgbClr val="B6B6B6">
                    <a:alpha val="1902"/>
                  </a:srgbClr>
                </a:gs>
                <a:gs pos="100000">
                  <a:srgbClr val="B6B6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4649933">
              <a:off x="715462" y="1493934"/>
              <a:ext cx="694003" cy="617474"/>
            </a:xfrm>
            <a:prstGeom prst="ellipse">
              <a:avLst/>
            </a:prstGeom>
            <a:gradFill>
              <a:gsLst>
                <a:gs pos="0">
                  <a:srgbClr val="000000">
                    <a:alpha val="25799"/>
                  </a:srgbClr>
                </a:gs>
                <a:gs pos="14286">
                  <a:srgbClr val="000000">
                    <a:alpha val="23987"/>
                  </a:srgbClr>
                </a:gs>
                <a:gs pos="28571">
                  <a:srgbClr val="000000">
                    <a:alpha val="19180"/>
                  </a:srgbClr>
                </a:gs>
                <a:gs pos="42857">
                  <a:srgbClr val="000000">
                    <a:alpha val="13036"/>
                  </a:srgbClr>
                </a:gs>
                <a:gs pos="57143">
                  <a:srgbClr val="000000">
                    <a:alpha val="7448"/>
                  </a:srgbClr>
                </a:gs>
                <a:gs pos="71429">
                  <a:srgbClr val="000000">
                    <a:alpha val="3558"/>
                  </a:srgbClr>
                </a:gs>
                <a:gs pos="85714">
                  <a:srgbClr val="000000">
                    <a:alpha val="1422"/>
                  </a:srgbClr>
                </a:gs>
                <a:gs pos="100000">
                  <a:srgbClr val="000000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486836">
              <a:off x="525778" y="1604343"/>
              <a:ext cx="718745" cy="344297"/>
            </a:xfrm>
            <a:prstGeom prst="ellipse">
              <a:avLst/>
            </a:prstGeom>
            <a:gradFill>
              <a:gsLst>
                <a:gs pos="0">
                  <a:srgbClr val="000101">
                    <a:alpha val="21745"/>
                  </a:srgbClr>
                </a:gs>
                <a:gs pos="14286">
                  <a:srgbClr val="000101">
                    <a:alpha val="20178"/>
                  </a:srgbClr>
                </a:gs>
                <a:gs pos="28571">
                  <a:srgbClr val="000101">
                    <a:alpha val="16053"/>
                  </a:srgbClr>
                </a:gs>
                <a:gs pos="42857">
                  <a:srgbClr val="000101">
                    <a:alpha val="10843"/>
                  </a:srgbClr>
                </a:gs>
                <a:gs pos="57143">
                  <a:srgbClr val="000101">
                    <a:alpha val="6162"/>
                  </a:srgbClr>
                </a:gs>
                <a:gs pos="71429">
                  <a:srgbClr val="000101">
                    <a:alpha val="2933"/>
                  </a:srgbClr>
                </a:gs>
                <a:gs pos="85714">
                  <a:srgbClr val="000101">
                    <a:alpha val="1170"/>
                  </a:srgbClr>
                </a:gs>
                <a:gs pos="100000">
                  <a:srgbClr val="000101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3935035">
              <a:off x="397415" y="1630779"/>
              <a:ext cx="726961" cy="357941"/>
            </a:xfrm>
            <a:prstGeom prst="ellipse">
              <a:avLst/>
            </a:prstGeom>
            <a:gradFill>
              <a:gsLst>
                <a:gs pos="0">
                  <a:srgbClr val="020000">
                    <a:alpha val="21350"/>
                  </a:srgbClr>
                </a:gs>
                <a:gs pos="14286">
                  <a:srgbClr val="020000">
                    <a:alpha val="19807"/>
                  </a:srgbClr>
                </a:gs>
                <a:gs pos="28571">
                  <a:srgbClr val="020000">
                    <a:alpha val="15751"/>
                  </a:srgbClr>
                </a:gs>
                <a:gs pos="42857">
                  <a:srgbClr val="020000">
                    <a:alpha val="10633"/>
                  </a:srgbClr>
                </a:gs>
                <a:gs pos="57143">
                  <a:srgbClr val="020000">
                    <a:alpha val="6039"/>
                  </a:srgbClr>
                </a:gs>
                <a:gs pos="71429">
                  <a:srgbClr val="020000">
                    <a:alpha val="2874"/>
                  </a:srgbClr>
                </a:gs>
                <a:gs pos="85714">
                  <a:srgbClr val="020000">
                    <a:alpha val="1146"/>
                  </a:srgbClr>
                </a:gs>
                <a:gs pos="100000">
                  <a:srgbClr val="02000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6041358">
              <a:off x="239627" y="1498662"/>
              <a:ext cx="688161" cy="460275"/>
            </a:xfrm>
            <a:prstGeom prst="ellipse">
              <a:avLst/>
            </a:prstGeom>
            <a:gradFill>
              <a:gsLst>
                <a:gs pos="0">
                  <a:srgbClr val="000002">
                    <a:alpha val="28042"/>
                  </a:srgbClr>
                </a:gs>
                <a:gs pos="14286">
                  <a:srgbClr val="000002">
                    <a:alpha val="26101"/>
                  </a:srgbClr>
                </a:gs>
                <a:gs pos="28571">
                  <a:srgbClr val="000002">
                    <a:alpha val="20931"/>
                  </a:srgbClr>
                </a:gs>
                <a:gs pos="42857">
                  <a:srgbClr val="000002">
                    <a:alpha val="14276"/>
                  </a:srgbClr>
                </a:gs>
                <a:gs pos="57143">
                  <a:srgbClr val="000002">
                    <a:alpha val="8181"/>
                  </a:srgbClr>
                </a:gs>
                <a:gs pos="71429">
                  <a:srgbClr val="000002">
                    <a:alpha val="3917"/>
                  </a:srgbClr>
                </a:gs>
                <a:gs pos="85714">
                  <a:srgbClr val="000002">
                    <a:alpha val="1568"/>
                  </a:srgbClr>
                </a:gs>
                <a:gs pos="100000">
                  <a:srgbClr val="000002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10119303">
              <a:off x="159842" y="1525834"/>
              <a:ext cx="647298" cy="567829"/>
            </a:xfrm>
            <a:prstGeom prst="ellipse">
              <a:avLst/>
            </a:prstGeom>
            <a:gradFill>
              <a:gsLst>
                <a:gs pos="0">
                  <a:srgbClr val="000001">
                    <a:alpha val="13682"/>
                  </a:srgbClr>
                </a:gs>
                <a:gs pos="14286">
                  <a:srgbClr val="000001">
                    <a:alpha val="12649"/>
                  </a:srgbClr>
                </a:gs>
                <a:gs pos="28571">
                  <a:srgbClr val="000001">
                    <a:alpha val="9968"/>
                  </a:srgbClr>
                </a:gs>
                <a:gs pos="42857">
                  <a:srgbClr val="000001">
                    <a:alpha val="6655"/>
                  </a:srgbClr>
                </a:gs>
                <a:gs pos="57143">
                  <a:srgbClr val="000001">
                    <a:alpha val="3744"/>
                  </a:srgbClr>
                </a:gs>
                <a:gs pos="71429">
                  <a:srgbClr val="000001">
                    <a:alpha val="1771"/>
                  </a:srgbClr>
                </a:gs>
                <a:gs pos="85714">
                  <a:srgbClr val="000001">
                    <a:alpha val="704"/>
                  </a:srgbClr>
                </a:gs>
                <a:gs pos="100000">
                  <a:srgbClr val="000001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4928735">
              <a:off x="49823" y="1498648"/>
              <a:ext cx="625930" cy="560768"/>
            </a:xfrm>
            <a:prstGeom prst="ellipse">
              <a:avLst/>
            </a:prstGeom>
            <a:gradFill>
              <a:gsLst>
                <a:gs pos="0">
                  <a:srgbClr val="000003">
                    <a:alpha val="18398"/>
                  </a:srgbClr>
                </a:gs>
                <a:gs pos="14286">
                  <a:srgbClr val="000003">
                    <a:alpha val="17044"/>
                  </a:srgbClr>
                </a:gs>
                <a:gs pos="28571">
                  <a:srgbClr val="000003">
                    <a:alpha val="13506"/>
                  </a:srgbClr>
                </a:gs>
                <a:gs pos="42857">
                  <a:srgbClr val="000003">
                    <a:alpha val="9078"/>
                  </a:srgbClr>
                </a:gs>
                <a:gs pos="57143">
                  <a:srgbClr val="000003">
                    <a:alpha val="5137"/>
                  </a:srgbClr>
                </a:gs>
                <a:gs pos="71429">
                  <a:srgbClr val="000003">
                    <a:alpha val="2438"/>
                  </a:srgbClr>
                </a:gs>
                <a:gs pos="85714">
                  <a:srgbClr val="000003">
                    <a:alpha val="971"/>
                  </a:srgbClr>
                </a:gs>
                <a:gs pos="100000">
                  <a:srgbClr val="000003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10675570">
              <a:off x="-110191" y="1440026"/>
              <a:ext cx="657658" cy="609276"/>
            </a:xfrm>
            <a:prstGeom prst="ellipse">
              <a:avLst/>
            </a:prstGeom>
            <a:gradFill>
              <a:gsLst>
                <a:gs pos="0">
                  <a:srgbClr val="010005">
                    <a:alpha val="21555"/>
                  </a:srgbClr>
                </a:gs>
                <a:gs pos="14286">
                  <a:srgbClr val="010005">
                    <a:alpha val="19999"/>
                  </a:srgbClr>
                </a:gs>
                <a:gs pos="28571">
                  <a:srgbClr val="010005">
                    <a:alpha val="15908"/>
                  </a:srgbClr>
                </a:gs>
                <a:gs pos="42857">
                  <a:srgbClr val="010005">
                    <a:alpha val="10742"/>
                  </a:srgbClr>
                </a:gs>
                <a:gs pos="57143">
                  <a:srgbClr val="010005">
                    <a:alpha val="6103"/>
                  </a:srgbClr>
                </a:gs>
                <a:gs pos="71429">
                  <a:srgbClr val="010005">
                    <a:alpha val="2905"/>
                  </a:srgbClr>
                </a:gs>
                <a:gs pos="85714">
                  <a:srgbClr val="010005">
                    <a:alpha val="1159"/>
                  </a:srgbClr>
                </a:gs>
                <a:gs pos="100000">
                  <a:srgbClr val="010005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10132123">
              <a:off x="-262521" y="1432202"/>
              <a:ext cx="661906" cy="603977"/>
            </a:xfrm>
            <a:prstGeom prst="ellipse">
              <a:avLst/>
            </a:prstGeom>
            <a:gradFill>
              <a:gsLst>
                <a:gs pos="0">
                  <a:srgbClr val="020005">
                    <a:alpha val="32064"/>
                  </a:srgbClr>
                </a:gs>
                <a:gs pos="14286">
                  <a:srgbClr val="020005">
                    <a:alpha val="29906"/>
                  </a:srgbClr>
                </a:gs>
                <a:gs pos="28571">
                  <a:srgbClr val="020005">
                    <a:alpha val="24111"/>
                  </a:srgbClr>
                </a:gs>
                <a:gs pos="42857">
                  <a:srgbClr val="020005">
                    <a:alpha val="16554"/>
                  </a:srgbClr>
                </a:gs>
                <a:gs pos="57143">
                  <a:srgbClr val="020005">
                    <a:alpha val="9541"/>
                  </a:srgbClr>
                </a:gs>
                <a:gs pos="71429">
                  <a:srgbClr val="020005">
                    <a:alpha val="4585"/>
                  </a:srgbClr>
                </a:gs>
                <a:gs pos="85714">
                  <a:srgbClr val="020005">
                    <a:alpha val="1839"/>
                  </a:srgbClr>
                </a:gs>
                <a:gs pos="100000">
                  <a:srgbClr val="020005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8519597">
              <a:off x="3182796" y="1327842"/>
              <a:ext cx="767914" cy="666196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073830">
              <a:off x="3084506" y="1329190"/>
              <a:ext cx="751960" cy="618103"/>
            </a:xfrm>
            <a:prstGeom prst="ellipse">
              <a:avLst/>
            </a:prstGeom>
            <a:gradFill>
              <a:gsLst>
                <a:gs pos="0">
                  <a:srgbClr val="DEDEDE">
                    <a:alpha val="32535"/>
                  </a:srgbClr>
                </a:gs>
                <a:gs pos="14286">
                  <a:srgbClr val="DEDEDE">
                    <a:alpha val="30353"/>
                  </a:srgbClr>
                </a:gs>
                <a:gs pos="28571">
                  <a:srgbClr val="DEDEDE">
                    <a:alpha val="24487"/>
                  </a:srgbClr>
                </a:gs>
                <a:gs pos="42857">
                  <a:srgbClr val="DEDEDE">
                    <a:alpha val="16825"/>
                  </a:srgbClr>
                </a:gs>
                <a:gs pos="57143">
                  <a:srgbClr val="DEDEDE">
                    <a:alpha val="9704"/>
                  </a:srgbClr>
                </a:gs>
                <a:gs pos="71429">
                  <a:srgbClr val="DEDEDE">
                    <a:alpha val="4666"/>
                  </a:srgbClr>
                </a:gs>
                <a:gs pos="85714">
                  <a:srgbClr val="DEDEDE">
                    <a:alpha val="1872"/>
                  </a:srgbClr>
                </a:gs>
                <a:gs pos="100000">
                  <a:srgbClr val="DEDEDE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3091725">
              <a:off x="2925229" y="1357597"/>
              <a:ext cx="744005" cy="629178"/>
            </a:xfrm>
            <a:prstGeom prst="ellipse">
              <a:avLst/>
            </a:prstGeom>
            <a:gradFill>
              <a:gsLst>
                <a:gs pos="0">
                  <a:srgbClr val="F3F3F3">
                    <a:alpha val="30167"/>
                  </a:srgbClr>
                </a:gs>
                <a:gs pos="14286">
                  <a:srgbClr val="F3F3F3">
                    <a:alpha val="28110"/>
                  </a:srgbClr>
                </a:gs>
                <a:gs pos="28571">
                  <a:srgbClr val="F3F3F3">
                    <a:alpha val="22605"/>
                  </a:srgbClr>
                </a:gs>
                <a:gs pos="42857">
                  <a:srgbClr val="F3F3F3">
                    <a:alpha val="15471"/>
                  </a:srgbClr>
                </a:gs>
                <a:gs pos="57143">
                  <a:srgbClr val="F3F3F3">
                    <a:alpha val="8893"/>
                  </a:srgbClr>
                </a:gs>
                <a:gs pos="71429">
                  <a:srgbClr val="F3F3F3">
                    <a:alpha val="4266"/>
                  </a:srgbClr>
                </a:gs>
                <a:gs pos="85714">
                  <a:srgbClr val="F3F3F3">
                    <a:alpha val="1709"/>
                  </a:srgbClr>
                </a:gs>
                <a:gs pos="100000">
                  <a:srgbClr val="F3F3F3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3325436">
              <a:off x="2900848" y="1307007"/>
              <a:ext cx="673829" cy="613126"/>
            </a:xfrm>
            <a:prstGeom prst="ellipse">
              <a:avLst/>
            </a:prstGeom>
            <a:gradFill>
              <a:gsLst>
                <a:gs pos="0">
                  <a:srgbClr val="E3E3E3">
                    <a:alpha val="24598"/>
                  </a:srgbClr>
                </a:gs>
                <a:gs pos="14286">
                  <a:srgbClr val="E3E3E3">
                    <a:alpha val="22856"/>
                  </a:srgbClr>
                </a:gs>
                <a:gs pos="28571">
                  <a:srgbClr val="E3E3E3">
                    <a:alpha val="18248"/>
                  </a:srgbClr>
                </a:gs>
                <a:gs pos="42857">
                  <a:srgbClr val="E3E3E3">
                    <a:alpha val="12380"/>
                  </a:srgbClr>
                </a:gs>
                <a:gs pos="57143">
                  <a:srgbClr val="E3E3E3">
                    <a:alpha val="7061"/>
                  </a:srgbClr>
                </a:gs>
                <a:gs pos="71429">
                  <a:srgbClr val="E3E3E3">
                    <a:alpha val="3370"/>
                  </a:srgbClr>
                </a:gs>
                <a:gs pos="85714">
                  <a:srgbClr val="E3E3E3">
                    <a:alpha val="1346"/>
                  </a:srgbClr>
                </a:gs>
                <a:gs pos="100000">
                  <a:srgbClr val="E3E3E3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5157979">
              <a:off x="2695740" y="1300504"/>
              <a:ext cx="673324" cy="640025"/>
            </a:xfrm>
            <a:prstGeom prst="ellipse">
              <a:avLst/>
            </a:prstGeom>
            <a:gradFill>
              <a:gsLst>
                <a:gs pos="0">
                  <a:srgbClr val="F9F8F9">
                    <a:alpha val="23091"/>
                  </a:srgbClr>
                </a:gs>
                <a:gs pos="14286">
                  <a:srgbClr val="F9F8F9">
                    <a:alpha val="21440"/>
                  </a:srgbClr>
                </a:gs>
                <a:gs pos="28571">
                  <a:srgbClr val="F9F8F9">
                    <a:alpha val="17086"/>
                  </a:srgbClr>
                </a:gs>
                <a:gs pos="42857">
                  <a:srgbClr val="F9F8F9">
                    <a:alpha val="11565"/>
                  </a:srgbClr>
                </a:gs>
                <a:gs pos="57143">
                  <a:srgbClr val="F9F8F9">
                    <a:alpha val="6583"/>
                  </a:srgbClr>
                </a:gs>
                <a:gs pos="71429">
                  <a:srgbClr val="F9F8F9">
                    <a:alpha val="3137"/>
                  </a:srgbClr>
                </a:gs>
                <a:gs pos="85714">
                  <a:srgbClr val="F9F8F9">
                    <a:alpha val="1253"/>
                  </a:srgbClr>
                </a:gs>
                <a:gs pos="100000">
                  <a:srgbClr val="F9F8F9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3670177">
              <a:off x="2502082" y="1330479"/>
              <a:ext cx="701905" cy="608935"/>
            </a:xfrm>
            <a:prstGeom prst="ellipse">
              <a:avLst/>
            </a:prstGeom>
            <a:gradFill>
              <a:gsLst>
                <a:gs pos="0">
                  <a:srgbClr val="F2F2F2">
                    <a:alpha val="23921"/>
                  </a:srgbClr>
                </a:gs>
                <a:gs pos="14286">
                  <a:srgbClr val="F2F2F2">
                    <a:alpha val="22220"/>
                  </a:srgbClr>
                </a:gs>
                <a:gs pos="28571">
                  <a:srgbClr val="F2F2F2">
                    <a:alpha val="17726"/>
                  </a:srgbClr>
                </a:gs>
                <a:gs pos="42857">
                  <a:srgbClr val="F2F2F2">
                    <a:alpha val="12013"/>
                  </a:srgbClr>
                </a:gs>
                <a:gs pos="57143">
                  <a:srgbClr val="F2F2F2">
                    <a:alpha val="6846"/>
                  </a:srgbClr>
                </a:gs>
                <a:gs pos="71429">
                  <a:srgbClr val="F2F2F2">
                    <a:alpha val="3265"/>
                  </a:srgbClr>
                </a:gs>
                <a:gs pos="85714">
                  <a:srgbClr val="F2F2F2">
                    <a:alpha val="1304"/>
                  </a:srgbClr>
                </a:gs>
                <a:gs pos="100000">
                  <a:srgbClr val="F2F2F2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5296010">
              <a:off x="2402141" y="1298511"/>
              <a:ext cx="678598" cy="639593"/>
            </a:xfrm>
            <a:prstGeom prst="ellipse">
              <a:avLst/>
            </a:prstGeom>
            <a:gradFill>
              <a:gsLst>
                <a:gs pos="0">
                  <a:srgbClr val="E9E9E9">
                    <a:alpha val="28182"/>
                  </a:srgbClr>
                </a:gs>
                <a:gs pos="14286">
                  <a:srgbClr val="E9E9E9">
                    <a:alpha val="26233"/>
                  </a:srgbClr>
                </a:gs>
                <a:gs pos="28571">
                  <a:srgbClr val="E9E9E9">
                    <a:alpha val="21041"/>
                  </a:srgbClr>
                </a:gs>
                <a:gs pos="42857">
                  <a:srgbClr val="E9E9E9">
                    <a:alpha val="14355"/>
                  </a:srgbClr>
                </a:gs>
                <a:gs pos="57143">
                  <a:srgbClr val="E9E9E9">
                    <a:alpha val="8228"/>
                  </a:srgbClr>
                </a:gs>
                <a:gs pos="71429">
                  <a:srgbClr val="E9E9E9">
                    <a:alpha val="3939"/>
                  </a:srgbClr>
                </a:gs>
                <a:gs pos="85714">
                  <a:srgbClr val="E9E9E9">
                    <a:alpha val="1577"/>
                  </a:srgbClr>
                </a:gs>
                <a:gs pos="100000">
                  <a:srgbClr val="E9E9E9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4380637">
              <a:off x="2234765" y="1322350"/>
              <a:ext cx="686523" cy="539531"/>
            </a:xfrm>
            <a:prstGeom prst="ellipse">
              <a:avLst/>
            </a:prstGeom>
            <a:gradFill>
              <a:gsLst>
                <a:gs pos="0">
                  <a:srgbClr val="E2E1E0">
                    <a:alpha val="7560"/>
                  </a:srgbClr>
                </a:gs>
                <a:gs pos="14286">
                  <a:srgbClr val="E2E1E0">
                    <a:alpha val="6970"/>
                  </a:srgbClr>
                </a:gs>
                <a:gs pos="28571">
                  <a:srgbClr val="E2E1E0">
                    <a:alpha val="5455"/>
                  </a:srgbClr>
                </a:gs>
                <a:gs pos="42857">
                  <a:srgbClr val="E2E1E0">
                    <a:alpha val="3613"/>
                  </a:srgbClr>
                </a:gs>
                <a:gs pos="57143">
                  <a:srgbClr val="E2E1E0">
                    <a:alpha val="2018"/>
                  </a:srgbClr>
                </a:gs>
                <a:gs pos="71429">
                  <a:srgbClr val="E2E1E0">
                    <a:alpha val="950"/>
                  </a:srgbClr>
                </a:gs>
                <a:gs pos="85714">
                  <a:srgbClr val="E2E1E0">
                    <a:alpha val="377"/>
                  </a:srgbClr>
                </a:gs>
                <a:gs pos="100000">
                  <a:srgbClr val="E2E1E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4106215">
              <a:off x="2052688" y="1453860"/>
              <a:ext cx="791705" cy="396710"/>
            </a:xfrm>
            <a:prstGeom prst="ellipse">
              <a:avLst/>
            </a:prstGeom>
            <a:gradFill>
              <a:gsLst>
                <a:gs pos="0">
                  <a:srgbClr val="FEFEFE">
                    <a:alpha val="26053"/>
                  </a:srgbClr>
                </a:gs>
                <a:gs pos="14286">
                  <a:srgbClr val="FEFEFE">
                    <a:alpha val="24226"/>
                  </a:srgbClr>
                </a:gs>
                <a:gs pos="28571">
                  <a:srgbClr val="FEFEFE">
                    <a:alpha val="19378"/>
                  </a:srgbClr>
                </a:gs>
                <a:gs pos="42857">
                  <a:srgbClr val="FEFEFE">
                    <a:alpha val="13176"/>
                  </a:srgbClr>
                </a:gs>
                <a:gs pos="57143">
                  <a:srgbClr val="FEFEFE">
                    <a:alpha val="7530"/>
                  </a:srgbClr>
                </a:gs>
                <a:gs pos="71429">
                  <a:srgbClr val="FEFEFE">
                    <a:alpha val="3598"/>
                  </a:srgbClr>
                </a:gs>
                <a:gs pos="85714">
                  <a:srgbClr val="FEFEFE">
                    <a:alpha val="1439"/>
                  </a:srgbClr>
                </a:gs>
                <a:gs pos="100000">
                  <a:srgbClr val="FEFEFE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10342418">
              <a:off x="1902961" y="1459725"/>
              <a:ext cx="614557" cy="270663"/>
            </a:xfrm>
            <a:prstGeom prst="ellipse">
              <a:avLst/>
            </a:prstGeom>
            <a:gradFill>
              <a:gsLst>
                <a:gs pos="0">
                  <a:srgbClr val="FEFEFE">
                    <a:alpha val="11396"/>
                  </a:srgbClr>
                </a:gs>
                <a:gs pos="14286">
                  <a:srgbClr val="FEFEFE">
                    <a:alpha val="10525"/>
                  </a:srgbClr>
                </a:gs>
                <a:gs pos="28571">
                  <a:srgbClr val="FEFEFE">
                    <a:alpha val="8273"/>
                  </a:srgbClr>
                </a:gs>
                <a:gs pos="42857">
                  <a:srgbClr val="FEFEFE">
                    <a:alpha val="5506"/>
                  </a:srgbClr>
                </a:gs>
                <a:gs pos="57143">
                  <a:srgbClr val="FEFEFE">
                    <a:alpha val="3090"/>
                  </a:srgbClr>
                </a:gs>
                <a:gs pos="71429">
                  <a:srgbClr val="FEFEFE">
                    <a:alpha val="1458"/>
                  </a:srgbClr>
                </a:gs>
                <a:gs pos="85714">
                  <a:srgbClr val="FEFEFE">
                    <a:alpha val="579"/>
                  </a:srgbClr>
                </a:gs>
                <a:gs pos="100000">
                  <a:srgbClr val="FEFEFE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10764970">
              <a:off x="1180618" y="1431721"/>
              <a:ext cx="808374" cy="371246"/>
            </a:xfrm>
            <a:prstGeom prst="ellipse">
              <a:avLst/>
            </a:prstGeom>
            <a:gradFill>
              <a:gsLst>
                <a:gs pos="0">
                  <a:srgbClr val="020000">
                    <a:alpha val="13057"/>
                  </a:srgbClr>
                </a:gs>
                <a:gs pos="14286">
                  <a:srgbClr val="020000">
                    <a:alpha val="12067"/>
                  </a:srgbClr>
                </a:gs>
                <a:gs pos="28571">
                  <a:srgbClr val="020000">
                    <a:alpha val="9502"/>
                  </a:srgbClr>
                </a:gs>
                <a:gs pos="42857">
                  <a:srgbClr val="020000">
                    <a:alpha val="6339"/>
                  </a:srgbClr>
                </a:gs>
                <a:gs pos="57143">
                  <a:srgbClr val="020000">
                    <a:alpha val="3564"/>
                  </a:srgbClr>
                </a:gs>
                <a:gs pos="71429">
                  <a:srgbClr val="020000">
                    <a:alpha val="1684"/>
                  </a:srgbClr>
                </a:gs>
                <a:gs pos="85714">
                  <a:srgbClr val="020000">
                    <a:alpha val="669"/>
                  </a:srgbClr>
                </a:gs>
                <a:gs pos="100000">
                  <a:srgbClr val="0200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2752101">
              <a:off x="771672" y="1384080"/>
              <a:ext cx="796086" cy="452930"/>
            </a:xfrm>
            <a:prstGeom prst="ellipse">
              <a:avLst/>
            </a:prstGeom>
            <a:gradFill>
              <a:gsLst>
                <a:gs pos="0">
                  <a:srgbClr val="000000">
                    <a:alpha val="7332"/>
                  </a:srgbClr>
                </a:gs>
                <a:gs pos="14286">
                  <a:srgbClr val="000000">
                    <a:alpha val="6759"/>
                  </a:srgbClr>
                </a:gs>
                <a:gs pos="28571">
                  <a:srgbClr val="000000">
                    <a:alpha val="5289"/>
                  </a:srgbClr>
                </a:gs>
                <a:gs pos="42857">
                  <a:srgbClr val="000000">
                    <a:alpha val="3502"/>
                  </a:srgbClr>
                </a:gs>
                <a:gs pos="57143">
                  <a:srgbClr val="000000">
                    <a:alpha val="1956"/>
                  </a:srgbClr>
                </a:gs>
                <a:gs pos="71429">
                  <a:srgbClr val="000000">
                    <a:alpha val="920"/>
                  </a:srgbClr>
                </a:gs>
                <a:gs pos="85714">
                  <a:srgbClr val="000000">
                    <a:alpha val="365"/>
                  </a:srgbClr>
                </a:gs>
                <a:gs pos="100000">
                  <a:srgbClr val="00000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5926165">
              <a:off x="717056" y="1272826"/>
              <a:ext cx="666701" cy="587612"/>
            </a:xfrm>
            <a:prstGeom prst="ellipse">
              <a:avLst/>
            </a:prstGeom>
            <a:gradFill>
              <a:gsLst>
                <a:gs pos="0">
                  <a:srgbClr val="050000">
                    <a:alpha val="11913"/>
                  </a:srgbClr>
                </a:gs>
                <a:gs pos="14286">
                  <a:srgbClr val="050000">
                    <a:alpha val="11005"/>
                  </a:srgbClr>
                </a:gs>
                <a:gs pos="28571">
                  <a:srgbClr val="050000">
                    <a:alpha val="8655"/>
                  </a:srgbClr>
                </a:gs>
                <a:gs pos="42857">
                  <a:srgbClr val="050000">
                    <a:alpha val="5765"/>
                  </a:srgbClr>
                </a:gs>
                <a:gs pos="57143">
                  <a:srgbClr val="050000">
                    <a:alpha val="3237"/>
                  </a:srgbClr>
                </a:gs>
                <a:gs pos="71429">
                  <a:srgbClr val="050000">
                    <a:alpha val="1528"/>
                  </a:srgbClr>
                </a:gs>
                <a:gs pos="85714">
                  <a:srgbClr val="050000">
                    <a:alpha val="607"/>
                  </a:srgbClr>
                </a:gs>
                <a:gs pos="100000">
                  <a:srgbClr val="0500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8835205">
              <a:off x="70478" y="1313572"/>
              <a:ext cx="625111" cy="576879"/>
            </a:xfrm>
            <a:prstGeom prst="ellipse">
              <a:avLst/>
            </a:prstGeom>
            <a:gradFill>
              <a:gsLst>
                <a:gs pos="0">
                  <a:srgbClr val="020000">
                    <a:alpha val="19713"/>
                  </a:srgbClr>
                </a:gs>
                <a:gs pos="14286">
                  <a:srgbClr val="020000">
                    <a:alpha val="18275"/>
                  </a:srgbClr>
                </a:gs>
                <a:gs pos="28571">
                  <a:srgbClr val="020000">
                    <a:alpha val="14503"/>
                  </a:srgbClr>
                </a:gs>
                <a:gs pos="42857">
                  <a:srgbClr val="020000">
                    <a:alpha val="9767"/>
                  </a:srgbClr>
                </a:gs>
                <a:gs pos="57143">
                  <a:srgbClr val="020000">
                    <a:alpha val="5536"/>
                  </a:srgbClr>
                </a:gs>
                <a:gs pos="71429">
                  <a:srgbClr val="020000">
                    <a:alpha val="2631"/>
                  </a:srgbClr>
                </a:gs>
                <a:gs pos="85714">
                  <a:srgbClr val="020000">
                    <a:alpha val="1049"/>
                  </a:srgbClr>
                </a:gs>
                <a:gs pos="100000">
                  <a:srgbClr val="0200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6128656">
              <a:off x="-139348" y="1292212"/>
              <a:ext cx="634503" cy="588539"/>
            </a:xfrm>
            <a:prstGeom prst="ellipse">
              <a:avLst/>
            </a:prstGeom>
            <a:gradFill>
              <a:gsLst>
                <a:gs pos="0">
                  <a:srgbClr val="040001">
                    <a:alpha val="11775"/>
                  </a:srgbClr>
                </a:gs>
                <a:gs pos="14286">
                  <a:srgbClr val="040001">
                    <a:alpha val="10877"/>
                  </a:srgbClr>
                </a:gs>
                <a:gs pos="28571">
                  <a:srgbClr val="040001">
                    <a:alpha val="8553"/>
                  </a:srgbClr>
                </a:gs>
                <a:gs pos="42857">
                  <a:srgbClr val="040001">
                    <a:alpha val="5696"/>
                  </a:srgbClr>
                </a:gs>
                <a:gs pos="57143">
                  <a:srgbClr val="040001">
                    <a:alpha val="3197"/>
                  </a:srgbClr>
                </a:gs>
                <a:gs pos="71429">
                  <a:srgbClr val="040001">
                    <a:alpha val="1510"/>
                  </a:srgbClr>
                </a:gs>
                <a:gs pos="85714">
                  <a:srgbClr val="040001">
                    <a:alpha val="600"/>
                  </a:srgbClr>
                </a:gs>
                <a:gs pos="100000">
                  <a:srgbClr val="040001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861701">
              <a:off x="-308292" y="1272670"/>
              <a:ext cx="654974" cy="605420"/>
            </a:xfrm>
            <a:prstGeom prst="ellipse">
              <a:avLst/>
            </a:prstGeom>
            <a:gradFill>
              <a:gsLst>
                <a:gs pos="0">
                  <a:srgbClr val="060103">
                    <a:alpha val="24393"/>
                  </a:srgbClr>
                </a:gs>
                <a:gs pos="14286">
                  <a:srgbClr val="060103">
                    <a:alpha val="22663"/>
                  </a:srgbClr>
                </a:gs>
                <a:gs pos="28571">
                  <a:srgbClr val="060103">
                    <a:alpha val="18090"/>
                  </a:srgbClr>
                </a:gs>
                <a:gs pos="42857">
                  <a:srgbClr val="060103">
                    <a:alpha val="12268"/>
                  </a:srgbClr>
                </a:gs>
                <a:gs pos="57143">
                  <a:srgbClr val="060103">
                    <a:alpha val="6996"/>
                  </a:srgbClr>
                </a:gs>
                <a:gs pos="71429">
                  <a:srgbClr val="060103">
                    <a:alpha val="3338"/>
                  </a:srgbClr>
                </a:gs>
                <a:gs pos="85714">
                  <a:srgbClr val="060103">
                    <a:alpha val="1333"/>
                  </a:srgbClr>
                </a:gs>
                <a:gs pos="100000">
                  <a:srgbClr val="060103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4482478">
              <a:off x="3250968" y="1139333"/>
              <a:ext cx="702148" cy="620697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7189746">
              <a:off x="3158379" y="1135358"/>
              <a:ext cx="687802" cy="578835"/>
            </a:xfrm>
            <a:prstGeom prst="ellipse">
              <a:avLst/>
            </a:prstGeom>
            <a:gradFill>
              <a:gsLst>
                <a:gs pos="0">
                  <a:srgbClr val="E4E4E4">
                    <a:alpha val="32968"/>
                  </a:srgbClr>
                </a:gs>
                <a:gs pos="14286">
                  <a:srgbClr val="E4E4E4">
                    <a:alpha val="30764"/>
                  </a:srgbClr>
                </a:gs>
                <a:gs pos="28571">
                  <a:srgbClr val="E4E4E4">
                    <a:alpha val="24833"/>
                  </a:srgbClr>
                </a:gs>
                <a:gs pos="42857">
                  <a:srgbClr val="E4E4E4">
                    <a:alpha val="17075"/>
                  </a:srgbClr>
                </a:gs>
                <a:gs pos="57143">
                  <a:srgbClr val="E4E4E4">
                    <a:alpha val="9855"/>
                  </a:srgbClr>
                </a:gs>
                <a:gs pos="71429">
                  <a:srgbClr val="E4E4E4">
                    <a:alpha val="4740"/>
                  </a:srgbClr>
                </a:gs>
                <a:gs pos="85714">
                  <a:srgbClr val="E4E4E4">
                    <a:alpha val="1902"/>
                  </a:srgbClr>
                </a:gs>
                <a:gs pos="100000">
                  <a:srgbClr val="E4E4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7061892">
              <a:off x="2997731" y="1122668"/>
              <a:ext cx="649612" cy="606861"/>
            </a:xfrm>
            <a:prstGeom prst="ellipse">
              <a:avLst/>
            </a:prstGeom>
            <a:gradFill>
              <a:gsLst>
                <a:gs pos="0">
                  <a:srgbClr val="F5F6F5">
                    <a:alpha val="23203"/>
                  </a:srgbClr>
                </a:gs>
                <a:gs pos="14286">
                  <a:srgbClr val="F5F6F5">
                    <a:alpha val="21545"/>
                  </a:srgbClr>
                </a:gs>
                <a:gs pos="28571">
                  <a:srgbClr val="F5F6F5">
                    <a:alpha val="17172"/>
                  </a:srgbClr>
                </a:gs>
                <a:gs pos="42857">
                  <a:srgbClr val="F5F6F5">
                    <a:alpha val="11625"/>
                  </a:srgbClr>
                </a:gs>
                <a:gs pos="57143">
                  <a:srgbClr val="F5F6F5">
                    <a:alpha val="6618"/>
                  </a:srgbClr>
                </a:gs>
                <a:gs pos="71429">
                  <a:srgbClr val="F5F6F5">
                    <a:alpha val="3154"/>
                  </a:srgbClr>
                </a:gs>
                <a:gs pos="85714">
                  <a:srgbClr val="F5F6F5">
                    <a:alpha val="1259"/>
                  </a:srgbClr>
                </a:gs>
                <a:gs pos="100000">
                  <a:srgbClr val="F5F6F5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9246930">
              <a:off x="2842894" y="1159022"/>
              <a:ext cx="628353" cy="507786"/>
            </a:xfrm>
            <a:prstGeom prst="ellipse">
              <a:avLst/>
            </a:prstGeom>
            <a:gradFill>
              <a:gsLst>
                <a:gs pos="0">
                  <a:srgbClr val="E9E9E9">
                    <a:alpha val="11874"/>
                  </a:srgbClr>
                </a:gs>
                <a:gs pos="14286">
                  <a:srgbClr val="E9E9E9">
                    <a:alpha val="10968"/>
                  </a:srgbClr>
                </a:gs>
                <a:gs pos="28571">
                  <a:srgbClr val="E9E9E9">
                    <a:alpha val="8626"/>
                  </a:srgbClr>
                </a:gs>
                <a:gs pos="42857">
                  <a:srgbClr val="E9E9E9">
                    <a:alpha val="5745"/>
                  </a:srgbClr>
                </a:gs>
                <a:gs pos="57143">
                  <a:srgbClr val="E9E9E9">
                    <a:alpha val="3225"/>
                  </a:srgbClr>
                </a:gs>
                <a:gs pos="71429">
                  <a:srgbClr val="E9E9E9">
                    <a:alpha val="1523"/>
                  </a:srgbClr>
                </a:gs>
                <a:gs pos="85714">
                  <a:srgbClr val="E9E9E9">
                    <a:alpha val="605"/>
                  </a:srgbClr>
                </a:gs>
                <a:gs pos="100000">
                  <a:srgbClr val="E9E9E9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10138353">
              <a:off x="2651559" y="1169672"/>
              <a:ext cx="640156" cy="484031"/>
            </a:xfrm>
            <a:prstGeom prst="ellipse">
              <a:avLst/>
            </a:prstGeom>
            <a:gradFill>
              <a:gsLst>
                <a:gs pos="0">
                  <a:srgbClr val="FBFBFB">
                    <a:alpha val="28530"/>
                  </a:srgbClr>
                </a:gs>
                <a:gs pos="14286">
                  <a:srgbClr val="FBFBFB">
                    <a:alpha val="26562"/>
                  </a:srgbClr>
                </a:gs>
                <a:gs pos="28571">
                  <a:srgbClr val="FBFBFB">
                    <a:alpha val="21314"/>
                  </a:srgbClr>
                </a:gs>
                <a:gs pos="42857">
                  <a:srgbClr val="FBFBFB">
                    <a:alpha val="14549"/>
                  </a:srgbClr>
                </a:gs>
                <a:gs pos="57143">
                  <a:srgbClr val="FBFBFB">
                    <a:alpha val="8343"/>
                  </a:srgbClr>
                </a:gs>
                <a:gs pos="71429">
                  <a:srgbClr val="FBFBFB">
                    <a:alpha val="3996"/>
                  </a:srgbClr>
                </a:gs>
                <a:gs pos="85714">
                  <a:srgbClr val="FBFBFB">
                    <a:alpha val="1600"/>
                  </a:srgbClr>
                </a:gs>
                <a:gs pos="100000">
                  <a:srgbClr val="FBFBFB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4491534">
              <a:off x="2556490" y="1259773"/>
              <a:ext cx="651721" cy="553411"/>
            </a:xfrm>
            <a:prstGeom prst="ellipse">
              <a:avLst/>
            </a:prstGeom>
            <a:gradFill>
              <a:gsLst>
                <a:gs pos="0">
                  <a:srgbClr val="D9D9D9">
                    <a:alpha val="11938"/>
                  </a:srgbClr>
                </a:gs>
                <a:gs pos="14286">
                  <a:srgbClr val="D9D9D9">
                    <a:alpha val="11028"/>
                  </a:srgbClr>
                </a:gs>
                <a:gs pos="28571">
                  <a:srgbClr val="D9D9D9">
                    <a:alpha val="8673"/>
                  </a:srgbClr>
                </a:gs>
                <a:gs pos="42857">
                  <a:srgbClr val="D9D9D9">
                    <a:alpha val="5777"/>
                  </a:srgbClr>
                </a:gs>
                <a:gs pos="57143">
                  <a:srgbClr val="D9D9D9">
                    <a:alpha val="3244"/>
                  </a:srgbClr>
                </a:gs>
                <a:gs pos="71429">
                  <a:srgbClr val="D9D9D9">
                    <a:alpha val="1532"/>
                  </a:srgbClr>
                </a:gs>
                <a:gs pos="85714">
                  <a:srgbClr val="D9D9D9">
                    <a:alpha val="608"/>
                  </a:srgbClr>
                </a:gs>
                <a:gs pos="100000">
                  <a:srgbClr val="D9D9D9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4205450">
              <a:off x="2464350" y="1218364"/>
              <a:ext cx="607712" cy="527378"/>
            </a:xfrm>
            <a:prstGeom prst="ellipse">
              <a:avLst/>
            </a:prstGeom>
            <a:gradFill>
              <a:gsLst>
                <a:gs pos="0">
                  <a:srgbClr val="E1E1E1">
                    <a:alpha val="2245"/>
                  </a:srgbClr>
                </a:gs>
                <a:gs pos="14286">
                  <a:srgbClr val="E1E1E1">
                    <a:alpha val="2065"/>
                  </a:srgbClr>
                </a:gs>
                <a:gs pos="28571">
                  <a:srgbClr val="E1E1E1">
                    <a:alpha val="1607"/>
                  </a:srgbClr>
                </a:gs>
                <a:gs pos="42857">
                  <a:srgbClr val="E1E1E1">
                    <a:alpha val="1057"/>
                  </a:srgbClr>
                </a:gs>
                <a:gs pos="57143">
                  <a:srgbClr val="E1E1E1">
                    <a:alpha val="587"/>
                  </a:srgbClr>
                </a:gs>
                <a:gs pos="71429">
                  <a:srgbClr val="E1E1E1">
                    <a:alpha val="275"/>
                  </a:srgbClr>
                </a:gs>
                <a:gs pos="85714">
                  <a:srgbClr val="E1E1E1">
                    <a:alpha val="109"/>
                  </a:srgbClr>
                </a:gs>
                <a:gs pos="100000">
                  <a:srgbClr val="E1E1E1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10298519">
              <a:off x="2316231" y="1183717"/>
              <a:ext cx="631941" cy="533888"/>
            </a:xfrm>
            <a:prstGeom prst="ellipse">
              <a:avLst/>
            </a:prstGeom>
            <a:gradFill>
              <a:gsLst>
                <a:gs pos="0">
                  <a:srgbClr val="ECEBEB">
                    <a:alpha val="9712"/>
                  </a:srgbClr>
                </a:gs>
                <a:gs pos="14286">
                  <a:srgbClr val="ECEBEB">
                    <a:alpha val="8963"/>
                  </a:srgbClr>
                </a:gs>
                <a:gs pos="28571">
                  <a:srgbClr val="ECEBEB">
                    <a:alpha val="7032"/>
                  </a:srgbClr>
                </a:gs>
                <a:gs pos="42857">
                  <a:srgbClr val="ECEBEB">
                    <a:alpha val="4670"/>
                  </a:srgbClr>
                </a:gs>
                <a:gs pos="57143">
                  <a:srgbClr val="ECEBEB">
                    <a:alpha val="2615"/>
                  </a:srgbClr>
                </a:gs>
                <a:gs pos="71429">
                  <a:srgbClr val="ECEBEB">
                    <a:alpha val="1233"/>
                  </a:srgbClr>
                </a:gs>
                <a:gs pos="85714">
                  <a:srgbClr val="ECEBEB">
                    <a:alpha val="489"/>
                  </a:srgbClr>
                </a:gs>
                <a:gs pos="100000">
                  <a:srgbClr val="ECEBEB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-8627675">
              <a:off x="2087371" y="1277576"/>
              <a:ext cx="713954" cy="444892"/>
            </a:xfrm>
            <a:prstGeom prst="ellipse">
              <a:avLst/>
            </a:prstGeom>
            <a:gradFill>
              <a:gsLst>
                <a:gs pos="0">
                  <a:srgbClr val="D2D2D2">
                    <a:alpha val="20565"/>
                  </a:srgbClr>
                </a:gs>
                <a:gs pos="14286">
                  <a:srgbClr val="D2D2D2">
                    <a:alpha val="19072"/>
                  </a:srgbClr>
                </a:gs>
                <a:gs pos="28571">
                  <a:srgbClr val="D2D2D2">
                    <a:alpha val="15152"/>
                  </a:srgbClr>
                </a:gs>
                <a:gs pos="42857">
                  <a:srgbClr val="D2D2D2">
                    <a:alpha val="10217"/>
                  </a:srgbClr>
                </a:gs>
                <a:gs pos="57143">
                  <a:srgbClr val="D2D2D2">
                    <a:alpha val="5797"/>
                  </a:srgbClr>
                </a:gs>
                <a:gs pos="71429">
                  <a:srgbClr val="D2D2D2">
                    <a:alpha val="2757"/>
                  </a:srgbClr>
                </a:gs>
                <a:gs pos="85714">
                  <a:srgbClr val="D2D2D2">
                    <a:alpha val="1099"/>
                  </a:srgbClr>
                </a:gs>
                <a:gs pos="100000">
                  <a:srgbClr val="D2D2D2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-9167681">
              <a:off x="1923599" y="1205712"/>
              <a:ext cx="733209" cy="394471"/>
            </a:xfrm>
            <a:prstGeom prst="ellipse">
              <a:avLst/>
            </a:prstGeom>
            <a:gradFill>
              <a:gsLst>
                <a:gs pos="0">
                  <a:srgbClr val="D5D5D5">
                    <a:alpha val="32968"/>
                  </a:srgbClr>
                </a:gs>
                <a:gs pos="14286">
                  <a:srgbClr val="D5D5D5">
                    <a:alpha val="30764"/>
                  </a:srgbClr>
                </a:gs>
                <a:gs pos="28571">
                  <a:srgbClr val="D5D5D5">
                    <a:alpha val="24833"/>
                  </a:srgbClr>
                </a:gs>
                <a:gs pos="42857">
                  <a:srgbClr val="D5D5D5">
                    <a:alpha val="17075"/>
                  </a:srgbClr>
                </a:gs>
                <a:gs pos="57143">
                  <a:srgbClr val="D5D5D5">
                    <a:alpha val="9855"/>
                  </a:srgbClr>
                </a:gs>
                <a:gs pos="71429">
                  <a:srgbClr val="D5D5D5">
                    <a:alpha val="4740"/>
                  </a:srgbClr>
                </a:gs>
                <a:gs pos="85714">
                  <a:srgbClr val="D5D5D5">
                    <a:alpha val="1902"/>
                  </a:srgbClr>
                </a:gs>
                <a:gs pos="100000">
                  <a:srgbClr val="D5D5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9458491">
              <a:off x="1833851" y="1235875"/>
              <a:ext cx="691161" cy="394145"/>
            </a:xfrm>
            <a:prstGeom prst="ellipse">
              <a:avLst/>
            </a:prstGeom>
            <a:gradFill>
              <a:gsLst>
                <a:gs pos="0">
                  <a:srgbClr val="C9C9C8">
                    <a:alpha val="28764"/>
                  </a:srgbClr>
                </a:gs>
                <a:gs pos="14286">
                  <a:srgbClr val="C9C9C8">
                    <a:alpha val="26782"/>
                  </a:srgbClr>
                </a:gs>
                <a:gs pos="28571">
                  <a:srgbClr val="C9C9C8">
                    <a:alpha val="21498"/>
                  </a:srgbClr>
                </a:gs>
                <a:gs pos="42857">
                  <a:srgbClr val="C9C9C8">
                    <a:alpha val="14680"/>
                  </a:srgbClr>
                </a:gs>
                <a:gs pos="57143">
                  <a:srgbClr val="C9C9C8">
                    <a:alpha val="8421"/>
                  </a:srgbClr>
                </a:gs>
                <a:gs pos="71429">
                  <a:srgbClr val="C9C9C8">
                    <a:alpha val="4034"/>
                  </a:srgbClr>
                </a:gs>
                <a:gs pos="85714">
                  <a:srgbClr val="C9C9C8">
                    <a:alpha val="1615"/>
                  </a:srgbClr>
                </a:gs>
                <a:gs pos="100000">
                  <a:srgbClr val="C9C9C8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5779812">
              <a:off x="1364413" y="1267063"/>
              <a:ext cx="984750" cy="413189"/>
            </a:xfrm>
            <a:prstGeom prst="ellipse">
              <a:avLst/>
            </a:prstGeom>
            <a:gradFill>
              <a:gsLst>
                <a:gs pos="0">
                  <a:srgbClr val="000000">
                    <a:alpha val="5976"/>
                  </a:srgbClr>
                </a:gs>
                <a:gs pos="14286">
                  <a:srgbClr val="000000">
                    <a:alpha val="5506"/>
                  </a:srgbClr>
                </a:gs>
                <a:gs pos="28571">
                  <a:srgbClr val="000000">
                    <a:alpha val="4302"/>
                  </a:srgbClr>
                </a:gs>
                <a:gs pos="42857">
                  <a:srgbClr val="000000">
                    <a:alpha val="2843"/>
                  </a:srgbClr>
                </a:gs>
                <a:gs pos="57143">
                  <a:srgbClr val="000000">
                    <a:alpha val="1585"/>
                  </a:srgbClr>
                </a:gs>
                <a:gs pos="71429">
                  <a:srgbClr val="000000">
                    <a:alpha val="745"/>
                  </a:srgbClr>
                </a:gs>
                <a:gs pos="85714">
                  <a:srgbClr val="000000">
                    <a:alpha val="295"/>
                  </a:srgbClr>
                </a:gs>
                <a:gs pos="100000">
                  <a:srgbClr val="0000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7634722">
              <a:off x="1427565" y="1226002"/>
              <a:ext cx="713128" cy="334898"/>
            </a:xfrm>
            <a:prstGeom prst="ellipse">
              <a:avLst/>
            </a:prstGeom>
            <a:gradFill>
              <a:gsLst>
                <a:gs pos="0">
                  <a:srgbClr val="989899">
                    <a:alpha val="32968"/>
                  </a:srgbClr>
                </a:gs>
                <a:gs pos="14286">
                  <a:srgbClr val="989899">
                    <a:alpha val="30764"/>
                  </a:srgbClr>
                </a:gs>
                <a:gs pos="28571">
                  <a:srgbClr val="989899">
                    <a:alpha val="24833"/>
                  </a:srgbClr>
                </a:gs>
                <a:gs pos="42857">
                  <a:srgbClr val="989899">
                    <a:alpha val="17075"/>
                  </a:srgbClr>
                </a:gs>
                <a:gs pos="57143">
                  <a:srgbClr val="989899">
                    <a:alpha val="9855"/>
                  </a:srgbClr>
                </a:gs>
                <a:gs pos="71429">
                  <a:srgbClr val="989899">
                    <a:alpha val="4740"/>
                  </a:srgbClr>
                </a:gs>
                <a:gs pos="85714">
                  <a:srgbClr val="989899">
                    <a:alpha val="1902"/>
                  </a:srgbClr>
                </a:gs>
                <a:gs pos="100000">
                  <a:srgbClr val="9898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3805750">
              <a:off x="818648" y="1265594"/>
              <a:ext cx="930975" cy="492416"/>
            </a:xfrm>
            <a:prstGeom prst="ellipse">
              <a:avLst/>
            </a:prstGeom>
            <a:gradFill>
              <a:gsLst>
                <a:gs pos="0">
                  <a:srgbClr val="000000">
                    <a:alpha val="19741"/>
                  </a:srgbClr>
                </a:gs>
                <a:gs pos="14286">
                  <a:srgbClr val="000000">
                    <a:alpha val="18301"/>
                  </a:srgbClr>
                </a:gs>
                <a:gs pos="28571">
                  <a:srgbClr val="000000">
                    <a:alpha val="14524"/>
                  </a:srgbClr>
                </a:gs>
                <a:gs pos="42857">
                  <a:srgbClr val="000000">
                    <a:alpha val="9782"/>
                  </a:srgbClr>
                </a:gs>
                <a:gs pos="57143">
                  <a:srgbClr val="000000">
                    <a:alpha val="5544"/>
                  </a:srgbClr>
                </a:gs>
                <a:gs pos="71429">
                  <a:srgbClr val="000000">
                    <a:alpha val="2635"/>
                  </a:srgbClr>
                </a:gs>
                <a:gs pos="85714">
                  <a:srgbClr val="000000">
                    <a:alpha val="1050"/>
                  </a:srgbClr>
                </a:gs>
                <a:gs pos="100000">
                  <a:srgbClr val="0000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9469681">
              <a:off x="887725" y="1343534"/>
              <a:ext cx="626323" cy="303361"/>
            </a:xfrm>
            <a:prstGeom prst="ellipse">
              <a:avLst/>
            </a:prstGeom>
            <a:gradFill>
              <a:gsLst>
                <a:gs pos="0">
                  <a:srgbClr val="E6E7E7">
                    <a:alpha val="6968"/>
                  </a:srgbClr>
                </a:gs>
                <a:gs pos="14286">
                  <a:srgbClr val="E6E7E7">
                    <a:alpha val="6423"/>
                  </a:srgbClr>
                </a:gs>
                <a:gs pos="28571">
                  <a:srgbClr val="E6E7E7">
                    <a:alpha val="5024"/>
                  </a:srgbClr>
                </a:gs>
                <a:gs pos="42857">
                  <a:srgbClr val="E6E7E7">
                    <a:alpha val="3324"/>
                  </a:srgbClr>
                </a:gs>
                <a:gs pos="57143">
                  <a:srgbClr val="E6E7E7">
                    <a:alpha val="1856"/>
                  </a:srgbClr>
                </a:gs>
                <a:gs pos="71429">
                  <a:srgbClr val="E6E7E7">
                    <a:alpha val="873"/>
                  </a:srgbClr>
                </a:gs>
                <a:gs pos="85714">
                  <a:srgbClr val="E6E7E7">
                    <a:alpha val="346"/>
                  </a:srgbClr>
                </a:gs>
                <a:gs pos="100000">
                  <a:srgbClr val="E6E7E7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9737020">
              <a:off x="712816" y="1141733"/>
              <a:ext cx="607537" cy="590207"/>
            </a:xfrm>
            <a:prstGeom prst="ellipse">
              <a:avLst/>
            </a:prstGeom>
            <a:gradFill>
              <a:gsLst>
                <a:gs pos="0">
                  <a:srgbClr val="020000">
                    <a:alpha val="5732"/>
                  </a:srgbClr>
                </a:gs>
                <a:gs pos="14286">
                  <a:srgbClr val="020000">
                    <a:alpha val="5281"/>
                  </a:srgbClr>
                </a:gs>
                <a:gs pos="28571">
                  <a:srgbClr val="020000">
                    <a:alpha val="4125"/>
                  </a:srgbClr>
                </a:gs>
                <a:gs pos="42857">
                  <a:srgbClr val="020000">
                    <a:alpha val="2725"/>
                  </a:srgbClr>
                </a:gs>
                <a:gs pos="57143">
                  <a:srgbClr val="020000">
                    <a:alpha val="1519"/>
                  </a:srgbClr>
                </a:gs>
                <a:gs pos="71429">
                  <a:srgbClr val="020000">
                    <a:alpha val="714"/>
                  </a:srgbClr>
                </a:gs>
                <a:gs pos="85714">
                  <a:srgbClr val="020000">
                    <a:alpha val="283"/>
                  </a:srgbClr>
                </a:gs>
                <a:gs pos="100000">
                  <a:srgbClr val="0200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5363750">
              <a:off x="625959" y="1166811"/>
              <a:ext cx="657802" cy="560046"/>
            </a:xfrm>
            <a:prstGeom prst="ellipse">
              <a:avLst/>
            </a:prstGeom>
            <a:gradFill>
              <a:gsLst>
                <a:gs pos="0">
                  <a:srgbClr val="010000">
                    <a:alpha val="13485"/>
                  </a:srgbClr>
                </a:gs>
                <a:gs pos="14286">
                  <a:srgbClr val="010000">
                    <a:alpha val="12466"/>
                  </a:srgbClr>
                </a:gs>
                <a:gs pos="28571">
                  <a:srgbClr val="010000">
                    <a:alpha val="9821"/>
                  </a:srgbClr>
                </a:gs>
                <a:gs pos="42857">
                  <a:srgbClr val="010000">
                    <a:alpha val="6556"/>
                  </a:srgbClr>
                </a:gs>
                <a:gs pos="57143">
                  <a:srgbClr val="010000">
                    <a:alpha val="3687"/>
                  </a:srgbClr>
                </a:gs>
                <a:gs pos="71429">
                  <a:srgbClr val="010000">
                    <a:alpha val="1743"/>
                  </a:srgbClr>
                </a:gs>
                <a:gs pos="85714">
                  <a:srgbClr val="010000">
                    <a:alpha val="693"/>
                  </a:srgbClr>
                </a:gs>
                <a:gs pos="100000">
                  <a:srgbClr val="010000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6015127">
              <a:off x="453777" y="1293292"/>
              <a:ext cx="687573" cy="416642"/>
            </a:xfrm>
            <a:prstGeom prst="ellipse">
              <a:avLst/>
            </a:prstGeom>
            <a:gradFill>
              <a:gsLst>
                <a:gs pos="0">
                  <a:srgbClr val="040000">
                    <a:alpha val="18955"/>
                  </a:srgbClr>
                </a:gs>
                <a:gs pos="14286">
                  <a:srgbClr val="040000">
                    <a:alpha val="17565"/>
                  </a:srgbClr>
                </a:gs>
                <a:gs pos="28571">
                  <a:srgbClr val="040000">
                    <a:alpha val="13928"/>
                  </a:srgbClr>
                </a:gs>
                <a:gs pos="42857">
                  <a:srgbClr val="040000">
                    <a:alpha val="9369"/>
                  </a:srgbClr>
                </a:gs>
                <a:gs pos="57143">
                  <a:srgbClr val="040000">
                    <a:alpha val="5305"/>
                  </a:srgbClr>
                </a:gs>
                <a:gs pos="71429">
                  <a:srgbClr val="040000">
                    <a:alpha val="2519"/>
                  </a:srgbClr>
                </a:gs>
                <a:gs pos="85714">
                  <a:srgbClr val="040000">
                    <a:alpha val="1004"/>
                  </a:srgbClr>
                </a:gs>
                <a:gs pos="100000">
                  <a:srgbClr val="04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3148354">
              <a:off x="315237" y="1208756"/>
              <a:ext cx="651407" cy="550085"/>
            </a:xfrm>
            <a:prstGeom prst="ellipse">
              <a:avLst/>
            </a:prstGeom>
            <a:gradFill>
              <a:gsLst>
                <a:gs pos="0">
                  <a:srgbClr val="060002">
                    <a:alpha val="11447"/>
                  </a:srgbClr>
                </a:gs>
                <a:gs pos="14286">
                  <a:srgbClr val="060002">
                    <a:alpha val="10572"/>
                  </a:srgbClr>
                </a:gs>
                <a:gs pos="28571">
                  <a:srgbClr val="060002">
                    <a:alpha val="8310"/>
                  </a:srgbClr>
                </a:gs>
                <a:gs pos="42857">
                  <a:srgbClr val="060002">
                    <a:alpha val="5532"/>
                  </a:srgbClr>
                </a:gs>
                <a:gs pos="57143">
                  <a:srgbClr val="060002">
                    <a:alpha val="3104"/>
                  </a:srgbClr>
                </a:gs>
                <a:gs pos="71429">
                  <a:srgbClr val="060002">
                    <a:alpha val="1465"/>
                  </a:srgbClr>
                </a:gs>
                <a:gs pos="85714">
                  <a:srgbClr val="060002">
                    <a:alpha val="582"/>
                  </a:srgbClr>
                </a:gs>
                <a:gs pos="100000">
                  <a:srgbClr val="060002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5728819">
              <a:off x="188439" y="1181511"/>
              <a:ext cx="641164" cy="536628"/>
            </a:xfrm>
            <a:prstGeom prst="ellipse">
              <a:avLst/>
            </a:prstGeom>
            <a:gradFill>
              <a:gsLst>
                <a:gs pos="0">
                  <a:srgbClr val="040002">
                    <a:alpha val="11694"/>
                  </a:srgbClr>
                </a:gs>
                <a:gs pos="14286">
                  <a:srgbClr val="040002">
                    <a:alpha val="10801"/>
                  </a:srgbClr>
                </a:gs>
                <a:gs pos="28571">
                  <a:srgbClr val="040002">
                    <a:alpha val="8493"/>
                  </a:srgbClr>
                </a:gs>
                <a:gs pos="42857">
                  <a:srgbClr val="040002">
                    <a:alpha val="5655"/>
                  </a:srgbClr>
                </a:gs>
                <a:gs pos="57143">
                  <a:srgbClr val="040002">
                    <a:alpha val="3174"/>
                  </a:srgbClr>
                </a:gs>
                <a:gs pos="71429">
                  <a:srgbClr val="040002">
                    <a:alpha val="1499"/>
                  </a:srgbClr>
                </a:gs>
                <a:gs pos="85714">
                  <a:srgbClr val="040002">
                    <a:alpha val="595"/>
                  </a:srgbClr>
                </a:gs>
                <a:gs pos="100000">
                  <a:srgbClr val="040002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-9598369">
              <a:off x="5251" y="1178216"/>
              <a:ext cx="642526" cy="622199"/>
            </a:xfrm>
            <a:prstGeom prst="ellipse">
              <a:avLst/>
            </a:prstGeom>
            <a:gradFill>
              <a:gsLst>
                <a:gs pos="0">
                  <a:srgbClr val="060000">
                    <a:alpha val="21214"/>
                  </a:srgbClr>
                </a:gs>
                <a:gs pos="14286">
                  <a:srgbClr val="060000">
                    <a:alpha val="19680"/>
                  </a:srgbClr>
                </a:gs>
                <a:gs pos="28571">
                  <a:srgbClr val="060000">
                    <a:alpha val="15647"/>
                  </a:srgbClr>
                </a:gs>
                <a:gs pos="42857">
                  <a:srgbClr val="060000">
                    <a:alpha val="10561"/>
                  </a:srgbClr>
                </a:gs>
                <a:gs pos="57143">
                  <a:srgbClr val="060000">
                    <a:alpha val="5997"/>
                  </a:srgbClr>
                </a:gs>
                <a:gs pos="71429">
                  <a:srgbClr val="060000">
                    <a:alpha val="2853"/>
                  </a:srgbClr>
                </a:gs>
                <a:gs pos="85714">
                  <a:srgbClr val="060000">
                    <a:alpha val="1138"/>
                  </a:srgbClr>
                </a:gs>
                <a:gs pos="100000">
                  <a:srgbClr val="060000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8426598">
              <a:off x="-115207" y="1160484"/>
              <a:ext cx="603268" cy="563155"/>
            </a:xfrm>
            <a:prstGeom prst="ellipse">
              <a:avLst/>
            </a:prstGeom>
            <a:gradFill>
              <a:gsLst>
                <a:gs pos="0">
                  <a:srgbClr val="060300">
                    <a:alpha val="24796"/>
                  </a:srgbClr>
                </a:gs>
                <a:gs pos="14286">
                  <a:srgbClr val="060300">
                    <a:alpha val="23042"/>
                  </a:srgbClr>
                </a:gs>
                <a:gs pos="28571">
                  <a:srgbClr val="060300">
                    <a:alpha val="18402"/>
                  </a:srgbClr>
                </a:gs>
                <a:gs pos="42857">
                  <a:srgbClr val="060300">
                    <a:alpha val="12488"/>
                  </a:srgbClr>
                </a:gs>
                <a:gs pos="57143">
                  <a:srgbClr val="060300">
                    <a:alpha val="7125"/>
                  </a:srgbClr>
                </a:gs>
                <a:gs pos="71429">
                  <a:srgbClr val="060300">
                    <a:alpha val="3401"/>
                  </a:srgbClr>
                </a:gs>
                <a:gs pos="85714">
                  <a:srgbClr val="060300">
                    <a:alpha val="1359"/>
                  </a:srgbClr>
                </a:gs>
                <a:gs pos="100000">
                  <a:srgbClr val="06030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9980637">
              <a:off x="-300901" y="1182413"/>
              <a:ext cx="638011" cy="570336"/>
            </a:xfrm>
            <a:prstGeom prst="ellipse">
              <a:avLst/>
            </a:prstGeom>
            <a:gradFill>
              <a:gsLst>
                <a:gs pos="0">
                  <a:srgbClr val="343435">
                    <a:alpha val="24721"/>
                  </a:srgbClr>
                </a:gs>
                <a:gs pos="14286">
                  <a:srgbClr val="343435">
                    <a:alpha val="22972"/>
                  </a:srgbClr>
                </a:gs>
                <a:gs pos="28571">
                  <a:srgbClr val="343435">
                    <a:alpha val="18344"/>
                  </a:srgbClr>
                </a:gs>
                <a:gs pos="42857">
                  <a:srgbClr val="343435">
                    <a:alpha val="12447"/>
                  </a:srgbClr>
                </a:gs>
                <a:gs pos="57143">
                  <a:srgbClr val="343435">
                    <a:alpha val="7101"/>
                  </a:srgbClr>
                </a:gs>
                <a:gs pos="71429">
                  <a:srgbClr val="343435">
                    <a:alpha val="3389"/>
                  </a:srgbClr>
                </a:gs>
                <a:gs pos="85714">
                  <a:srgbClr val="343435">
                    <a:alpha val="1354"/>
                  </a:srgbClr>
                </a:gs>
                <a:gs pos="100000">
                  <a:srgbClr val="343435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10320542">
              <a:off x="3277883" y="1071890"/>
              <a:ext cx="639342" cy="495966"/>
            </a:xfrm>
            <a:prstGeom prst="ellipse">
              <a:avLst/>
            </a:prstGeom>
            <a:gradFill>
              <a:gsLst>
                <a:gs pos="0">
                  <a:srgbClr val="F5F6F5">
                    <a:alpha val="32224"/>
                  </a:srgbClr>
                </a:gs>
                <a:gs pos="14286">
                  <a:srgbClr val="F5F6F5">
                    <a:alpha val="30058"/>
                  </a:srgbClr>
                </a:gs>
                <a:gs pos="28571">
                  <a:srgbClr val="F5F6F5">
                    <a:alpha val="24238"/>
                  </a:srgbClr>
                </a:gs>
                <a:gs pos="42857">
                  <a:srgbClr val="F5F6F5">
                    <a:alpha val="16646"/>
                  </a:srgbClr>
                </a:gs>
                <a:gs pos="57143">
                  <a:srgbClr val="F5F6F5">
                    <a:alpha val="9596"/>
                  </a:srgbClr>
                </a:gs>
                <a:gs pos="71429">
                  <a:srgbClr val="F5F6F5">
                    <a:alpha val="4613"/>
                  </a:srgbClr>
                </a:gs>
                <a:gs pos="85714">
                  <a:srgbClr val="F5F6F5">
                    <a:alpha val="1850"/>
                  </a:srgbClr>
                </a:gs>
                <a:gs pos="100000">
                  <a:srgbClr val="F5F6F5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-10048216">
              <a:off x="3127494" y="1125775"/>
              <a:ext cx="647197" cy="473776"/>
            </a:xfrm>
            <a:prstGeom prst="ellipse">
              <a:avLst/>
            </a:prstGeom>
            <a:gradFill>
              <a:gsLst>
                <a:gs pos="0">
                  <a:srgbClr val="EBEBEB">
                    <a:alpha val="32968"/>
                  </a:srgbClr>
                </a:gs>
                <a:gs pos="14286">
                  <a:srgbClr val="EBEBEB">
                    <a:alpha val="30764"/>
                  </a:srgbClr>
                </a:gs>
                <a:gs pos="28571">
                  <a:srgbClr val="EBEBEB">
                    <a:alpha val="24833"/>
                  </a:srgbClr>
                </a:gs>
                <a:gs pos="42857">
                  <a:srgbClr val="EBEBEB">
                    <a:alpha val="17075"/>
                  </a:srgbClr>
                </a:gs>
                <a:gs pos="57143">
                  <a:srgbClr val="EBEBEB">
                    <a:alpha val="9855"/>
                  </a:srgbClr>
                </a:gs>
                <a:gs pos="71429">
                  <a:srgbClr val="EBEBEB">
                    <a:alpha val="4740"/>
                  </a:srgbClr>
                </a:gs>
                <a:gs pos="85714">
                  <a:srgbClr val="EBEBEB">
                    <a:alpha val="1902"/>
                  </a:srgbClr>
                </a:gs>
                <a:gs pos="100000">
                  <a:srgbClr val="EB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9900096">
              <a:off x="2980685" y="1122021"/>
              <a:ext cx="613009" cy="477965"/>
            </a:xfrm>
            <a:prstGeom prst="ellipse">
              <a:avLst/>
            </a:prstGeom>
            <a:gradFill>
              <a:gsLst>
                <a:gs pos="0">
                  <a:srgbClr val="EEEEEE">
                    <a:alpha val="30646"/>
                  </a:srgbClr>
                </a:gs>
                <a:gs pos="14286">
                  <a:srgbClr val="EEEEEE">
                    <a:alpha val="28562"/>
                  </a:srgbClr>
                </a:gs>
                <a:gs pos="28571">
                  <a:srgbClr val="EEEEEE">
                    <a:alpha val="22984"/>
                  </a:srgbClr>
                </a:gs>
                <a:gs pos="42857">
                  <a:srgbClr val="EEEEEE">
                    <a:alpha val="15743"/>
                  </a:srgbClr>
                </a:gs>
                <a:gs pos="57143">
                  <a:srgbClr val="EEEEEE">
                    <a:alpha val="9055"/>
                  </a:srgbClr>
                </a:gs>
                <a:gs pos="71429">
                  <a:srgbClr val="EEEEEE">
                    <a:alpha val="4346"/>
                  </a:srgbClr>
                </a:gs>
                <a:gs pos="85714">
                  <a:srgbClr val="EEEEEE">
                    <a:alpha val="1742"/>
                  </a:srgbClr>
                </a:gs>
                <a:gs pos="100000">
                  <a:srgbClr val="EEEEEE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9497733">
              <a:off x="2879998" y="1126866"/>
              <a:ext cx="621852" cy="396735"/>
            </a:xfrm>
            <a:prstGeom prst="ellipse">
              <a:avLst/>
            </a:prstGeom>
            <a:gradFill>
              <a:gsLst>
                <a:gs pos="0">
                  <a:srgbClr val="EEEEEE">
                    <a:alpha val="32968"/>
                  </a:srgbClr>
                </a:gs>
                <a:gs pos="14286">
                  <a:srgbClr val="EEEEEE">
                    <a:alpha val="30764"/>
                  </a:srgbClr>
                </a:gs>
                <a:gs pos="28571">
                  <a:srgbClr val="EEEEEE">
                    <a:alpha val="24833"/>
                  </a:srgbClr>
                </a:gs>
                <a:gs pos="42857">
                  <a:srgbClr val="EEEEEE">
                    <a:alpha val="17075"/>
                  </a:srgbClr>
                </a:gs>
                <a:gs pos="57143">
                  <a:srgbClr val="EEEEEE">
                    <a:alpha val="9855"/>
                  </a:srgbClr>
                </a:gs>
                <a:gs pos="71429">
                  <a:srgbClr val="EEEEEE">
                    <a:alpha val="4740"/>
                  </a:srgbClr>
                </a:gs>
                <a:gs pos="85714">
                  <a:srgbClr val="EEEEEE">
                    <a:alpha val="1902"/>
                  </a:srgbClr>
                </a:gs>
                <a:gs pos="100000">
                  <a:srgbClr val="EEE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10575774">
              <a:off x="2570016" y="1101717"/>
              <a:ext cx="857248" cy="252402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10574088">
              <a:off x="2552173" y="1139084"/>
              <a:ext cx="807372" cy="348416"/>
            </a:xfrm>
            <a:prstGeom prst="ellipse">
              <a:avLst/>
            </a:prstGeom>
            <a:gradFill>
              <a:gsLst>
                <a:gs pos="0">
                  <a:srgbClr val="E9E9E8">
                    <a:alpha val="32968"/>
                  </a:srgbClr>
                </a:gs>
                <a:gs pos="14286">
                  <a:srgbClr val="E9E9E8">
                    <a:alpha val="30764"/>
                  </a:srgbClr>
                </a:gs>
                <a:gs pos="28571">
                  <a:srgbClr val="E9E9E8">
                    <a:alpha val="24833"/>
                  </a:srgbClr>
                </a:gs>
                <a:gs pos="42857">
                  <a:srgbClr val="E9E9E8">
                    <a:alpha val="17075"/>
                  </a:srgbClr>
                </a:gs>
                <a:gs pos="57143">
                  <a:srgbClr val="E9E9E8">
                    <a:alpha val="9855"/>
                  </a:srgbClr>
                </a:gs>
                <a:gs pos="71429">
                  <a:srgbClr val="E9E9E8">
                    <a:alpha val="4740"/>
                  </a:srgbClr>
                </a:gs>
                <a:gs pos="85714">
                  <a:srgbClr val="E9E9E8">
                    <a:alpha val="1902"/>
                  </a:srgbClr>
                </a:gs>
                <a:gs pos="100000">
                  <a:srgbClr val="E9E9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9948719">
              <a:off x="2399653" y="1159309"/>
              <a:ext cx="624970" cy="398830"/>
            </a:xfrm>
            <a:prstGeom prst="ellipse">
              <a:avLst/>
            </a:prstGeom>
            <a:gradFill>
              <a:gsLst>
                <a:gs pos="0">
                  <a:srgbClr val="EFEEEF">
                    <a:alpha val="22801"/>
                  </a:srgbClr>
                </a:gs>
                <a:gs pos="14286">
                  <a:srgbClr val="EFEEEF">
                    <a:alpha val="21168"/>
                  </a:srgbClr>
                </a:gs>
                <a:gs pos="28571">
                  <a:srgbClr val="EFEEEF">
                    <a:alpha val="16863"/>
                  </a:srgbClr>
                </a:gs>
                <a:gs pos="42857">
                  <a:srgbClr val="EFEEEF">
                    <a:alpha val="11409"/>
                  </a:srgbClr>
                </a:gs>
                <a:gs pos="57143">
                  <a:srgbClr val="EFEEEF">
                    <a:alpha val="6492"/>
                  </a:srgbClr>
                </a:gs>
                <a:gs pos="71429">
                  <a:srgbClr val="EFEEEF">
                    <a:alpha val="3093"/>
                  </a:srgbClr>
                </a:gs>
                <a:gs pos="85714">
                  <a:srgbClr val="EFEEEF">
                    <a:alpha val="1235"/>
                  </a:srgbClr>
                </a:gs>
                <a:gs pos="100000">
                  <a:srgbClr val="EFEEEF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10533513">
              <a:off x="2339842" y="1121124"/>
              <a:ext cx="459006" cy="294845"/>
            </a:xfrm>
            <a:prstGeom prst="ellipse">
              <a:avLst/>
            </a:prstGeom>
            <a:gradFill>
              <a:gsLst>
                <a:gs pos="0">
                  <a:srgbClr val="FEFEFE">
                    <a:alpha val="32914"/>
                  </a:srgbClr>
                </a:gs>
                <a:gs pos="14286">
                  <a:srgbClr val="FEFEFE">
                    <a:alpha val="30713"/>
                  </a:srgbClr>
                </a:gs>
                <a:gs pos="28571">
                  <a:srgbClr val="FEFEFE">
                    <a:alpha val="24790"/>
                  </a:srgbClr>
                </a:gs>
                <a:gs pos="42857">
                  <a:srgbClr val="FEFEFE">
                    <a:alpha val="17044"/>
                  </a:srgbClr>
                </a:gs>
                <a:gs pos="57143">
                  <a:srgbClr val="FEFEFE">
                    <a:alpha val="9836"/>
                  </a:srgbClr>
                </a:gs>
                <a:gs pos="71429">
                  <a:srgbClr val="FEFEFE">
                    <a:alpha val="4731"/>
                  </a:srgbClr>
                </a:gs>
                <a:gs pos="85714">
                  <a:srgbClr val="FEFEFE">
                    <a:alpha val="1898"/>
                  </a:srgbClr>
                </a:gs>
                <a:gs pos="100000">
                  <a:srgbClr val="FEFEFE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-10463727">
              <a:off x="2020903" y="1121237"/>
              <a:ext cx="890178" cy="276563"/>
            </a:xfrm>
            <a:prstGeom prst="ellipse">
              <a:avLst/>
            </a:prstGeom>
            <a:gradFill>
              <a:gsLst>
                <a:gs pos="0">
                  <a:srgbClr val="CDCDCC">
                    <a:alpha val="32968"/>
                  </a:srgbClr>
                </a:gs>
                <a:gs pos="14286">
                  <a:srgbClr val="CDCDCC">
                    <a:alpha val="30764"/>
                  </a:srgbClr>
                </a:gs>
                <a:gs pos="28571">
                  <a:srgbClr val="CDCDCC">
                    <a:alpha val="24833"/>
                  </a:srgbClr>
                </a:gs>
                <a:gs pos="42857">
                  <a:srgbClr val="CDCDCC">
                    <a:alpha val="17075"/>
                  </a:srgbClr>
                </a:gs>
                <a:gs pos="57143">
                  <a:srgbClr val="CDCDCC">
                    <a:alpha val="9855"/>
                  </a:srgbClr>
                </a:gs>
                <a:gs pos="71429">
                  <a:srgbClr val="CDCDCC">
                    <a:alpha val="4740"/>
                  </a:srgbClr>
                </a:gs>
                <a:gs pos="85714">
                  <a:srgbClr val="CDCDCC">
                    <a:alpha val="1902"/>
                  </a:srgbClr>
                </a:gs>
                <a:gs pos="100000">
                  <a:srgbClr val="CDCD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-10054673">
              <a:off x="1871710" y="1147667"/>
              <a:ext cx="838130" cy="280736"/>
            </a:xfrm>
            <a:prstGeom prst="ellipse">
              <a:avLst/>
            </a:prstGeom>
            <a:gradFill>
              <a:gsLst>
                <a:gs pos="0">
                  <a:srgbClr val="DCDDDD">
                    <a:alpha val="32968"/>
                  </a:srgbClr>
                </a:gs>
                <a:gs pos="14286">
                  <a:srgbClr val="DCDDDD">
                    <a:alpha val="30764"/>
                  </a:srgbClr>
                </a:gs>
                <a:gs pos="28571">
                  <a:srgbClr val="DCDDDD">
                    <a:alpha val="24833"/>
                  </a:srgbClr>
                </a:gs>
                <a:gs pos="42857">
                  <a:srgbClr val="DCDDDD">
                    <a:alpha val="17075"/>
                  </a:srgbClr>
                </a:gs>
                <a:gs pos="57143">
                  <a:srgbClr val="DCDDDD">
                    <a:alpha val="9855"/>
                  </a:srgbClr>
                </a:gs>
                <a:gs pos="71429">
                  <a:srgbClr val="DCDDDD">
                    <a:alpha val="4740"/>
                  </a:srgbClr>
                </a:gs>
                <a:gs pos="85714">
                  <a:srgbClr val="DCDDDD">
                    <a:alpha val="1902"/>
                  </a:srgbClr>
                </a:gs>
                <a:gs pos="100000">
                  <a:srgbClr val="DCDD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10246130">
              <a:off x="1839038" y="1147462"/>
              <a:ext cx="753804" cy="379510"/>
            </a:xfrm>
            <a:prstGeom prst="ellipse">
              <a:avLst/>
            </a:prstGeom>
            <a:gradFill>
              <a:gsLst>
                <a:gs pos="0">
                  <a:srgbClr val="E0E0E0">
                    <a:alpha val="32968"/>
                  </a:srgbClr>
                </a:gs>
                <a:gs pos="14286">
                  <a:srgbClr val="E0E0E0">
                    <a:alpha val="30764"/>
                  </a:srgbClr>
                </a:gs>
                <a:gs pos="28571">
                  <a:srgbClr val="E0E0E0">
                    <a:alpha val="24833"/>
                  </a:srgbClr>
                </a:gs>
                <a:gs pos="42857">
                  <a:srgbClr val="E0E0E0">
                    <a:alpha val="17075"/>
                  </a:srgbClr>
                </a:gs>
                <a:gs pos="57143">
                  <a:srgbClr val="E0E0E0">
                    <a:alpha val="9855"/>
                  </a:srgbClr>
                </a:gs>
                <a:gs pos="71429">
                  <a:srgbClr val="E0E0E0">
                    <a:alpha val="4740"/>
                  </a:srgbClr>
                </a:gs>
                <a:gs pos="85714">
                  <a:srgbClr val="E0E0E0">
                    <a:alpha val="1902"/>
                  </a:srgbClr>
                </a:gs>
                <a:gs pos="100000">
                  <a:srgbClr val="E0E0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9698916">
              <a:off x="1582526" y="1172171"/>
              <a:ext cx="878272" cy="373810"/>
            </a:xfrm>
            <a:prstGeom prst="ellipse">
              <a:avLst/>
            </a:prstGeom>
            <a:gradFill>
              <a:gsLst>
                <a:gs pos="0">
                  <a:srgbClr val="C3C3C3">
                    <a:alpha val="32968"/>
                  </a:srgbClr>
                </a:gs>
                <a:gs pos="14286">
                  <a:srgbClr val="C3C3C3">
                    <a:alpha val="30764"/>
                  </a:srgbClr>
                </a:gs>
                <a:gs pos="28571">
                  <a:srgbClr val="C3C3C3">
                    <a:alpha val="24833"/>
                  </a:srgbClr>
                </a:gs>
                <a:gs pos="42857">
                  <a:srgbClr val="C3C3C3">
                    <a:alpha val="17075"/>
                  </a:srgbClr>
                </a:gs>
                <a:gs pos="57143">
                  <a:srgbClr val="C3C3C3">
                    <a:alpha val="9855"/>
                  </a:srgbClr>
                </a:gs>
                <a:gs pos="71429">
                  <a:srgbClr val="C3C3C3">
                    <a:alpha val="4740"/>
                  </a:srgbClr>
                </a:gs>
                <a:gs pos="85714">
                  <a:srgbClr val="C3C3C3">
                    <a:alpha val="1902"/>
                  </a:srgbClr>
                </a:gs>
                <a:gs pos="100000">
                  <a:srgbClr val="C3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10135999">
              <a:off x="1157949" y="1109417"/>
              <a:ext cx="753632" cy="483297"/>
            </a:xfrm>
            <a:prstGeom prst="ellipse">
              <a:avLst/>
            </a:prstGeom>
            <a:gradFill>
              <a:gsLst>
                <a:gs pos="0">
                  <a:srgbClr val="000000">
                    <a:alpha val="11857"/>
                  </a:srgbClr>
                </a:gs>
                <a:gs pos="14286">
                  <a:srgbClr val="000000">
                    <a:alpha val="10952"/>
                  </a:srgbClr>
                </a:gs>
                <a:gs pos="28571">
                  <a:srgbClr val="000000">
                    <a:alpha val="8613"/>
                  </a:srgbClr>
                </a:gs>
                <a:gs pos="42857">
                  <a:srgbClr val="000000">
                    <a:alpha val="5737"/>
                  </a:srgbClr>
                </a:gs>
                <a:gs pos="57143">
                  <a:srgbClr val="000000">
                    <a:alpha val="3221"/>
                  </a:srgbClr>
                </a:gs>
                <a:gs pos="71429">
                  <a:srgbClr val="000000">
                    <a:alpha val="1521"/>
                  </a:srgbClr>
                </a:gs>
                <a:gs pos="85714">
                  <a:srgbClr val="000000">
                    <a:alpha val="604"/>
                  </a:srgbClr>
                </a:gs>
                <a:gs pos="100000">
                  <a:srgbClr val="000000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8300146">
              <a:off x="143126" y="1065198"/>
              <a:ext cx="613058" cy="572893"/>
            </a:xfrm>
            <a:prstGeom prst="ellipse">
              <a:avLst/>
            </a:prstGeom>
            <a:gradFill>
              <a:gsLst>
                <a:gs pos="0">
                  <a:srgbClr val="000001">
                    <a:alpha val="14257"/>
                  </a:srgbClr>
                </a:gs>
                <a:gs pos="14286">
                  <a:srgbClr val="000001">
                    <a:alpha val="13183"/>
                  </a:srgbClr>
                </a:gs>
                <a:gs pos="28571">
                  <a:srgbClr val="000001">
                    <a:alpha val="10396"/>
                  </a:srgbClr>
                </a:gs>
                <a:gs pos="42857">
                  <a:srgbClr val="000001">
                    <a:alpha val="6947"/>
                  </a:srgbClr>
                </a:gs>
                <a:gs pos="57143">
                  <a:srgbClr val="000001">
                    <a:alpha val="3911"/>
                  </a:srgbClr>
                </a:gs>
                <a:gs pos="71429">
                  <a:srgbClr val="000001">
                    <a:alpha val="1850"/>
                  </a:srgbClr>
                </a:gs>
                <a:gs pos="85714">
                  <a:srgbClr val="000001">
                    <a:alpha val="736"/>
                  </a:srgbClr>
                </a:gs>
                <a:gs pos="100000">
                  <a:srgbClr val="000001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10312537">
              <a:off x="15363" y="1038923"/>
              <a:ext cx="655652" cy="539595"/>
            </a:xfrm>
            <a:prstGeom prst="ellipse">
              <a:avLst/>
            </a:prstGeom>
            <a:gradFill>
              <a:gsLst>
                <a:gs pos="0">
                  <a:srgbClr val="010001">
                    <a:alpha val="21224"/>
                  </a:srgbClr>
                </a:gs>
                <a:gs pos="14286">
                  <a:srgbClr val="010001">
                    <a:alpha val="19689"/>
                  </a:srgbClr>
                </a:gs>
                <a:gs pos="28571">
                  <a:srgbClr val="010001">
                    <a:alpha val="15654"/>
                  </a:srgbClr>
                </a:gs>
                <a:gs pos="42857">
                  <a:srgbClr val="010001">
                    <a:alpha val="10566"/>
                  </a:srgbClr>
                </a:gs>
                <a:gs pos="57143">
                  <a:srgbClr val="010001">
                    <a:alpha val="6000"/>
                  </a:srgbClr>
                </a:gs>
                <a:gs pos="71429">
                  <a:srgbClr val="010001">
                    <a:alpha val="2855"/>
                  </a:srgbClr>
                </a:gs>
                <a:gs pos="85714">
                  <a:srgbClr val="010001">
                    <a:alpha val="1139"/>
                  </a:srgbClr>
                </a:gs>
                <a:gs pos="100000">
                  <a:srgbClr val="010001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-9142976">
              <a:off x="-128450" y="997567"/>
              <a:ext cx="625296" cy="593103"/>
            </a:xfrm>
            <a:prstGeom prst="ellipse">
              <a:avLst/>
            </a:prstGeom>
            <a:gradFill>
              <a:gsLst>
                <a:gs pos="0">
                  <a:srgbClr val="040100">
                    <a:alpha val="1707"/>
                  </a:srgbClr>
                </a:gs>
                <a:gs pos="14286">
                  <a:srgbClr val="040100">
                    <a:alpha val="1570"/>
                  </a:srgbClr>
                </a:gs>
                <a:gs pos="28571">
                  <a:srgbClr val="040100">
                    <a:alpha val="1221"/>
                  </a:srgbClr>
                </a:gs>
                <a:gs pos="42857">
                  <a:srgbClr val="040100">
                    <a:alpha val="803"/>
                  </a:srgbClr>
                </a:gs>
                <a:gs pos="57143">
                  <a:srgbClr val="040100">
                    <a:alpha val="446"/>
                  </a:srgbClr>
                </a:gs>
                <a:gs pos="71429">
                  <a:srgbClr val="040100">
                    <a:alpha val="209"/>
                  </a:srgbClr>
                </a:gs>
                <a:gs pos="85714">
                  <a:srgbClr val="040100">
                    <a:alpha val="83"/>
                  </a:srgbClr>
                </a:gs>
                <a:gs pos="100000">
                  <a:srgbClr val="0401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9534445">
              <a:off x="-297214" y="1043965"/>
              <a:ext cx="678188" cy="643456"/>
            </a:xfrm>
            <a:prstGeom prst="ellipse">
              <a:avLst/>
            </a:prstGeom>
            <a:gradFill>
              <a:gsLst>
                <a:gs pos="0">
                  <a:srgbClr val="0D100E">
                    <a:alpha val="26238"/>
                  </a:srgbClr>
                </a:gs>
                <a:gs pos="14286">
                  <a:srgbClr val="0D100E">
                    <a:alpha val="24400"/>
                  </a:srgbClr>
                </a:gs>
                <a:gs pos="28571">
                  <a:srgbClr val="0D100E">
                    <a:alpha val="19521"/>
                  </a:srgbClr>
                </a:gs>
                <a:gs pos="42857">
                  <a:srgbClr val="0D100E">
                    <a:alpha val="13277"/>
                  </a:srgbClr>
                </a:gs>
                <a:gs pos="57143">
                  <a:srgbClr val="0D100E">
                    <a:alpha val="7590"/>
                  </a:srgbClr>
                </a:gs>
                <a:gs pos="71429">
                  <a:srgbClr val="0D100E">
                    <a:alpha val="3627"/>
                  </a:srgbClr>
                </a:gs>
                <a:gs pos="85714">
                  <a:srgbClr val="0D100E">
                    <a:alpha val="1450"/>
                  </a:srgbClr>
                </a:gs>
                <a:gs pos="100000">
                  <a:srgbClr val="0D100E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9652912">
              <a:off x="3109048" y="1054293"/>
              <a:ext cx="750387" cy="234019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10526763">
              <a:off x="2493202" y="1089252"/>
              <a:ext cx="511262" cy="171606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6826891">
              <a:off x="1024081" y="919922"/>
              <a:ext cx="664702" cy="560502"/>
            </a:xfrm>
            <a:prstGeom prst="ellipse">
              <a:avLst/>
            </a:prstGeom>
            <a:gradFill>
              <a:gsLst>
                <a:gs pos="0">
                  <a:srgbClr val="000000">
                    <a:alpha val="8260"/>
                  </a:srgbClr>
                </a:gs>
                <a:gs pos="14286">
                  <a:srgbClr val="000000">
                    <a:alpha val="7618"/>
                  </a:srgbClr>
                </a:gs>
                <a:gs pos="28571">
                  <a:srgbClr val="000000">
                    <a:alpha val="5967"/>
                  </a:srgbClr>
                </a:gs>
                <a:gs pos="42857">
                  <a:srgbClr val="000000">
                    <a:alpha val="3955"/>
                  </a:srgbClr>
                </a:gs>
                <a:gs pos="57143">
                  <a:srgbClr val="000000">
                    <a:alpha val="2211"/>
                  </a:srgbClr>
                </a:gs>
                <a:gs pos="71429">
                  <a:srgbClr val="000000">
                    <a:alpha val="1041"/>
                  </a:srgbClr>
                </a:gs>
                <a:gs pos="85714">
                  <a:srgbClr val="000000">
                    <a:alpha val="413"/>
                  </a:srgbClr>
                </a:gs>
                <a:gs pos="100000">
                  <a:srgbClr val="0000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5037420">
              <a:off x="685232" y="952747"/>
              <a:ext cx="746751" cy="500398"/>
            </a:xfrm>
            <a:prstGeom prst="ellipse">
              <a:avLst/>
            </a:prstGeom>
            <a:gradFill>
              <a:gsLst>
                <a:gs pos="0">
                  <a:srgbClr val="000000">
                    <a:alpha val="11080"/>
                  </a:srgbClr>
                </a:gs>
                <a:gs pos="14286">
                  <a:srgbClr val="000000">
                    <a:alpha val="10232"/>
                  </a:srgbClr>
                </a:gs>
                <a:gs pos="28571">
                  <a:srgbClr val="000000">
                    <a:alpha val="8039"/>
                  </a:srgbClr>
                </a:gs>
                <a:gs pos="42857">
                  <a:srgbClr val="000000">
                    <a:alpha val="5349"/>
                  </a:srgbClr>
                </a:gs>
                <a:gs pos="57143">
                  <a:srgbClr val="000000">
                    <a:alpha val="3000"/>
                  </a:srgbClr>
                </a:gs>
                <a:gs pos="71429">
                  <a:srgbClr val="000000">
                    <a:alpha val="1416"/>
                  </a:srgbClr>
                </a:gs>
                <a:gs pos="85714">
                  <a:srgbClr val="000000">
                    <a:alpha val="562"/>
                  </a:srgbClr>
                </a:gs>
                <a:gs pos="100000">
                  <a:srgbClr val="000000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7584330">
              <a:off x="554262" y="962234"/>
              <a:ext cx="637630" cy="476711"/>
            </a:xfrm>
            <a:prstGeom prst="ellipse">
              <a:avLst/>
            </a:prstGeom>
            <a:gradFill>
              <a:gsLst>
                <a:gs pos="0">
                  <a:srgbClr val="000000">
                    <a:alpha val="16494"/>
                  </a:srgbClr>
                </a:gs>
                <a:gs pos="14286">
                  <a:srgbClr val="000000">
                    <a:alpha val="15268"/>
                  </a:srgbClr>
                </a:gs>
                <a:gs pos="28571">
                  <a:srgbClr val="000000">
                    <a:alpha val="12071"/>
                  </a:srgbClr>
                </a:gs>
                <a:gs pos="42857">
                  <a:srgbClr val="000000">
                    <a:alpha val="8092"/>
                  </a:srgbClr>
                </a:gs>
                <a:gs pos="57143">
                  <a:srgbClr val="000000">
                    <a:alpha val="4568"/>
                  </a:srgbClr>
                </a:gs>
                <a:gs pos="71429">
                  <a:srgbClr val="000000">
                    <a:alpha val="2165"/>
                  </a:srgbClr>
                </a:gs>
                <a:gs pos="85714">
                  <a:srgbClr val="000000">
                    <a:alpha val="862"/>
                  </a:srgbClr>
                </a:gs>
                <a:gs pos="100000">
                  <a:srgbClr val="0000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3754568">
              <a:off x="451272" y="985598"/>
              <a:ext cx="671852" cy="494294"/>
            </a:xfrm>
            <a:prstGeom prst="ellipse">
              <a:avLst/>
            </a:prstGeom>
            <a:gradFill>
              <a:gsLst>
                <a:gs pos="0">
                  <a:srgbClr val="000000">
                    <a:alpha val="11466"/>
                  </a:srgbClr>
                </a:gs>
                <a:gs pos="14286">
                  <a:srgbClr val="000000">
                    <a:alpha val="10589"/>
                  </a:srgbClr>
                </a:gs>
                <a:gs pos="28571">
                  <a:srgbClr val="000000">
                    <a:alpha val="8324"/>
                  </a:srgbClr>
                </a:gs>
                <a:gs pos="42857">
                  <a:srgbClr val="000000">
                    <a:alpha val="5541"/>
                  </a:srgbClr>
                </a:gs>
                <a:gs pos="57143">
                  <a:srgbClr val="000000">
                    <a:alpha val="3109"/>
                  </a:srgbClr>
                </a:gs>
                <a:gs pos="71429">
                  <a:srgbClr val="000000">
                    <a:alpha val="1468"/>
                  </a:srgbClr>
                </a:gs>
                <a:gs pos="85714">
                  <a:srgbClr val="000000">
                    <a:alpha val="583"/>
                  </a:srgbClr>
                </a:gs>
                <a:gs pos="100000">
                  <a:srgbClr val="000000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5698292">
              <a:off x="307829" y="895969"/>
              <a:ext cx="653553" cy="599286"/>
            </a:xfrm>
            <a:prstGeom prst="ellipse">
              <a:avLst/>
            </a:prstGeom>
            <a:gradFill>
              <a:gsLst>
                <a:gs pos="0">
                  <a:srgbClr val="000000">
                    <a:alpha val="14550"/>
                  </a:srgbClr>
                </a:gs>
                <a:gs pos="14286">
                  <a:srgbClr val="000000">
                    <a:alpha val="13457"/>
                  </a:srgbClr>
                </a:gs>
                <a:gs pos="28571">
                  <a:srgbClr val="000000">
                    <a:alpha val="10615"/>
                  </a:srgbClr>
                </a:gs>
                <a:gs pos="42857">
                  <a:srgbClr val="000000">
                    <a:alpha val="7096"/>
                  </a:srgbClr>
                </a:gs>
                <a:gs pos="57143">
                  <a:srgbClr val="000000">
                    <a:alpha val="3996"/>
                  </a:srgbClr>
                </a:gs>
                <a:gs pos="71429">
                  <a:srgbClr val="000000">
                    <a:alpha val="1891"/>
                  </a:srgbClr>
                </a:gs>
                <a:gs pos="85714">
                  <a:srgbClr val="000000">
                    <a:alpha val="752"/>
                  </a:srgbClr>
                </a:gs>
                <a:gs pos="100000">
                  <a:srgbClr val="000000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915653">
              <a:off x="37497" y="855262"/>
              <a:ext cx="620426" cy="604593"/>
            </a:xfrm>
            <a:prstGeom prst="ellipse">
              <a:avLst/>
            </a:prstGeom>
            <a:gradFill>
              <a:gsLst>
                <a:gs pos="0">
                  <a:srgbClr val="000002">
                    <a:alpha val="9410"/>
                  </a:srgbClr>
                </a:gs>
                <a:gs pos="14286">
                  <a:srgbClr val="000002">
                    <a:alpha val="8683"/>
                  </a:srgbClr>
                </a:gs>
                <a:gs pos="28571">
                  <a:srgbClr val="000002">
                    <a:alpha val="6810"/>
                  </a:srgbClr>
                </a:gs>
                <a:gs pos="42857">
                  <a:srgbClr val="000002">
                    <a:alpha val="4521"/>
                  </a:srgbClr>
                </a:gs>
                <a:gs pos="57143">
                  <a:srgbClr val="000002">
                    <a:alpha val="2531"/>
                  </a:srgbClr>
                </a:gs>
                <a:gs pos="71429">
                  <a:srgbClr val="000002">
                    <a:alpha val="1193"/>
                  </a:srgbClr>
                </a:gs>
                <a:gs pos="85714">
                  <a:srgbClr val="000002">
                    <a:alpha val="473"/>
                  </a:srgbClr>
                </a:gs>
                <a:gs pos="100000">
                  <a:srgbClr val="000002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6448850">
              <a:off x="-90555" y="880184"/>
              <a:ext cx="621214" cy="593492"/>
            </a:xfrm>
            <a:prstGeom prst="ellipse">
              <a:avLst/>
            </a:prstGeom>
            <a:gradFill>
              <a:gsLst>
                <a:gs pos="0">
                  <a:srgbClr val="000002">
                    <a:alpha val="11591"/>
                  </a:srgbClr>
                </a:gs>
                <a:gs pos="14286">
                  <a:srgbClr val="000002">
                    <a:alpha val="10705"/>
                  </a:srgbClr>
                </a:gs>
                <a:gs pos="28571">
                  <a:srgbClr val="000002">
                    <a:alpha val="8416"/>
                  </a:srgbClr>
                </a:gs>
                <a:gs pos="42857">
                  <a:srgbClr val="000002">
                    <a:alpha val="5603"/>
                  </a:srgbClr>
                </a:gs>
                <a:gs pos="57143">
                  <a:srgbClr val="000002">
                    <a:alpha val="3145"/>
                  </a:srgbClr>
                </a:gs>
                <a:gs pos="71429">
                  <a:srgbClr val="000002">
                    <a:alpha val="1485"/>
                  </a:srgbClr>
                </a:gs>
                <a:gs pos="85714">
                  <a:srgbClr val="000002">
                    <a:alpha val="590"/>
                  </a:srgbClr>
                </a:gs>
                <a:gs pos="100000">
                  <a:srgbClr val="000002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10205444">
              <a:off x="-258965" y="949354"/>
              <a:ext cx="656494" cy="549923"/>
            </a:xfrm>
            <a:prstGeom prst="ellipse">
              <a:avLst/>
            </a:prstGeom>
            <a:gradFill>
              <a:gsLst>
                <a:gs pos="0">
                  <a:srgbClr val="030000">
                    <a:alpha val="26954"/>
                  </a:srgbClr>
                </a:gs>
                <a:gs pos="14286">
                  <a:srgbClr val="030000">
                    <a:alpha val="25074"/>
                  </a:srgbClr>
                </a:gs>
                <a:gs pos="28571">
                  <a:srgbClr val="030000">
                    <a:alpha val="20079"/>
                  </a:srgbClr>
                </a:gs>
                <a:gs pos="42857">
                  <a:srgbClr val="030000">
                    <a:alpha val="13672"/>
                  </a:srgbClr>
                </a:gs>
                <a:gs pos="57143">
                  <a:srgbClr val="030000">
                    <a:alpha val="7823"/>
                  </a:srgbClr>
                </a:gs>
                <a:gs pos="71429">
                  <a:srgbClr val="030000">
                    <a:alpha val="3741"/>
                  </a:srgbClr>
                </a:gs>
                <a:gs pos="85714">
                  <a:srgbClr val="030000">
                    <a:alpha val="1497"/>
                  </a:srgbClr>
                </a:gs>
                <a:gs pos="100000">
                  <a:srgbClr val="030000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4563854">
              <a:off x="3190868" y="975844"/>
              <a:ext cx="868942" cy="1344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2955812">
              <a:off x="1331426" y="975222"/>
              <a:ext cx="543624" cy="213486"/>
            </a:xfrm>
            <a:prstGeom prst="ellipse">
              <a:avLst/>
            </a:prstGeom>
            <a:gradFill>
              <a:gsLst>
                <a:gs pos="0">
                  <a:srgbClr val="000000">
                    <a:alpha val="15794"/>
                  </a:srgbClr>
                </a:gs>
                <a:gs pos="14286">
                  <a:srgbClr val="000000">
                    <a:alpha val="14615"/>
                  </a:srgbClr>
                </a:gs>
                <a:gs pos="28571">
                  <a:srgbClr val="000000">
                    <a:alpha val="11545"/>
                  </a:srgbClr>
                </a:gs>
                <a:gs pos="42857">
                  <a:srgbClr val="000000">
                    <a:alpha val="7731"/>
                  </a:srgbClr>
                </a:gs>
                <a:gs pos="57143">
                  <a:srgbClr val="000000">
                    <a:alpha val="4361"/>
                  </a:srgbClr>
                </a:gs>
                <a:gs pos="71429">
                  <a:srgbClr val="000000">
                    <a:alpha val="2065"/>
                  </a:srgbClr>
                </a:gs>
                <a:gs pos="85714">
                  <a:srgbClr val="000000">
                    <a:alpha val="822"/>
                  </a:srgbClr>
                </a:gs>
                <a:gs pos="100000">
                  <a:srgbClr val="000000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3447972">
              <a:off x="811409" y="764443"/>
              <a:ext cx="633502" cy="523799"/>
            </a:xfrm>
            <a:prstGeom prst="ellipse">
              <a:avLst/>
            </a:prstGeom>
            <a:gradFill>
              <a:gsLst>
                <a:gs pos="0">
                  <a:srgbClr val="000000">
                    <a:alpha val="16618"/>
                  </a:srgbClr>
                </a:gs>
                <a:gs pos="14286">
                  <a:srgbClr val="000000">
                    <a:alpha val="15383"/>
                  </a:srgbClr>
                </a:gs>
                <a:gs pos="28571">
                  <a:srgbClr val="000000">
                    <a:alpha val="12163"/>
                  </a:srgbClr>
                </a:gs>
                <a:gs pos="42857">
                  <a:srgbClr val="000000">
                    <a:alpha val="8155"/>
                  </a:srgbClr>
                </a:gs>
                <a:gs pos="57143">
                  <a:srgbClr val="000000">
                    <a:alpha val="4604"/>
                  </a:srgbClr>
                </a:gs>
                <a:gs pos="71429">
                  <a:srgbClr val="000000">
                    <a:alpha val="2182"/>
                  </a:srgbClr>
                </a:gs>
                <a:gs pos="85714">
                  <a:srgbClr val="000000">
                    <a:alpha val="869"/>
                  </a:srgbClr>
                </a:gs>
                <a:gs pos="100000">
                  <a:srgbClr val="000000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10666587">
              <a:off x="160671" y="782436"/>
              <a:ext cx="642038" cy="567051"/>
            </a:xfrm>
            <a:prstGeom prst="ellipse">
              <a:avLst/>
            </a:prstGeom>
            <a:gradFill>
              <a:gsLst>
                <a:gs pos="0">
                  <a:srgbClr val="000000">
                    <a:alpha val="24051"/>
                  </a:srgbClr>
                </a:gs>
                <a:gs pos="14286">
                  <a:srgbClr val="000000">
                    <a:alpha val="22342"/>
                  </a:srgbClr>
                </a:gs>
                <a:gs pos="28571">
                  <a:srgbClr val="000000">
                    <a:alpha val="17826"/>
                  </a:srgbClr>
                </a:gs>
                <a:gs pos="42857">
                  <a:srgbClr val="000000">
                    <a:alpha val="12083"/>
                  </a:srgbClr>
                </a:gs>
                <a:gs pos="57143">
                  <a:srgbClr val="000000">
                    <a:alpha val="6887"/>
                  </a:srgbClr>
                </a:gs>
                <a:gs pos="71429">
                  <a:srgbClr val="000000">
                    <a:alpha val="3285"/>
                  </a:srgbClr>
                </a:gs>
                <a:gs pos="85714">
                  <a:srgbClr val="000000">
                    <a:alpha val="1312"/>
                  </a:srgbClr>
                </a:gs>
                <a:gs pos="100000">
                  <a:srgbClr val="0000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6271961">
              <a:off x="41363" y="746722"/>
              <a:ext cx="627294" cy="551124"/>
            </a:xfrm>
            <a:prstGeom prst="ellipse">
              <a:avLst/>
            </a:prstGeom>
            <a:gradFill>
              <a:gsLst>
                <a:gs pos="0">
                  <a:srgbClr val="000000">
                    <a:alpha val="10268"/>
                  </a:srgbClr>
                </a:gs>
                <a:gs pos="14286">
                  <a:srgbClr val="000000">
                    <a:alpha val="9479"/>
                  </a:srgbClr>
                </a:gs>
                <a:gs pos="28571">
                  <a:srgbClr val="000000">
                    <a:alpha val="7441"/>
                  </a:srgbClr>
                </a:gs>
                <a:gs pos="42857">
                  <a:srgbClr val="000000">
                    <a:alpha val="4945"/>
                  </a:srgbClr>
                </a:gs>
                <a:gs pos="57143">
                  <a:srgbClr val="000000">
                    <a:alpha val="2771"/>
                  </a:srgbClr>
                </a:gs>
                <a:gs pos="71429">
                  <a:srgbClr val="000000">
                    <a:alpha val="1307"/>
                  </a:srgbClr>
                </a:gs>
                <a:gs pos="85714">
                  <a:srgbClr val="000000">
                    <a:alpha val="519"/>
                  </a:srgbClr>
                </a:gs>
                <a:gs pos="100000">
                  <a:srgbClr val="000000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5895090">
              <a:off x="-116966" y="726402"/>
              <a:ext cx="653511" cy="598664"/>
            </a:xfrm>
            <a:prstGeom prst="ellipse">
              <a:avLst/>
            </a:prstGeom>
            <a:gradFill>
              <a:gsLst>
                <a:gs pos="0">
                  <a:srgbClr val="000003">
                    <a:alpha val="11573"/>
                  </a:srgbClr>
                </a:gs>
                <a:gs pos="14286">
                  <a:srgbClr val="000003">
                    <a:alpha val="10688"/>
                  </a:srgbClr>
                </a:gs>
                <a:gs pos="28571">
                  <a:srgbClr val="000003">
                    <a:alpha val="8403"/>
                  </a:srgbClr>
                </a:gs>
                <a:gs pos="42857">
                  <a:srgbClr val="000003">
                    <a:alpha val="5594"/>
                  </a:srgbClr>
                </a:gs>
                <a:gs pos="57143">
                  <a:srgbClr val="000003">
                    <a:alpha val="3140"/>
                  </a:srgbClr>
                </a:gs>
                <a:gs pos="71429">
                  <a:srgbClr val="000003">
                    <a:alpha val="1482"/>
                  </a:srgbClr>
                </a:gs>
                <a:gs pos="85714">
                  <a:srgbClr val="000003">
                    <a:alpha val="589"/>
                  </a:srgbClr>
                </a:gs>
                <a:gs pos="100000">
                  <a:srgbClr val="000003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8121332">
              <a:off x="-329670" y="740006"/>
              <a:ext cx="686550" cy="593804"/>
            </a:xfrm>
            <a:prstGeom prst="ellipse">
              <a:avLst/>
            </a:prstGeom>
            <a:gradFill>
              <a:gsLst>
                <a:gs pos="0">
                  <a:srgbClr val="010003">
                    <a:alpha val="32964"/>
                  </a:srgbClr>
                </a:gs>
                <a:gs pos="14286">
                  <a:srgbClr val="010003">
                    <a:alpha val="30760"/>
                  </a:srgbClr>
                </a:gs>
                <a:gs pos="28571">
                  <a:srgbClr val="010003">
                    <a:alpha val="24830"/>
                  </a:srgbClr>
                </a:gs>
                <a:gs pos="42857">
                  <a:srgbClr val="010003">
                    <a:alpha val="17073"/>
                  </a:srgbClr>
                </a:gs>
                <a:gs pos="57143">
                  <a:srgbClr val="010003">
                    <a:alpha val="9854"/>
                  </a:srgbClr>
                </a:gs>
                <a:gs pos="71429">
                  <a:srgbClr val="010003">
                    <a:alpha val="4740"/>
                  </a:srgbClr>
                </a:gs>
                <a:gs pos="85714">
                  <a:srgbClr val="010003">
                    <a:alpha val="1902"/>
                  </a:srgbClr>
                </a:gs>
                <a:gs pos="100000">
                  <a:srgbClr val="0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5381885">
              <a:off x="3318334" y="728764"/>
              <a:ext cx="641099" cy="2265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4536521">
              <a:off x="1010710" y="627090"/>
              <a:ext cx="710262" cy="490425"/>
            </a:xfrm>
            <a:prstGeom prst="ellipse">
              <a:avLst/>
            </a:prstGeom>
            <a:gradFill>
              <a:gsLst>
                <a:gs pos="0">
                  <a:srgbClr val="000000">
                    <a:alpha val="15906"/>
                  </a:srgbClr>
                </a:gs>
                <a:gs pos="14286">
                  <a:srgbClr val="000000">
                    <a:alpha val="14719"/>
                  </a:srgbClr>
                </a:gs>
                <a:gs pos="28571">
                  <a:srgbClr val="000000">
                    <a:alpha val="11629"/>
                  </a:srgbClr>
                </a:gs>
                <a:gs pos="42857">
                  <a:srgbClr val="000000">
                    <a:alpha val="7789"/>
                  </a:srgbClr>
                </a:gs>
                <a:gs pos="57143">
                  <a:srgbClr val="000000">
                    <a:alpha val="4394"/>
                  </a:srgbClr>
                </a:gs>
                <a:gs pos="71429">
                  <a:srgbClr val="000000">
                    <a:alpha val="2081"/>
                  </a:srgbClr>
                </a:gs>
                <a:gs pos="85714">
                  <a:srgbClr val="000000">
                    <a:alpha val="828"/>
                  </a:srgbClr>
                </a:gs>
                <a:gs pos="100000">
                  <a:srgbClr val="000000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8043769">
              <a:off x="627209" y="699180"/>
              <a:ext cx="517841" cy="388848"/>
            </a:xfrm>
            <a:prstGeom prst="ellipse">
              <a:avLst/>
            </a:prstGeom>
            <a:gradFill>
              <a:gsLst>
                <a:gs pos="0">
                  <a:srgbClr val="000000">
                    <a:alpha val="19092"/>
                  </a:srgbClr>
                </a:gs>
                <a:gs pos="14286">
                  <a:srgbClr val="000000">
                    <a:alpha val="17693"/>
                  </a:srgbClr>
                </a:gs>
                <a:gs pos="28571">
                  <a:srgbClr val="000000">
                    <a:alpha val="14031"/>
                  </a:srgbClr>
                </a:gs>
                <a:gs pos="42857">
                  <a:srgbClr val="000000">
                    <a:alpha val="9441"/>
                  </a:srgbClr>
                </a:gs>
                <a:gs pos="57143">
                  <a:srgbClr val="000000">
                    <a:alpha val="5347"/>
                  </a:srgbClr>
                </a:gs>
                <a:gs pos="71429">
                  <a:srgbClr val="000000">
                    <a:alpha val="2539"/>
                  </a:srgbClr>
                </a:gs>
                <a:gs pos="85714">
                  <a:srgbClr val="000000">
                    <a:alpha val="1012"/>
                  </a:srgbClr>
                </a:gs>
                <a:gs pos="100000">
                  <a:srgbClr val="0000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5534283">
              <a:off x="478677" y="664881"/>
              <a:ext cx="628860" cy="498040"/>
            </a:xfrm>
            <a:prstGeom prst="ellipse">
              <a:avLst/>
            </a:prstGeom>
            <a:gradFill>
              <a:gsLst>
                <a:gs pos="0">
                  <a:srgbClr val="000000">
                    <a:alpha val="12877"/>
                  </a:srgbClr>
                </a:gs>
                <a:gs pos="14286">
                  <a:srgbClr val="000000">
                    <a:alpha val="11901"/>
                  </a:srgbClr>
                </a:gs>
                <a:gs pos="28571">
                  <a:srgbClr val="000000">
                    <a:alpha val="9369"/>
                  </a:srgbClr>
                </a:gs>
                <a:gs pos="42857">
                  <a:srgbClr val="000000">
                    <a:alpha val="6249"/>
                  </a:srgbClr>
                </a:gs>
                <a:gs pos="57143">
                  <a:srgbClr val="000000">
                    <a:alpha val="3512"/>
                  </a:srgbClr>
                </a:gs>
                <a:gs pos="71429">
                  <a:srgbClr val="000000">
                    <a:alpha val="1660"/>
                  </a:srgbClr>
                </a:gs>
                <a:gs pos="85714">
                  <a:srgbClr val="000000">
                    <a:alpha val="660"/>
                  </a:srgbClr>
                </a:gs>
                <a:gs pos="100000">
                  <a:srgbClr val="00000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6071521">
              <a:off x="391188" y="668315"/>
              <a:ext cx="575317" cy="403384"/>
            </a:xfrm>
            <a:prstGeom prst="ellipse">
              <a:avLst/>
            </a:prstGeom>
            <a:gradFill>
              <a:gsLst>
                <a:gs pos="0">
                  <a:srgbClr val="000000">
                    <a:alpha val="23565"/>
                  </a:srgbClr>
                </a:gs>
                <a:gs pos="14286">
                  <a:srgbClr val="000000">
                    <a:alpha val="21886"/>
                  </a:srgbClr>
                </a:gs>
                <a:gs pos="28571">
                  <a:srgbClr val="000000">
                    <a:alpha val="17451"/>
                  </a:srgbClr>
                </a:gs>
                <a:gs pos="42857">
                  <a:srgbClr val="000000">
                    <a:alpha val="11820"/>
                  </a:srgbClr>
                </a:gs>
                <a:gs pos="57143">
                  <a:srgbClr val="000000">
                    <a:alpha val="6733"/>
                  </a:srgbClr>
                </a:gs>
                <a:gs pos="71429">
                  <a:srgbClr val="000000">
                    <a:alpha val="3210"/>
                  </a:srgbClr>
                </a:gs>
                <a:gs pos="85714">
                  <a:srgbClr val="000000">
                    <a:alpha val="1282"/>
                  </a:srgbClr>
                </a:gs>
                <a:gs pos="100000">
                  <a:srgbClr val="0000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8358474">
              <a:off x="43744" y="634408"/>
              <a:ext cx="658000" cy="513146"/>
            </a:xfrm>
            <a:prstGeom prst="ellipse">
              <a:avLst/>
            </a:prstGeom>
            <a:gradFill>
              <a:gsLst>
                <a:gs pos="0">
                  <a:srgbClr val="000002">
                    <a:alpha val="19473"/>
                  </a:srgbClr>
                </a:gs>
                <a:gs pos="14286">
                  <a:srgbClr val="000002">
                    <a:alpha val="18050"/>
                  </a:srgbClr>
                </a:gs>
                <a:gs pos="28571">
                  <a:srgbClr val="000002">
                    <a:alpha val="14320"/>
                  </a:srgbClr>
                </a:gs>
                <a:gs pos="42857">
                  <a:srgbClr val="000002">
                    <a:alpha val="9641"/>
                  </a:srgbClr>
                </a:gs>
                <a:gs pos="57143">
                  <a:srgbClr val="000002">
                    <a:alpha val="5462"/>
                  </a:srgbClr>
                </a:gs>
                <a:gs pos="71429">
                  <a:srgbClr val="000002">
                    <a:alpha val="2595"/>
                  </a:srgbClr>
                </a:gs>
                <a:gs pos="85714">
                  <a:srgbClr val="000002">
                    <a:alpha val="1034"/>
                  </a:srgbClr>
                </a:gs>
                <a:gs pos="100000">
                  <a:srgbClr val="000002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-9436108">
              <a:off x="-73813" y="672375"/>
              <a:ext cx="589173" cy="433204"/>
            </a:xfrm>
            <a:prstGeom prst="ellipse">
              <a:avLst/>
            </a:prstGeom>
            <a:gradFill>
              <a:gsLst>
                <a:gs pos="0">
                  <a:srgbClr val="000001">
                    <a:alpha val="26346"/>
                  </a:srgbClr>
                </a:gs>
                <a:gs pos="14286">
                  <a:srgbClr val="000001">
                    <a:alpha val="24501"/>
                  </a:srgbClr>
                </a:gs>
                <a:gs pos="28571">
                  <a:srgbClr val="000001">
                    <a:alpha val="19605"/>
                  </a:srgbClr>
                </a:gs>
                <a:gs pos="42857">
                  <a:srgbClr val="000001">
                    <a:alpha val="13336"/>
                  </a:srgbClr>
                </a:gs>
                <a:gs pos="57143">
                  <a:srgbClr val="000001">
                    <a:alpha val="7625"/>
                  </a:srgbClr>
                </a:gs>
                <a:gs pos="71429">
                  <a:srgbClr val="000001">
                    <a:alpha val="3644"/>
                  </a:srgbClr>
                </a:gs>
                <a:gs pos="85714">
                  <a:srgbClr val="000001">
                    <a:alpha val="1457"/>
                  </a:srgbClr>
                </a:gs>
                <a:gs pos="100000">
                  <a:srgbClr val="000001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162214">
              <a:off x="-249165" y="588878"/>
              <a:ext cx="663158" cy="649845"/>
            </a:xfrm>
            <a:prstGeom prst="ellipse">
              <a:avLst/>
            </a:prstGeom>
            <a:gradFill>
              <a:gsLst>
                <a:gs pos="0">
                  <a:srgbClr val="000002">
                    <a:alpha val="9416"/>
                  </a:srgbClr>
                </a:gs>
                <a:gs pos="14286">
                  <a:srgbClr val="000002">
                    <a:alpha val="8689"/>
                  </a:srgbClr>
                </a:gs>
                <a:gs pos="28571">
                  <a:srgbClr val="000002">
                    <a:alpha val="6814"/>
                  </a:srgbClr>
                </a:gs>
                <a:gs pos="42857">
                  <a:srgbClr val="000002">
                    <a:alpha val="4524"/>
                  </a:srgbClr>
                </a:gs>
                <a:gs pos="57143">
                  <a:srgbClr val="000002">
                    <a:alpha val="2532"/>
                  </a:srgbClr>
                </a:gs>
                <a:gs pos="71429">
                  <a:srgbClr val="000002">
                    <a:alpha val="1194"/>
                  </a:srgbClr>
                </a:gs>
                <a:gs pos="85714">
                  <a:srgbClr val="000002">
                    <a:alpha val="474"/>
                  </a:srgbClr>
                </a:gs>
                <a:gs pos="100000">
                  <a:srgbClr val="000002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7742777">
              <a:off x="358246" y="499897"/>
              <a:ext cx="613133" cy="445229"/>
            </a:xfrm>
            <a:prstGeom prst="ellipse">
              <a:avLst/>
            </a:prstGeom>
            <a:gradFill>
              <a:gsLst>
                <a:gs pos="0">
                  <a:srgbClr val="000000">
                    <a:alpha val="8720"/>
                  </a:srgbClr>
                </a:gs>
                <a:gs pos="14286">
                  <a:srgbClr val="000000">
                    <a:alpha val="8043"/>
                  </a:srgbClr>
                </a:gs>
                <a:gs pos="28571">
                  <a:srgbClr val="000000">
                    <a:alpha val="6303"/>
                  </a:srgbClr>
                </a:gs>
                <a:gs pos="42857">
                  <a:srgbClr val="000000">
                    <a:alpha val="4181"/>
                  </a:srgbClr>
                </a:gs>
                <a:gs pos="57143">
                  <a:srgbClr val="000000">
                    <a:alpha val="2339"/>
                  </a:srgbClr>
                </a:gs>
                <a:gs pos="71429">
                  <a:srgbClr val="000000">
                    <a:alpha val="1102"/>
                  </a:srgbClr>
                </a:gs>
                <a:gs pos="85714">
                  <a:srgbClr val="000000">
                    <a:alpha val="437"/>
                  </a:srgbClr>
                </a:gs>
                <a:gs pos="100000">
                  <a:srgbClr val="0000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4571043">
              <a:off x="11702" y="451650"/>
              <a:ext cx="675488" cy="636621"/>
            </a:xfrm>
            <a:prstGeom prst="ellipse">
              <a:avLst/>
            </a:prstGeom>
            <a:gradFill>
              <a:gsLst>
                <a:gs pos="0">
                  <a:srgbClr val="000001">
                    <a:alpha val="5829"/>
                  </a:srgbClr>
                </a:gs>
                <a:gs pos="14286">
                  <a:srgbClr val="000001">
                    <a:alpha val="5370"/>
                  </a:srgbClr>
                </a:gs>
                <a:gs pos="28571">
                  <a:srgbClr val="000001">
                    <a:alpha val="4195"/>
                  </a:srgbClr>
                </a:gs>
                <a:gs pos="42857">
                  <a:srgbClr val="000001">
                    <a:alpha val="2772"/>
                  </a:srgbClr>
                </a:gs>
                <a:gs pos="57143">
                  <a:srgbClr val="000001">
                    <a:alpha val="1546"/>
                  </a:srgbClr>
                </a:gs>
                <a:gs pos="71429">
                  <a:srgbClr val="000001">
                    <a:alpha val="726"/>
                  </a:srgbClr>
                </a:gs>
                <a:gs pos="85714">
                  <a:srgbClr val="000001">
                    <a:alpha val="288"/>
                  </a:srgbClr>
                </a:gs>
                <a:gs pos="100000">
                  <a:srgbClr val="000001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7803534">
              <a:off x="-117010" y="421667"/>
              <a:ext cx="692256" cy="626011"/>
            </a:xfrm>
            <a:prstGeom prst="ellipse">
              <a:avLst/>
            </a:prstGeom>
            <a:gradFill>
              <a:gsLst>
                <a:gs pos="0">
                  <a:srgbClr val="000000">
                    <a:alpha val="14646"/>
                  </a:srgbClr>
                </a:gs>
                <a:gs pos="14286">
                  <a:srgbClr val="000000">
                    <a:alpha val="13546"/>
                  </a:srgbClr>
                </a:gs>
                <a:gs pos="28571">
                  <a:srgbClr val="000000">
                    <a:alpha val="10686"/>
                  </a:srgbClr>
                </a:gs>
                <a:gs pos="42857">
                  <a:srgbClr val="000000">
                    <a:alpha val="7145"/>
                  </a:srgbClr>
                </a:gs>
                <a:gs pos="57143">
                  <a:srgbClr val="000000">
                    <a:alpha val="4024"/>
                  </a:srgbClr>
                </a:gs>
                <a:gs pos="71429">
                  <a:srgbClr val="000000">
                    <a:alpha val="1904"/>
                  </a:srgbClr>
                </a:gs>
                <a:gs pos="85714">
                  <a:srgbClr val="000000">
                    <a:alpha val="757"/>
                  </a:srgbClr>
                </a:gs>
                <a:gs pos="100000">
                  <a:srgbClr val="000000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3346372">
              <a:off x="600205" y="325632"/>
              <a:ext cx="703097" cy="501190"/>
            </a:xfrm>
            <a:prstGeom prst="ellipse">
              <a:avLst/>
            </a:prstGeom>
            <a:gradFill>
              <a:gsLst>
                <a:gs pos="0">
                  <a:srgbClr val="000000">
                    <a:alpha val="6311"/>
                  </a:srgbClr>
                </a:gs>
                <a:gs pos="14286">
                  <a:srgbClr val="000000">
                    <a:alpha val="5816"/>
                  </a:srgbClr>
                </a:gs>
                <a:gs pos="28571">
                  <a:srgbClr val="000000">
                    <a:alpha val="4546"/>
                  </a:srgbClr>
                </a:gs>
                <a:gs pos="42857">
                  <a:srgbClr val="000000">
                    <a:alpha val="3006"/>
                  </a:srgbClr>
                </a:gs>
                <a:gs pos="57143">
                  <a:srgbClr val="000000">
                    <a:alpha val="1677"/>
                  </a:srgbClr>
                </a:gs>
                <a:gs pos="71429">
                  <a:srgbClr val="000000">
                    <a:alpha val="788"/>
                  </a:srgbClr>
                </a:gs>
                <a:gs pos="85714">
                  <a:srgbClr val="000000">
                    <a:alpha val="312"/>
                  </a:srgbClr>
                </a:gs>
                <a:gs pos="100000">
                  <a:srgbClr val="0000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9916260">
              <a:off x="332726" y="427430"/>
              <a:ext cx="714995" cy="437131"/>
            </a:xfrm>
            <a:prstGeom prst="ellipse">
              <a:avLst/>
            </a:prstGeom>
            <a:gradFill>
              <a:gsLst>
                <a:gs pos="0">
                  <a:srgbClr val="000000">
                    <a:alpha val="24264"/>
                  </a:srgbClr>
                </a:gs>
                <a:gs pos="14286">
                  <a:srgbClr val="000000">
                    <a:alpha val="22543"/>
                  </a:srgbClr>
                </a:gs>
                <a:gs pos="28571">
                  <a:srgbClr val="000000">
                    <a:alpha val="17991"/>
                  </a:srgbClr>
                </a:gs>
                <a:gs pos="42857">
                  <a:srgbClr val="000000">
                    <a:alpha val="12199"/>
                  </a:srgbClr>
                </a:gs>
                <a:gs pos="57143">
                  <a:srgbClr val="000000">
                    <a:alpha val="6955"/>
                  </a:srgbClr>
                </a:gs>
                <a:gs pos="71429">
                  <a:srgbClr val="000000">
                    <a:alpha val="3318"/>
                  </a:srgbClr>
                </a:gs>
                <a:gs pos="85714">
                  <a:srgbClr val="000000">
                    <a:alpha val="1325"/>
                  </a:srgbClr>
                </a:gs>
                <a:gs pos="100000">
                  <a:srgbClr val="0000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2878286">
              <a:off x="-264012" y="326411"/>
              <a:ext cx="672571" cy="648011"/>
            </a:xfrm>
            <a:prstGeom prst="ellipse">
              <a:avLst/>
            </a:prstGeom>
            <a:gradFill>
              <a:gsLst>
                <a:gs pos="0">
                  <a:srgbClr val="000000">
                    <a:alpha val="24403"/>
                  </a:srgbClr>
                </a:gs>
                <a:gs pos="14286">
                  <a:srgbClr val="000000">
                    <a:alpha val="22673"/>
                  </a:srgbClr>
                </a:gs>
                <a:gs pos="28571">
                  <a:srgbClr val="000000">
                    <a:alpha val="18098"/>
                  </a:srgbClr>
                </a:gs>
                <a:gs pos="42857">
                  <a:srgbClr val="000000">
                    <a:alpha val="12274"/>
                  </a:srgbClr>
                </a:gs>
                <a:gs pos="57143">
                  <a:srgbClr val="000000">
                    <a:alpha val="6999"/>
                  </a:srgbClr>
                </a:gs>
                <a:gs pos="71429">
                  <a:srgbClr val="000000">
                    <a:alpha val="3339"/>
                  </a:srgbClr>
                </a:gs>
                <a:gs pos="85714">
                  <a:srgbClr val="000000">
                    <a:alpha val="1334"/>
                  </a:srgbClr>
                </a:gs>
                <a:gs pos="100000">
                  <a:srgbClr val="0000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5208868">
              <a:off x="3217097" y="358445"/>
              <a:ext cx="861955" cy="2232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3137486">
              <a:off x="1971810" y="512632"/>
              <a:ext cx="369394" cy="80719"/>
            </a:xfrm>
            <a:prstGeom prst="ellipse">
              <a:avLst/>
            </a:prstGeom>
            <a:gradFill>
              <a:gsLst>
                <a:gs pos="0">
                  <a:srgbClr val="F3F4F4">
                    <a:alpha val="25282"/>
                  </a:srgbClr>
                </a:gs>
                <a:gs pos="14286">
                  <a:srgbClr val="F3F4F4">
                    <a:alpha val="23499"/>
                  </a:srgbClr>
                </a:gs>
                <a:gs pos="28571">
                  <a:srgbClr val="F3F4F4">
                    <a:alpha val="18778"/>
                  </a:srgbClr>
                </a:gs>
                <a:gs pos="42857">
                  <a:srgbClr val="F3F4F4">
                    <a:alpha val="12753"/>
                  </a:srgbClr>
                </a:gs>
                <a:gs pos="57143">
                  <a:srgbClr val="F3F4F4">
                    <a:alpha val="7281"/>
                  </a:srgbClr>
                </a:gs>
                <a:gs pos="71429">
                  <a:srgbClr val="F3F4F4">
                    <a:alpha val="3477"/>
                  </a:srgbClr>
                </a:gs>
                <a:gs pos="85714">
                  <a:srgbClr val="F3F4F4">
                    <a:alpha val="1389"/>
                  </a:srgbClr>
                </a:gs>
                <a:gs pos="100000">
                  <a:srgbClr val="F3F4F4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7121805">
              <a:off x="662699" y="169640"/>
              <a:ext cx="811118" cy="712803"/>
            </a:xfrm>
            <a:prstGeom prst="ellipse">
              <a:avLst/>
            </a:prstGeom>
            <a:gradFill>
              <a:gsLst>
                <a:gs pos="0">
                  <a:srgbClr val="000000">
                    <a:alpha val="8439"/>
                  </a:srgbClr>
                </a:gs>
                <a:gs pos="14286">
                  <a:srgbClr val="000000">
                    <a:alpha val="7784"/>
                  </a:srgbClr>
                </a:gs>
                <a:gs pos="28571">
                  <a:srgbClr val="000000">
                    <a:alpha val="6098"/>
                  </a:srgbClr>
                </a:gs>
                <a:gs pos="42857">
                  <a:srgbClr val="000000">
                    <a:alpha val="4043"/>
                  </a:srgbClr>
                </a:gs>
                <a:gs pos="57143">
                  <a:srgbClr val="000000">
                    <a:alpha val="2261"/>
                  </a:srgbClr>
                </a:gs>
                <a:gs pos="71429">
                  <a:srgbClr val="000000">
                    <a:alpha val="1065"/>
                  </a:srgbClr>
                </a:gs>
                <a:gs pos="85714">
                  <a:srgbClr val="000000">
                    <a:alpha val="422"/>
                  </a:srgbClr>
                </a:gs>
                <a:gs pos="100000">
                  <a:srgbClr val="0000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6812515">
              <a:off x="400924" y="259911"/>
              <a:ext cx="755431" cy="484677"/>
            </a:xfrm>
            <a:prstGeom prst="ellipse">
              <a:avLst/>
            </a:prstGeom>
            <a:gradFill>
              <a:gsLst>
                <a:gs pos="0">
                  <a:srgbClr val="000000">
                    <a:alpha val="9752"/>
                  </a:srgbClr>
                </a:gs>
                <a:gs pos="14286">
                  <a:srgbClr val="000000">
                    <a:alpha val="9000"/>
                  </a:srgbClr>
                </a:gs>
                <a:gs pos="28571">
                  <a:srgbClr val="000000">
                    <a:alpha val="7061"/>
                  </a:srgbClr>
                </a:gs>
                <a:gs pos="42857">
                  <a:srgbClr val="000000">
                    <a:alpha val="4689"/>
                  </a:srgbClr>
                </a:gs>
                <a:gs pos="57143">
                  <a:srgbClr val="000000">
                    <a:alpha val="2626"/>
                  </a:srgbClr>
                </a:gs>
                <a:gs pos="71429">
                  <a:srgbClr val="000000">
                    <a:alpha val="1238"/>
                  </a:srgbClr>
                </a:gs>
                <a:gs pos="85714">
                  <a:srgbClr val="000000">
                    <a:alpha val="491"/>
                  </a:srgbClr>
                </a:gs>
                <a:gs pos="100000">
                  <a:srgbClr val="00000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9675253">
              <a:off x="285164" y="195000"/>
              <a:ext cx="716366" cy="459765"/>
            </a:xfrm>
            <a:prstGeom prst="ellipse">
              <a:avLst/>
            </a:prstGeom>
            <a:gradFill>
              <a:gsLst>
                <a:gs pos="0">
                  <a:srgbClr val="000001">
                    <a:alpha val="8767"/>
                  </a:srgbClr>
                </a:gs>
                <a:gs pos="14286">
                  <a:srgbClr val="000001">
                    <a:alpha val="8087"/>
                  </a:srgbClr>
                </a:gs>
                <a:gs pos="28571">
                  <a:srgbClr val="000001">
                    <a:alpha val="6338"/>
                  </a:srgbClr>
                </a:gs>
                <a:gs pos="42857">
                  <a:srgbClr val="000001">
                    <a:alpha val="4204"/>
                  </a:srgbClr>
                </a:gs>
                <a:gs pos="57143">
                  <a:srgbClr val="000001">
                    <a:alpha val="2352"/>
                  </a:srgbClr>
                </a:gs>
                <a:gs pos="71429">
                  <a:srgbClr val="000001">
                    <a:alpha val="1108"/>
                  </a:srgbClr>
                </a:gs>
                <a:gs pos="85714">
                  <a:srgbClr val="000001">
                    <a:alpha val="440"/>
                  </a:srgbClr>
                </a:gs>
                <a:gs pos="100000">
                  <a:srgbClr val="000001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8745036">
              <a:off x="192889" y="333878"/>
              <a:ext cx="592279" cy="422661"/>
            </a:xfrm>
            <a:prstGeom prst="ellipse">
              <a:avLst/>
            </a:prstGeom>
            <a:gradFill>
              <a:gsLst>
                <a:gs pos="0">
                  <a:srgbClr val="000002">
                    <a:alpha val="24539"/>
                  </a:srgbClr>
                </a:gs>
                <a:gs pos="14286">
                  <a:srgbClr val="000002">
                    <a:alpha val="22800"/>
                  </a:srgbClr>
                </a:gs>
                <a:gs pos="28571">
                  <a:srgbClr val="000002">
                    <a:alpha val="18203"/>
                  </a:srgbClr>
                </a:gs>
                <a:gs pos="42857">
                  <a:srgbClr val="000002">
                    <a:alpha val="12348"/>
                  </a:srgbClr>
                </a:gs>
                <a:gs pos="57143">
                  <a:srgbClr val="000002">
                    <a:alpha val="7042"/>
                  </a:srgbClr>
                </a:gs>
                <a:gs pos="71429">
                  <a:srgbClr val="000002">
                    <a:alpha val="3361"/>
                  </a:srgbClr>
                </a:gs>
                <a:gs pos="85714">
                  <a:srgbClr val="000002">
                    <a:alpha val="1343"/>
                  </a:srgbClr>
                </a:gs>
                <a:gs pos="100000">
                  <a:srgbClr val="000002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5650166">
              <a:off x="29980" y="254708"/>
              <a:ext cx="644638" cy="516772"/>
            </a:xfrm>
            <a:prstGeom prst="ellipse">
              <a:avLst/>
            </a:prstGeom>
            <a:gradFill>
              <a:gsLst>
                <a:gs pos="0">
                  <a:srgbClr val="000000">
                    <a:alpha val="14639"/>
                  </a:srgbClr>
                </a:gs>
                <a:gs pos="14286">
                  <a:srgbClr val="000000">
                    <a:alpha val="13539"/>
                  </a:srgbClr>
                </a:gs>
                <a:gs pos="28571">
                  <a:srgbClr val="000000">
                    <a:alpha val="10681"/>
                  </a:srgbClr>
                </a:gs>
                <a:gs pos="42857">
                  <a:srgbClr val="000000">
                    <a:alpha val="7141"/>
                  </a:srgbClr>
                </a:gs>
                <a:gs pos="57143">
                  <a:srgbClr val="000000">
                    <a:alpha val="4022"/>
                  </a:srgbClr>
                </a:gs>
                <a:gs pos="71429">
                  <a:srgbClr val="000000">
                    <a:alpha val="1903"/>
                  </a:srgbClr>
                </a:gs>
                <a:gs pos="85714">
                  <a:srgbClr val="000000">
                    <a:alpha val="757"/>
                  </a:srgbClr>
                </a:gs>
                <a:gs pos="100000">
                  <a:srgbClr val="000000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5688647">
              <a:off x="-128026" y="198569"/>
              <a:ext cx="706114" cy="498408"/>
            </a:xfrm>
            <a:prstGeom prst="ellipse">
              <a:avLst/>
            </a:prstGeom>
            <a:gradFill>
              <a:gsLst>
                <a:gs pos="0">
                  <a:srgbClr val="000000">
                    <a:alpha val="12167"/>
                  </a:srgbClr>
                </a:gs>
                <a:gs pos="14286">
                  <a:srgbClr val="000000">
                    <a:alpha val="11241"/>
                  </a:srgbClr>
                </a:gs>
                <a:gs pos="28571">
                  <a:srgbClr val="000000">
                    <a:alpha val="8843"/>
                  </a:srgbClr>
                </a:gs>
                <a:gs pos="42857">
                  <a:srgbClr val="000000">
                    <a:alpha val="5892"/>
                  </a:srgbClr>
                </a:gs>
                <a:gs pos="57143">
                  <a:srgbClr val="000000">
                    <a:alpha val="3309"/>
                  </a:srgbClr>
                </a:gs>
                <a:gs pos="71429">
                  <a:srgbClr val="000000">
                    <a:alpha val="1563"/>
                  </a:srgbClr>
                </a:gs>
                <a:gs pos="85714">
                  <a:srgbClr val="000000">
                    <a:alpha val="621"/>
                  </a:srgbClr>
                </a:gs>
                <a:gs pos="100000">
                  <a:srgbClr val="0000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561009">
              <a:off x="-305125" y="255857"/>
              <a:ext cx="767406" cy="494009"/>
            </a:xfrm>
            <a:prstGeom prst="ellipse">
              <a:avLst/>
            </a:prstGeom>
            <a:gradFill>
              <a:gsLst>
                <a:gs pos="0">
                  <a:srgbClr val="000000">
                    <a:alpha val="23767"/>
                  </a:srgbClr>
                </a:gs>
                <a:gs pos="14286">
                  <a:srgbClr val="000000">
                    <a:alpha val="22075"/>
                  </a:srgbClr>
                </a:gs>
                <a:gs pos="28571">
                  <a:srgbClr val="000000">
                    <a:alpha val="17607"/>
                  </a:srgbClr>
                </a:gs>
                <a:gs pos="42857">
                  <a:srgbClr val="000000">
                    <a:alpha val="11929"/>
                  </a:srgbClr>
                </a:gs>
                <a:gs pos="57143">
                  <a:srgbClr val="000000">
                    <a:alpha val="6797"/>
                  </a:srgbClr>
                </a:gs>
                <a:gs pos="71429">
                  <a:srgbClr val="000000">
                    <a:alpha val="3241"/>
                  </a:srgbClr>
                </a:gs>
                <a:gs pos="85714">
                  <a:srgbClr val="000000">
                    <a:alpha val="1294"/>
                  </a:srgbClr>
                </a:gs>
                <a:gs pos="100000">
                  <a:srgbClr val="000000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-9323525">
              <a:off x="3185546" y="221351"/>
              <a:ext cx="713421" cy="305434"/>
            </a:xfrm>
            <a:prstGeom prst="ellipse">
              <a:avLst/>
            </a:prstGeom>
            <a:gradFill>
              <a:gsLst>
                <a:gs pos="0">
                  <a:srgbClr val="FDFEFE">
                    <a:alpha val="32968"/>
                  </a:srgbClr>
                </a:gs>
                <a:gs pos="14286">
                  <a:srgbClr val="FDFEFE">
                    <a:alpha val="30764"/>
                  </a:srgbClr>
                </a:gs>
                <a:gs pos="28571">
                  <a:srgbClr val="FDFEFE">
                    <a:alpha val="24833"/>
                  </a:srgbClr>
                </a:gs>
                <a:gs pos="42857">
                  <a:srgbClr val="FDFEFE">
                    <a:alpha val="17075"/>
                  </a:srgbClr>
                </a:gs>
                <a:gs pos="57143">
                  <a:srgbClr val="FDFEFE">
                    <a:alpha val="9855"/>
                  </a:srgbClr>
                </a:gs>
                <a:gs pos="71429">
                  <a:srgbClr val="FDFEFE">
                    <a:alpha val="4740"/>
                  </a:srgbClr>
                </a:gs>
                <a:gs pos="85714">
                  <a:srgbClr val="FDFEFE">
                    <a:alpha val="1902"/>
                  </a:srgbClr>
                </a:gs>
                <a:gs pos="100000">
                  <a:srgbClr val="FD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-8748901">
              <a:off x="3029904" y="269908"/>
              <a:ext cx="785920" cy="1986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-9795118">
              <a:off x="2888428" y="246526"/>
              <a:ext cx="838900" cy="231660"/>
            </a:xfrm>
            <a:prstGeom prst="ellipse">
              <a:avLst/>
            </a:prstGeom>
            <a:gradFill>
              <a:gsLst>
                <a:gs pos="0">
                  <a:srgbClr val="FAFBFB">
                    <a:alpha val="32968"/>
                  </a:srgbClr>
                </a:gs>
                <a:gs pos="14286">
                  <a:srgbClr val="FAFBFB">
                    <a:alpha val="30764"/>
                  </a:srgbClr>
                </a:gs>
                <a:gs pos="28571">
                  <a:srgbClr val="FAFBFB">
                    <a:alpha val="24833"/>
                  </a:srgbClr>
                </a:gs>
                <a:gs pos="42857">
                  <a:srgbClr val="FAFBFB">
                    <a:alpha val="17075"/>
                  </a:srgbClr>
                </a:gs>
                <a:gs pos="57143">
                  <a:srgbClr val="FAFBFB">
                    <a:alpha val="9855"/>
                  </a:srgbClr>
                </a:gs>
                <a:gs pos="71429">
                  <a:srgbClr val="FAFBFB">
                    <a:alpha val="4740"/>
                  </a:srgbClr>
                </a:gs>
                <a:gs pos="85714">
                  <a:srgbClr val="FAFBFB">
                    <a:alpha val="1902"/>
                  </a:srgbClr>
                </a:gs>
                <a:gs pos="100000">
                  <a:srgbClr val="FA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10493652">
              <a:off x="2804251" y="291469"/>
              <a:ext cx="705040" cy="218845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3831471">
              <a:off x="2605331" y="352005"/>
              <a:ext cx="747188" cy="1095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10725516">
              <a:off x="2318665" y="282218"/>
              <a:ext cx="960917" cy="214074"/>
            </a:xfrm>
            <a:prstGeom prst="ellipse">
              <a:avLst/>
            </a:prstGeom>
            <a:gradFill>
              <a:gsLst>
                <a:gs pos="0">
                  <a:srgbClr val="EEEEEE">
                    <a:alpha val="32968"/>
                  </a:srgbClr>
                </a:gs>
                <a:gs pos="14286">
                  <a:srgbClr val="EEEEEE">
                    <a:alpha val="30764"/>
                  </a:srgbClr>
                </a:gs>
                <a:gs pos="28571">
                  <a:srgbClr val="EEEEEE">
                    <a:alpha val="24833"/>
                  </a:srgbClr>
                </a:gs>
                <a:gs pos="42857">
                  <a:srgbClr val="EEEEEE">
                    <a:alpha val="17075"/>
                  </a:srgbClr>
                </a:gs>
                <a:gs pos="57143">
                  <a:srgbClr val="EEEEEE">
                    <a:alpha val="9855"/>
                  </a:srgbClr>
                </a:gs>
                <a:gs pos="71429">
                  <a:srgbClr val="EEEEEE">
                    <a:alpha val="4740"/>
                  </a:srgbClr>
                </a:gs>
                <a:gs pos="85714">
                  <a:srgbClr val="EEEEEE">
                    <a:alpha val="1902"/>
                  </a:srgbClr>
                </a:gs>
                <a:gs pos="100000">
                  <a:srgbClr val="EEE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-10197653">
              <a:off x="153603" y="92924"/>
              <a:ext cx="680228" cy="505381"/>
            </a:xfrm>
            <a:prstGeom prst="ellipse">
              <a:avLst/>
            </a:prstGeom>
            <a:gradFill>
              <a:gsLst>
                <a:gs pos="0">
                  <a:srgbClr val="000000">
                    <a:alpha val="10589"/>
                  </a:srgbClr>
                </a:gs>
                <a:gs pos="14286">
                  <a:srgbClr val="000000">
                    <a:alpha val="9776"/>
                  </a:srgbClr>
                </a:gs>
                <a:gs pos="28571">
                  <a:srgbClr val="000000">
                    <a:alpha val="7677"/>
                  </a:srgbClr>
                </a:gs>
                <a:gs pos="42857">
                  <a:srgbClr val="000000">
                    <a:alpha val="5104"/>
                  </a:srgbClr>
                </a:gs>
                <a:gs pos="57143">
                  <a:srgbClr val="000000">
                    <a:alpha val="2861"/>
                  </a:srgbClr>
                </a:gs>
                <a:gs pos="71429">
                  <a:srgbClr val="000000">
                    <a:alpha val="1350"/>
                  </a:srgbClr>
                </a:gs>
                <a:gs pos="85714">
                  <a:srgbClr val="000000">
                    <a:alpha val="536"/>
                  </a:srgbClr>
                </a:gs>
                <a:gs pos="100000">
                  <a:srgbClr val="000000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-10525260">
              <a:off x="-31945" y="134210"/>
              <a:ext cx="668105" cy="456739"/>
            </a:xfrm>
            <a:prstGeom prst="ellipse">
              <a:avLst/>
            </a:prstGeom>
            <a:gradFill>
              <a:gsLst>
                <a:gs pos="0">
                  <a:srgbClr val="000000">
                    <a:alpha val="16341"/>
                  </a:srgbClr>
                </a:gs>
                <a:gs pos="14286">
                  <a:srgbClr val="000000">
                    <a:alpha val="15125"/>
                  </a:srgbClr>
                </a:gs>
                <a:gs pos="28571">
                  <a:srgbClr val="000000">
                    <a:alpha val="11955"/>
                  </a:srgbClr>
                </a:gs>
                <a:gs pos="42857">
                  <a:srgbClr val="000000">
                    <a:alpha val="8012"/>
                  </a:srgbClr>
                </a:gs>
                <a:gs pos="57143">
                  <a:srgbClr val="000000">
                    <a:alpha val="4522"/>
                  </a:srgbClr>
                </a:gs>
                <a:gs pos="71429">
                  <a:srgbClr val="000000">
                    <a:alpha val="2143"/>
                  </a:srgbClr>
                </a:gs>
                <a:gs pos="85714">
                  <a:srgbClr val="000000">
                    <a:alpha val="853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-10622045">
              <a:off x="-344830" y="118049"/>
              <a:ext cx="726870" cy="438202"/>
            </a:xfrm>
            <a:prstGeom prst="ellipse">
              <a:avLst/>
            </a:prstGeom>
            <a:gradFill>
              <a:gsLst>
                <a:gs pos="0">
                  <a:srgbClr val="000000">
                    <a:alpha val="24027"/>
                  </a:srgbClr>
                </a:gs>
                <a:gs pos="14286">
                  <a:srgbClr val="000000">
                    <a:alpha val="22320"/>
                  </a:srgbClr>
                </a:gs>
                <a:gs pos="28571">
                  <a:srgbClr val="000000">
                    <a:alpha val="17807"/>
                  </a:srgbClr>
                </a:gs>
                <a:gs pos="42857">
                  <a:srgbClr val="000000">
                    <a:alpha val="12070"/>
                  </a:srgbClr>
                </a:gs>
                <a:gs pos="57143">
                  <a:srgbClr val="000000">
                    <a:alpha val="6879"/>
                  </a:srgbClr>
                </a:gs>
                <a:gs pos="71429">
                  <a:srgbClr val="000000">
                    <a:alpha val="3281"/>
                  </a:srgbClr>
                </a:gs>
                <a:gs pos="85714">
                  <a:srgbClr val="000000">
                    <a:alpha val="1311"/>
                  </a:srgbClr>
                </a:gs>
                <a:gs pos="100000">
                  <a:srgbClr val="0000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-10442579">
              <a:off x="3289051" y="-19227"/>
              <a:ext cx="657692" cy="505664"/>
            </a:xfrm>
            <a:prstGeom prst="ellipse">
              <a:avLst/>
            </a:prstGeom>
            <a:gradFill>
              <a:gsLst>
                <a:gs pos="0">
                  <a:srgbClr val="F3F4F4">
                    <a:alpha val="32968"/>
                  </a:srgbClr>
                </a:gs>
                <a:gs pos="14286">
                  <a:srgbClr val="F3F4F4">
                    <a:alpha val="30764"/>
                  </a:srgbClr>
                </a:gs>
                <a:gs pos="28571">
                  <a:srgbClr val="F3F4F4">
                    <a:alpha val="24833"/>
                  </a:srgbClr>
                </a:gs>
                <a:gs pos="42857">
                  <a:srgbClr val="F3F4F4">
                    <a:alpha val="17075"/>
                  </a:srgbClr>
                </a:gs>
                <a:gs pos="57143">
                  <a:srgbClr val="F3F4F4">
                    <a:alpha val="9855"/>
                  </a:srgbClr>
                </a:gs>
                <a:gs pos="71429">
                  <a:srgbClr val="F3F4F4">
                    <a:alpha val="4740"/>
                  </a:srgbClr>
                </a:gs>
                <a:gs pos="85714">
                  <a:srgbClr val="F3F4F4">
                    <a:alpha val="1902"/>
                  </a:srgbClr>
                </a:gs>
                <a:gs pos="100000">
                  <a:srgbClr val="F3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9961049">
              <a:off x="3133252" y="-87364"/>
              <a:ext cx="693532" cy="532259"/>
            </a:xfrm>
            <a:prstGeom prst="ellipse">
              <a:avLst/>
            </a:prstGeom>
            <a:gradFill>
              <a:gsLst>
                <a:gs pos="0">
                  <a:srgbClr val="F3F3F3">
                    <a:alpha val="31668"/>
                  </a:srgbClr>
                </a:gs>
                <a:gs pos="14286">
                  <a:srgbClr val="F3F3F3">
                    <a:alpha val="29531"/>
                  </a:srgbClr>
                </a:gs>
                <a:gs pos="28571">
                  <a:srgbClr val="F3F3F3">
                    <a:alpha val="23796"/>
                  </a:srgbClr>
                </a:gs>
                <a:gs pos="42857">
                  <a:srgbClr val="F3F3F3">
                    <a:alpha val="16327"/>
                  </a:srgbClr>
                </a:gs>
                <a:gs pos="57143">
                  <a:srgbClr val="F3F3F3">
                    <a:alpha val="9405"/>
                  </a:srgbClr>
                </a:gs>
                <a:gs pos="71429">
                  <a:srgbClr val="F3F3F3">
                    <a:alpha val="4518"/>
                  </a:srgbClr>
                </a:gs>
                <a:gs pos="85714">
                  <a:srgbClr val="F3F3F3">
                    <a:alpha val="1812"/>
                  </a:srgbClr>
                </a:gs>
                <a:gs pos="100000">
                  <a:srgbClr val="F3F3F3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-9646159">
              <a:off x="2956103" y="108179"/>
              <a:ext cx="807404" cy="345647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9368231">
              <a:off x="2813081" y="24832"/>
              <a:ext cx="531554" cy="451045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10242257">
              <a:off x="2796079" y="141510"/>
              <a:ext cx="603467" cy="344933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6023468">
              <a:off x="779717" y="-44798"/>
              <a:ext cx="725224" cy="483475"/>
            </a:xfrm>
            <a:prstGeom prst="ellipse">
              <a:avLst/>
            </a:prstGeom>
            <a:gradFill>
              <a:gsLst>
                <a:gs pos="0">
                  <a:srgbClr val="000000">
                    <a:alpha val="6614"/>
                  </a:srgbClr>
                </a:gs>
                <a:gs pos="14286">
                  <a:srgbClr val="000000">
                    <a:alpha val="6096"/>
                  </a:srgbClr>
                </a:gs>
                <a:gs pos="28571">
                  <a:srgbClr val="000000">
                    <a:alpha val="4766"/>
                  </a:srgbClr>
                </a:gs>
                <a:gs pos="42857">
                  <a:srgbClr val="000000">
                    <a:alpha val="3153"/>
                  </a:srgbClr>
                </a:gs>
                <a:gs pos="57143">
                  <a:srgbClr val="000000">
                    <a:alpha val="1759"/>
                  </a:srgbClr>
                </a:gs>
                <a:gs pos="71429">
                  <a:srgbClr val="000000">
                    <a:alpha val="827"/>
                  </a:srgbClr>
                </a:gs>
                <a:gs pos="85714">
                  <a:srgbClr val="000000">
                    <a:alpha val="328"/>
                  </a:srgbClr>
                </a:gs>
                <a:gs pos="100000">
                  <a:srgbClr val="0000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5355259">
              <a:off x="502706" y="-119857"/>
              <a:ext cx="782973" cy="643756"/>
            </a:xfrm>
            <a:prstGeom prst="ellipse">
              <a:avLst/>
            </a:prstGeom>
            <a:gradFill>
              <a:gsLst>
                <a:gs pos="0">
                  <a:srgbClr val="000000">
                    <a:alpha val="10549"/>
                  </a:srgbClr>
                </a:gs>
                <a:gs pos="14286">
                  <a:srgbClr val="000000">
                    <a:alpha val="9739"/>
                  </a:srgbClr>
                </a:gs>
                <a:gs pos="28571">
                  <a:srgbClr val="000000">
                    <a:alpha val="7648"/>
                  </a:srgbClr>
                </a:gs>
                <a:gs pos="42857">
                  <a:srgbClr val="000000">
                    <a:alpha val="5085"/>
                  </a:srgbClr>
                </a:gs>
                <a:gs pos="57143">
                  <a:srgbClr val="000000">
                    <a:alpha val="2850"/>
                  </a:srgbClr>
                </a:gs>
                <a:gs pos="71429">
                  <a:srgbClr val="000000">
                    <a:alpha val="1344"/>
                  </a:srgbClr>
                </a:gs>
                <a:gs pos="85714">
                  <a:srgbClr val="000000">
                    <a:alpha val="534"/>
                  </a:srgbClr>
                </a:gs>
                <a:gs pos="100000">
                  <a:srgbClr val="000000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280267">
              <a:off x="275798" y="-94543"/>
              <a:ext cx="709892" cy="500816"/>
            </a:xfrm>
            <a:prstGeom prst="ellipse">
              <a:avLst/>
            </a:prstGeom>
            <a:gradFill>
              <a:gsLst>
                <a:gs pos="0">
                  <a:srgbClr val="000000">
                    <a:alpha val="4309"/>
                  </a:srgbClr>
                </a:gs>
                <a:gs pos="14286">
                  <a:srgbClr val="000000">
                    <a:alpha val="3968"/>
                  </a:srgbClr>
                </a:gs>
                <a:gs pos="28571">
                  <a:srgbClr val="000000">
                    <a:alpha val="3095"/>
                  </a:srgbClr>
                </a:gs>
                <a:gs pos="42857">
                  <a:srgbClr val="000000">
                    <a:alpha val="2041"/>
                  </a:srgbClr>
                </a:gs>
                <a:gs pos="57143">
                  <a:srgbClr val="000000">
                    <a:alpha val="1136"/>
                  </a:srgbClr>
                </a:gs>
                <a:gs pos="71429">
                  <a:srgbClr val="000000">
                    <a:alpha val="533"/>
                  </a:srgbClr>
                </a:gs>
                <a:gs pos="85714">
                  <a:srgbClr val="000000">
                    <a:alpha val="211"/>
                  </a:srgbClr>
                </a:gs>
                <a:gs pos="100000">
                  <a:srgbClr val="0000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9217588">
              <a:off x="31615" y="-227695"/>
              <a:ext cx="846916" cy="651240"/>
            </a:xfrm>
            <a:prstGeom prst="ellipse">
              <a:avLst/>
            </a:prstGeom>
            <a:gradFill>
              <a:gsLst>
                <a:gs pos="0">
                  <a:srgbClr val="000000">
                    <a:alpha val="9422"/>
                  </a:srgbClr>
                </a:gs>
                <a:gs pos="14286">
                  <a:srgbClr val="000000">
                    <a:alpha val="8694"/>
                  </a:srgbClr>
                </a:gs>
                <a:gs pos="28571">
                  <a:srgbClr val="000000">
                    <a:alpha val="6819"/>
                  </a:srgbClr>
                </a:gs>
                <a:gs pos="42857">
                  <a:srgbClr val="000000">
                    <a:alpha val="4527"/>
                  </a:srgbClr>
                </a:gs>
                <a:gs pos="57143">
                  <a:srgbClr val="000000">
                    <a:alpha val="2534"/>
                  </a:srgbClr>
                </a:gs>
                <a:gs pos="71429">
                  <a:srgbClr val="000000">
                    <a:alpha val="1194"/>
                  </a:srgbClr>
                </a:gs>
                <a:gs pos="85714">
                  <a:srgbClr val="000000">
                    <a:alpha val="474"/>
                  </a:srgbClr>
                </a:gs>
                <a:gs pos="100000">
                  <a:srgbClr val="0000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4140893">
              <a:off x="-246570" y="21893"/>
              <a:ext cx="668719" cy="285639"/>
            </a:xfrm>
            <a:prstGeom prst="ellipse">
              <a:avLst/>
            </a:prstGeom>
            <a:gradFill>
              <a:gsLst>
                <a:gs pos="0">
                  <a:srgbClr val="000000">
                    <a:alpha val="24863"/>
                  </a:srgbClr>
                </a:gs>
                <a:gs pos="14286">
                  <a:srgbClr val="000000">
                    <a:alpha val="23106"/>
                  </a:srgbClr>
                </a:gs>
                <a:gs pos="28571">
                  <a:srgbClr val="000000">
                    <a:alpha val="18454"/>
                  </a:srgbClr>
                </a:gs>
                <a:gs pos="42857">
                  <a:srgbClr val="000000">
                    <a:alpha val="12524"/>
                  </a:srgbClr>
                </a:gs>
                <a:gs pos="57143">
                  <a:srgbClr val="000000">
                    <a:alpha val="7146"/>
                  </a:srgbClr>
                </a:gs>
                <a:gs pos="71429">
                  <a:srgbClr val="000000">
                    <a:alpha val="3411"/>
                  </a:srgbClr>
                </a:gs>
                <a:gs pos="85714">
                  <a:srgbClr val="000000">
                    <a:alpha val="1363"/>
                  </a:srgbClr>
                </a:gs>
                <a:gs pos="100000">
                  <a:srgbClr val="000000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6047863">
              <a:off x="3279654" y="-249649"/>
              <a:ext cx="702835" cy="627779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-9701070">
              <a:off x="3062366" y="-173079"/>
              <a:ext cx="711058" cy="588344"/>
            </a:xfrm>
            <a:prstGeom prst="ellipse">
              <a:avLst/>
            </a:prstGeom>
            <a:gradFill>
              <a:gsLst>
                <a:gs pos="0">
                  <a:srgbClr val="F4F4F4">
                    <a:alpha val="32668"/>
                  </a:srgbClr>
                </a:gs>
                <a:gs pos="14286">
                  <a:srgbClr val="F4F4F4">
                    <a:alpha val="30479"/>
                  </a:srgbClr>
                </a:gs>
                <a:gs pos="28571">
                  <a:srgbClr val="F4F4F4">
                    <a:alpha val="24593"/>
                  </a:srgbClr>
                </a:gs>
                <a:gs pos="42857">
                  <a:srgbClr val="F4F4F4">
                    <a:alpha val="16902"/>
                  </a:srgbClr>
                </a:gs>
                <a:gs pos="57143">
                  <a:srgbClr val="F4F4F4">
                    <a:alpha val="9750"/>
                  </a:srgbClr>
                </a:gs>
                <a:gs pos="71429">
                  <a:srgbClr val="F4F4F4">
                    <a:alpha val="4689"/>
                  </a:srgbClr>
                </a:gs>
                <a:gs pos="85714">
                  <a:srgbClr val="F4F4F4">
                    <a:alpha val="1881"/>
                  </a:srgbClr>
                </a:gs>
                <a:gs pos="100000">
                  <a:srgbClr val="F4F4F4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8766453">
              <a:off x="2910377" y="-248863"/>
              <a:ext cx="723069" cy="658118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7008499">
              <a:off x="2819179" y="-211969"/>
              <a:ext cx="716102" cy="591948"/>
            </a:xfrm>
            <a:prstGeom prst="ellipse">
              <a:avLst/>
            </a:prstGeom>
            <a:gradFill>
              <a:gsLst>
                <a:gs pos="0">
                  <a:srgbClr val="F5F5F5">
                    <a:alpha val="32968"/>
                  </a:srgbClr>
                </a:gs>
                <a:gs pos="14286">
                  <a:srgbClr val="F5F5F5">
                    <a:alpha val="30764"/>
                  </a:srgbClr>
                </a:gs>
                <a:gs pos="28571">
                  <a:srgbClr val="F5F5F5">
                    <a:alpha val="24833"/>
                  </a:srgbClr>
                </a:gs>
                <a:gs pos="42857">
                  <a:srgbClr val="F5F5F5">
                    <a:alpha val="17075"/>
                  </a:srgbClr>
                </a:gs>
                <a:gs pos="57143">
                  <a:srgbClr val="F5F5F5">
                    <a:alpha val="9855"/>
                  </a:srgbClr>
                </a:gs>
                <a:gs pos="71429">
                  <a:srgbClr val="F5F5F5">
                    <a:alpha val="4740"/>
                  </a:srgbClr>
                </a:gs>
                <a:gs pos="85714">
                  <a:srgbClr val="F5F5F5">
                    <a:alpha val="1902"/>
                  </a:srgbClr>
                </a:gs>
                <a:gs pos="100000">
                  <a:srgbClr val="F5F5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5530674">
              <a:off x="2712317" y="-167851"/>
              <a:ext cx="728971" cy="487522"/>
            </a:xfrm>
            <a:prstGeom prst="ellipse">
              <a:avLst/>
            </a:prstGeom>
            <a:gradFill>
              <a:gsLst>
                <a:gs pos="0">
                  <a:srgbClr val="EFF0EF">
                    <a:alpha val="32968"/>
                  </a:srgbClr>
                </a:gs>
                <a:gs pos="14286">
                  <a:srgbClr val="EFF0EF">
                    <a:alpha val="30764"/>
                  </a:srgbClr>
                </a:gs>
                <a:gs pos="28571">
                  <a:srgbClr val="EFF0EF">
                    <a:alpha val="24833"/>
                  </a:srgbClr>
                </a:gs>
                <a:gs pos="42857">
                  <a:srgbClr val="EFF0EF">
                    <a:alpha val="17075"/>
                  </a:srgbClr>
                </a:gs>
                <a:gs pos="57143">
                  <a:srgbClr val="EFF0EF">
                    <a:alpha val="9855"/>
                  </a:srgbClr>
                </a:gs>
                <a:gs pos="71429">
                  <a:srgbClr val="EFF0EF">
                    <a:alpha val="4740"/>
                  </a:srgbClr>
                </a:gs>
                <a:gs pos="85714">
                  <a:srgbClr val="EFF0EF">
                    <a:alpha val="1902"/>
                  </a:srgbClr>
                </a:gs>
                <a:gs pos="100000">
                  <a:srgbClr val="EF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4484479">
              <a:off x="2505011" y="-67694"/>
              <a:ext cx="775748" cy="294566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-10516433">
              <a:off x="2260436" y="-90248"/>
              <a:ext cx="855620" cy="25755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9315378">
              <a:off x="-232835" y="-214000"/>
              <a:ext cx="850313" cy="493407"/>
            </a:xfrm>
            <a:prstGeom prst="ellipse">
              <a:avLst/>
            </a:prstGeom>
            <a:gradFill>
              <a:gsLst>
                <a:gs pos="0">
                  <a:srgbClr val="000000">
                    <a:alpha val="27927"/>
                  </a:srgbClr>
                </a:gs>
                <a:gs pos="14286">
                  <a:srgbClr val="000000">
                    <a:alpha val="25992"/>
                  </a:srgbClr>
                </a:gs>
                <a:gs pos="28571">
                  <a:srgbClr val="000000">
                    <a:alpha val="20841"/>
                  </a:srgbClr>
                </a:gs>
                <a:gs pos="42857">
                  <a:srgbClr val="000000">
                    <a:alpha val="14212"/>
                  </a:srgbClr>
                </a:gs>
                <a:gs pos="57143">
                  <a:srgbClr val="000000">
                    <a:alpha val="8143"/>
                  </a:srgbClr>
                </a:gs>
                <a:gs pos="71429">
                  <a:srgbClr val="000000">
                    <a:alpha val="3898"/>
                  </a:srgbClr>
                </a:gs>
                <a:gs pos="85714">
                  <a:srgbClr val="000000">
                    <a:alpha val="1560"/>
                  </a:srgbClr>
                </a:gs>
                <a:gs pos="100000">
                  <a:srgbClr val="0000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2026-08-02T19:03:41Z</dcterms:created>
  <dcterms:modified xsi:type="dcterms:W3CDTF">2026-08-02T19:03:41Z</dcterms:modified>
</cp:coreProperties>
</file>