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4533900" cy="4781550" type="custom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Slide Background"/>
        <p:cNvGrpSpPr/>
        <p:nvPr/>
      </p:nvGrpSpPr>
      <p:grpSpPr>
        <a:xfrm>
          <a:off x="0" y="0"/>
          <a:ext cx="4533900" cy="4781550"/>
          <a:chOff x="0" y="0"/>
          <a:chExt cx="4533900" cy="4781550"/>
        </a:xfrm>
      </p:grpSpPr>
      <p:grpSp>
        <p:nvGrpSpPr>
          <p:cNvPr id="2" name="Splat Group"/>
          <p:cNvGrpSpPr/>
          <p:nvPr/>
        </p:nvGrpSpPr>
        <p:grpSpPr>
          <a:xfrm>
            <a:off x="0" y="0"/>
            <a:ext cx="4533900" cy="4781550"/>
            <a:chOff x="0" y="0"/>
            <a:chExt cx="4533900" cy="4781550"/>
          </a:xfrm>
        </p:grpSpPr>
        <p:sp>
          <p:nvSpPr>
            <p:cNvPr id="3" name="Splat Background"/>
            <p:cNvSpPr>
              <a:spLocks noGrp="1"/>
            </p:cNvSpPr>
            <p:nvPr/>
          </p:nvSpPr>
          <p:spPr>
            <a:xfrm>
              <a:off x="0" y="0"/>
              <a:ext cx="4533900" cy="4781550"/>
            </a:xfrm>
            <a:prstGeom prst="rect">
              <a:avLst/>
            </a:prstGeom>
            <a:solidFill>
              <a:srgbClr val="C86C6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Splat 4"/>
            <p:cNvSpPr>
              <a:spLocks noGrp="1"/>
            </p:cNvSpPr>
            <p:nvPr/>
          </p:nvSpPr>
          <p:spPr>
            <a:xfrm rot="5400000">
              <a:off x="-130433" y="-178961"/>
              <a:ext cx="602456" cy="602456"/>
            </a:xfrm>
            <a:prstGeom prst="ellipse">
              <a:avLst/>
            </a:prstGeom>
            <a:gradFill>
              <a:gsLst>
                <a:gs pos="0">
                  <a:srgbClr val="CBAE69">
                    <a:alpha val="32968"/>
                  </a:srgbClr>
                </a:gs>
                <a:gs pos="14286">
                  <a:srgbClr val="CBAE69">
                    <a:alpha val="30764"/>
                  </a:srgbClr>
                </a:gs>
                <a:gs pos="28571">
                  <a:srgbClr val="CBAE69">
                    <a:alpha val="24833"/>
                  </a:srgbClr>
                </a:gs>
                <a:gs pos="42857">
                  <a:srgbClr val="CBAE69">
                    <a:alpha val="17075"/>
                  </a:srgbClr>
                </a:gs>
                <a:gs pos="57143">
                  <a:srgbClr val="CBAE69">
                    <a:alpha val="9855"/>
                  </a:srgbClr>
                </a:gs>
                <a:gs pos="71429">
                  <a:srgbClr val="CBAE69">
                    <a:alpha val="4740"/>
                  </a:srgbClr>
                </a:gs>
                <a:gs pos="85714">
                  <a:srgbClr val="CBAE69">
                    <a:alpha val="1902"/>
                  </a:srgbClr>
                </a:gs>
                <a:gs pos="100000">
                  <a:srgbClr val="CBAE6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Splat 5"/>
            <p:cNvSpPr>
              <a:spLocks noGrp="1"/>
            </p:cNvSpPr>
            <p:nvPr/>
          </p:nvSpPr>
          <p:spPr>
            <a:xfrm rot="5400000">
              <a:off x="135308" y="-134328"/>
              <a:ext cx="602456" cy="602456"/>
            </a:xfrm>
            <a:prstGeom prst="ellipse">
              <a:avLst/>
            </a:prstGeom>
            <a:gradFill>
              <a:gsLst>
                <a:gs pos="0">
                  <a:srgbClr val="C9856A">
                    <a:alpha val="32968"/>
                  </a:srgbClr>
                </a:gs>
                <a:gs pos="14286">
                  <a:srgbClr val="C9856A">
                    <a:alpha val="30764"/>
                  </a:srgbClr>
                </a:gs>
                <a:gs pos="28571">
                  <a:srgbClr val="C9856A">
                    <a:alpha val="24833"/>
                  </a:srgbClr>
                </a:gs>
                <a:gs pos="42857">
                  <a:srgbClr val="C9856A">
                    <a:alpha val="17075"/>
                  </a:srgbClr>
                </a:gs>
                <a:gs pos="57143">
                  <a:srgbClr val="C9856A">
                    <a:alpha val="9855"/>
                  </a:srgbClr>
                </a:gs>
                <a:gs pos="71429">
                  <a:srgbClr val="C9856A">
                    <a:alpha val="4740"/>
                  </a:srgbClr>
                </a:gs>
                <a:gs pos="85714">
                  <a:srgbClr val="C9856A">
                    <a:alpha val="1902"/>
                  </a:srgbClr>
                </a:gs>
                <a:gs pos="100000">
                  <a:srgbClr val="C9856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Splat 6"/>
            <p:cNvSpPr>
              <a:spLocks noGrp="1"/>
            </p:cNvSpPr>
            <p:nvPr/>
          </p:nvSpPr>
          <p:spPr>
            <a:xfrm rot="5400000">
              <a:off x="262037" y="-86283"/>
              <a:ext cx="602456" cy="602456"/>
            </a:xfrm>
            <a:prstGeom prst="ellipse">
              <a:avLst/>
            </a:prstGeom>
            <a:gradFill>
              <a:gsLst>
                <a:gs pos="0">
                  <a:srgbClr val="D9957B">
                    <a:alpha val="32968"/>
                  </a:srgbClr>
                </a:gs>
                <a:gs pos="14286">
                  <a:srgbClr val="D9957B">
                    <a:alpha val="30764"/>
                  </a:srgbClr>
                </a:gs>
                <a:gs pos="28571">
                  <a:srgbClr val="D9957B">
                    <a:alpha val="24833"/>
                  </a:srgbClr>
                </a:gs>
                <a:gs pos="42857">
                  <a:srgbClr val="D9957B">
                    <a:alpha val="17075"/>
                  </a:srgbClr>
                </a:gs>
                <a:gs pos="57143">
                  <a:srgbClr val="D9957B">
                    <a:alpha val="9855"/>
                  </a:srgbClr>
                </a:gs>
                <a:gs pos="71429">
                  <a:srgbClr val="D9957B">
                    <a:alpha val="4740"/>
                  </a:srgbClr>
                </a:gs>
                <a:gs pos="85714">
                  <a:srgbClr val="D9957B">
                    <a:alpha val="1902"/>
                  </a:srgbClr>
                </a:gs>
                <a:gs pos="100000">
                  <a:srgbClr val="D9957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Splat 7"/>
            <p:cNvSpPr>
              <a:spLocks noGrp="1"/>
            </p:cNvSpPr>
            <p:nvPr/>
          </p:nvSpPr>
          <p:spPr>
            <a:xfrm rot="5400000">
              <a:off x="623118" y="-119013"/>
              <a:ext cx="602456" cy="602456"/>
            </a:xfrm>
            <a:prstGeom prst="ellipse">
              <a:avLst/>
            </a:prstGeom>
            <a:gradFill>
              <a:gsLst>
                <a:gs pos="0">
                  <a:srgbClr val="D48C7B">
                    <a:alpha val="32968"/>
                  </a:srgbClr>
                </a:gs>
                <a:gs pos="14286">
                  <a:srgbClr val="D48C7B">
                    <a:alpha val="30764"/>
                  </a:srgbClr>
                </a:gs>
                <a:gs pos="28571">
                  <a:srgbClr val="D48C7B">
                    <a:alpha val="24833"/>
                  </a:srgbClr>
                </a:gs>
                <a:gs pos="42857">
                  <a:srgbClr val="D48C7B">
                    <a:alpha val="17075"/>
                  </a:srgbClr>
                </a:gs>
                <a:gs pos="57143">
                  <a:srgbClr val="D48C7B">
                    <a:alpha val="9855"/>
                  </a:srgbClr>
                </a:gs>
                <a:gs pos="71429">
                  <a:srgbClr val="D48C7B">
                    <a:alpha val="4740"/>
                  </a:srgbClr>
                </a:gs>
                <a:gs pos="85714">
                  <a:srgbClr val="D48C7B">
                    <a:alpha val="1902"/>
                  </a:srgbClr>
                </a:gs>
                <a:gs pos="100000">
                  <a:srgbClr val="D48C7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Splat 8"/>
            <p:cNvSpPr>
              <a:spLocks noGrp="1"/>
            </p:cNvSpPr>
            <p:nvPr/>
          </p:nvSpPr>
          <p:spPr>
            <a:xfrm rot="5400000">
              <a:off x="771360" y="-176974"/>
              <a:ext cx="602456" cy="602456"/>
            </a:xfrm>
            <a:prstGeom prst="ellipse">
              <a:avLst/>
            </a:prstGeom>
            <a:gradFill>
              <a:gsLst>
                <a:gs pos="0">
                  <a:srgbClr val="CD6F81">
                    <a:alpha val="32968"/>
                  </a:srgbClr>
                </a:gs>
                <a:gs pos="14286">
                  <a:srgbClr val="CD6F81">
                    <a:alpha val="30764"/>
                  </a:srgbClr>
                </a:gs>
                <a:gs pos="28571">
                  <a:srgbClr val="CD6F81">
                    <a:alpha val="24833"/>
                  </a:srgbClr>
                </a:gs>
                <a:gs pos="42857">
                  <a:srgbClr val="CD6F81">
                    <a:alpha val="17075"/>
                  </a:srgbClr>
                </a:gs>
                <a:gs pos="57143">
                  <a:srgbClr val="CD6F81">
                    <a:alpha val="9855"/>
                  </a:srgbClr>
                </a:gs>
                <a:gs pos="71429">
                  <a:srgbClr val="CD6F81">
                    <a:alpha val="4740"/>
                  </a:srgbClr>
                </a:gs>
                <a:gs pos="85714">
                  <a:srgbClr val="CD6F81">
                    <a:alpha val="1902"/>
                  </a:srgbClr>
                </a:gs>
                <a:gs pos="100000">
                  <a:srgbClr val="CD6F8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Splat 9"/>
            <p:cNvSpPr>
              <a:spLocks noGrp="1"/>
            </p:cNvSpPr>
            <p:nvPr/>
          </p:nvSpPr>
          <p:spPr>
            <a:xfrm rot="5400000">
              <a:off x="1062977" y="-94719"/>
              <a:ext cx="602456" cy="602456"/>
            </a:xfrm>
            <a:prstGeom prst="ellipse">
              <a:avLst/>
            </a:prstGeom>
            <a:gradFill>
              <a:gsLst>
                <a:gs pos="0">
                  <a:srgbClr val="D8739D">
                    <a:alpha val="12333"/>
                  </a:srgbClr>
                </a:gs>
                <a:gs pos="14286">
                  <a:srgbClr val="D8739D">
                    <a:alpha val="11394"/>
                  </a:srgbClr>
                </a:gs>
                <a:gs pos="28571">
                  <a:srgbClr val="D8739D">
                    <a:alpha val="8965"/>
                  </a:srgbClr>
                </a:gs>
                <a:gs pos="42857">
                  <a:srgbClr val="D8739D">
                    <a:alpha val="5975"/>
                  </a:srgbClr>
                </a:gs>
                <a:gs pos="57143">
                  <a:srgbClr val="D8739D">
                    <a:alpha val="3356"/>
                  </a:srgbClr>
                </a:gs>
                <a:gs pos="71429">
                  <a:srgbClr val="D8739D">
                    <a:alpha val="1585"/>
                  </a:srgbClr>
                </a:gs>
                <a:gs pos="85714">
                  <a:srgbClr val="D8739D">
                    <a:alpha val="630"/>
                  </a:srgbClr>
                </a:gs>
                <a:gs pos="100000">
                  <a:srgbClr val="D8739D">
                    <a:alpha val="2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Splat 10"/>
            <p:cNvSpPr>
              <a:spLocks noGrp="1"/>
            </p:cNvSpPr>
            <p:nvPr/>
          </p:nvSpPr>
          <p:spPr>
            <a:xfrm rot="5400000">
              <a:off x="1359568" y="-112677"/>
              <a:ext cx="602456" cy="602456"/>
            </a:xfrm>
            <a:prstGeom prst="ellipse">
              <a:avLst/>
            </a:prstGeom>
            <a:gradFill>
              <a:gsLst>
                <a:gs pos="0">
                  <a:srgbClr val="D4819D">
                    <a:alpha val="32968"/>
                  </a:srgbClr>
                </a:gs>
                <a:gs pos="14286">
                  <a:srgbClr val="D4819D">
                    <a:alpha val="30764"/>
                  </a:srgbClr>
                </a:gs>
                <a:gs pos="28571">
                  <a:srgbClr val="D4819D">
                    <a:alpha val="24833"/>
                  </a:srgbClr>
                </a:gs>
                <a:gs pos="42857">
                  <a:srgbClr val="D4819D">
                    <a:alpha val="17075"/>
                  </a:srgbClr>
                </a:gs>
                <a:gs pos="57143">
                  <a:srgbClr val="D4819D">
                    <a:alpha val="9855"/>
                  </a:srgbClr>
                </a:gs>
                <a:gs pos="71429">
                  <a:srgbClr val="D4819D">
                    <a:alpha val="4740"/>
                  </a:srgbClr>
                </a:gs>
                <a:gs pos="85714">
                  <a:srgbClr val="D4819D">
                    <a:alpha val="1902"/>
                  </a:srgbClr>
                </a:gs>
                <a:gs pos="100000">
                  <a:srgbClr val="D4819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Splat 11"/>
            <p:cNvSpPr>
              <a:spLocks noGrp="1"/>
            </p:cNvSpPr>
            <p:nvPr/>
          </p:nvSpPr>
          <p:spPr>
            <a:xfrm rot="5400000">
              <a:off x="1578632" y="-215504"/>
              <a:ext cx="602456" cy="602456"/>
            </a:xfrm>
            <a:prstGeom prst="ellipse">
              <a:avLst/>
            </a:prstGeom>
            <a:gradFill>
              <a:gsLst>
                <a:gs pos="0">
                  <a:srgbClr val="CA5386">
                    <a:alpha val="32968"/>
                  </a:srgbClr>
                </a:gs>
                <a:gs pos="14286">
                  <a:srgbClr val="CA5386">
                    <a:alpha val="30764"/>
                  </a:srgbClr>
                </a:gs>
                <a:gs pos="28571">
                  <a:srgbClr val="CA5386">
                    <a:alpha val="24833"/>
                  </a:srgbClr>
                </a:gs>
                <a:gs pos="42857">
                  <a:srgbClr val="CA5386">
                    <a:alpha val="17075"/>
                  </a:srgbClr>
                </a:gs>
                <a:gs pos="57143">
                  <a:srgbClr val="CA5386">
                    <a:alpha val="9855"/>
                  </a:srgbClr>
                </a:gs>
                <a:gs pos="71429">
                  <a:srgbClr val="CA5386">
                    <a:alpha val="4740"/>
                  </a:srgbClr>
                </a:gs>
                <a:gs pos="85714">
                  <a:srgbClr val="CA5386">
                    <a:alpha val="1902"/>
                  </a:srgbClr>
                </a:gs>
                <a:gs pos="100000">
                  <a:srgbClr val="CA538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Splat 12"/>
            <p:cNvSpPr>
              <a:spLocks noGrp="1"/>
            </p:cNvSpPr>
            <p:nvPr/>
          </p:nvSpPr>
          <p:spPr>
            <a:xfrm rot="5400000">
              <a:off x="1848717" y="-243722"/>
              <a:ext cx="602456" cy="602456"/>
            </a:xfrm>
            <a:prstGeom prst="ellipse">
              <a:avLst/>
            </a:prstGeom>
            <a:gradFill>
              <a:gsLst>
                <a:gs pos="0">
                  <a:srgbClr val="D85FBB">
                    <a:alpha val="32968"/>
                  </a:srgbClr>
                </a:gs>
                <a:gs pos="14286">
                  <a:srgbClr val="D85FBB">
                    <a:alpha val="30764"/>
                  </a:srgbClr>
                </a:gs>
                <a:gs pos="28571">
                  <a:srgbClr val="D85FBB">
                    <a:alpha val="24833"/>
                  </a:srgbClr>
                </a:gs>
                <a:gs pos="42857">
                  <a:srgbClr val="D85FBB">
                    <a:alpha val="17075"/>
                  </a:srgbClr>
                </a:gs>
                <a:gs pos="57143">
                  <a:srgbClr val="D85FBB">
                    <a:alpha val="9855"/>
                  </a:srgbClr>
                </a:gs>
                <a:gs pos="71429">
                  <a:srgbClr val="D85FBB">
                    <a:alpha val="4740"/>
                  </a:srgbClr>
                </a:gs>
                <a:gs pos="85714">
                  <a:srgbClr val="D85FBB">
                    <a:alpha val="1902"/>
                  </a:srgbClr>
                </a:gs>
                <a:gs pos="100000">
                  <a:srgbClr val="D85FB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Splat 13"/>
            <p:cNvSpPr>
              <a:spLocks noGrp="1"/>
            </p:cNvSpPr>
            <p:nvPr/>
          </p:nvSpPr>
          <p:spPr>
            <a:xfrm rot="5400000">
              <a:off x="2145305" y="-145673"/>
              <a:ext cx="602456" cy="602456"/>
            </a:xfrm>
            <a:prstGeom prst="ellipse">
              <a:avLst/>
            </a:prstGeom>
            <a:gradFill>
              <a:gsLst>
                <a:gs pos="0">
                  <a:srgbClr val="D452A9">
                    <a:alpha val="32968"/>
                  </a:srgbClr>
                </a:gs>
                <a:gs pos="14286">
                  <a:srgbClr val="D452A9">
                    <a:alpha val="30764"/>
                  </a:srgbClr>
                </a:gs>
                <a:gs pos="28571">
                  <a:srgbClr val="D452A9">
                    <a:alpha val="24833"/>
                  </a:srgbClr>
                </a:gs>
                <a:gs pos="42857">
                  <a:srgbClr val="D452A9">
                    <a:alpha val="17075"/>
                  </a:srgbClr>
                </a:gs>
                <a:gs pos="57143">
                  <a:srgbClr val="D452A9">
                    <a:alpha val="9855"/>
                  </a:srgbClr>
                </a:gs>
                <a:gs pos="71429">
                  <a:srgbClr val="D452A9">
                    <a:alpha val="4740"/>
                  </a:srgbClr>
                </a:gs>
                <a:gs pos="85714">
                  <a:srgbClr val="D452A9">
                    <a:alpha val="1902"/>
                  </a:srgbClr>
                </a:gs>
                <a:gs pos="100000">
                  <a:srgbClr val="D452A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plat 14"/>
            <p:cNvSpPr>
              <a:spLocks noGrp="1"/>
            </p:cNvSpPr>
            <p:nvPr/>
          </p:nvSpPr>
          <p:spPr>
            <a:xfrm rot="5400000">
              <a:off x="2385802" y="-193526"/>
              <a:ext cx="602456" cy="602456"/>
            </a:xfrm>
            <a:prstGeom prst="ellipse">
              <a:avLst/>
            </a:prstGeom>
            <a:gradFill>
              <a:gsLst>
                <a:gs pos="0">
                  <a:srgbClr val="DC69BA">
                    <a:alpha val="32968"/>
                  </a:srgbClr>
                </a:gs>
                <a:gs pos="14286">
                  <a:srgbClr val="DC69BA">
                    <a:alpha val="30764"/>
                  </a:srgbClr>
                </a:gs>
                <a:gs pos="28571">
                  <a:srgbClr val="DC69BA">
                    <a:alpha val="24833"/>
                  </a:srgbClr>
                </a:gs>
                <a:gs pos="42857">
                  <a:srgbClr val="DC69BA">
                    <a:alpha val="17075"/>
                  </a:srgbClr>
                </a:gs>
                <a:gs pos="57143">
                  <a:srgbClr val="DC69BA">
                    <a:alpha val="9855"/>
                  </a:srgbClr>
                </a:gs>
                <a:gs pos="71429">
                  <a:srgbClr val="DC69BA">
                    <a:alpha val="4740"/>
                  </a:srgbClr>
                </a:gs>
                <a:gs pos="85714">
                  <a:srgbClr val="DC69BA">
                    <a:alpha val="1902"/>
                  </a:srgbClr>
                </a:gs>
                <a:gs pos="100000">
                  <a:srgbClr val="DC69B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plat 15"/>
            <p:cNvSpPr>
              <a:spLocks noGrp="1"/>
            </p:cNvSpPr>
            <p:nvPr/>
          </p:nvSpPr>
          <p:spPr>
            <a:xfrm rot="5400000">
              <a:off x="2672495" y="-100528"/>
              <a:ext cx="602456" cy="602456"/>
            </a:xfrm>
            <a:prstGeom prst="ellipse">
              <a:avLst/>
            </a:prstGeom>
            <a:gradFill>
              <a:gsLst>
                <a:gs pos="0">
                  <a:srgbClr val="CE3191">
                    <a:alpha val="32968"/>
                  </a:srgbClr>
                </a:gs>
                <a:gs pos="14286">
                  <a:srgbClr val="CE3191">
                    <a:alpha val="30764"/>
                  </a:srgbClr>
                </a:gs>
                <a:gs pos="28571">
                  <a:srgbClr val="CE3191">
                    <a:alpha val="24833"/>
                  </a:srgbClr>
                </a:gs>
                <a:gs pos="42857">
                  <a:srgbClr val="CE3191">
                    <a:alpha val="17075"/>
                  </a:srgbClr>
                </a:gs>
                <a:gs pos="57143">
                  <a:srgbClr val="CE3191">
                    <a:alpha val="9855"/>
                  </a:srgbClr>
                </a:gs>
                <a:gs pos="71429">
                  <a:srgbClr val="CE3191">
                    <a:alpha val="4740"/>
                  </a:srgbClr>
                </a:gs>
                <a:gs pos="85714">
                  <a:srgbClr val="CE3191">
                    <a:alpha val="1902"/>
                  </a:srgbClr>
                </a:gs>
                <a:gs pos="100000">
                  <a:srgbClr val="CE319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plat 16"/>
            <p:cNvSpPr>
              <a:spLocks noGrp="1"/>
            </p:cNvSpPr>
            <p:nvPr/>
          </p:nvSpPr>
          <p:spPr>
            <a:xfrm rot="5400000">
              <a:off x="2892892" y="-221133"/>
              <a:ext cx="602456" cy="602456"/>
            </a:xfrm>
            <a:prstGeom prst="ellipse">
              <a:avLst/>
            </a:prstGeom>
            <a:gradFill>
              <a:gsLst>
                <a:gs pos="0">
                  <a:srgbClr val="BE0081">
                    <a:alpha val="32968"/>
                  </a:srgbClr>
                </a:gs>
                <a:gs pos="14286">
                  <a:srgbClr val="BE0081">
                    <a:alpha val="30764"/>
                  </a:srgbClr>
                </a:gs>
                <a:gs pos="28571">
                  <a:srgbClr val="BE0081">
                    <a:alpha val="24833"/>
                  </a:srgbClr>
                </a:gs>
                <a:gs pos="42857">
                  <a:srgbClr val="BE0081">
                    <a:alpha val="17075"/>
                  </a:srgbClr>
                </a:gs>
                <a:gs pos="57143">
                  <a:srgbClr val="BE0081">
                    <a:alpha val="9855"/>
                  </a:srgbClr>
                </a:gs>
                <a:gs pos="71429">
                  <a:srgbClr val="BE0081">
                    <a:alpha val="4740"/>
                  </a:srgbClr>
                </a:gs>
                <a:gs pos="85714">
                  <a:srgbClr val="BE0081">
                    <a:alpha val="1902"/>
                  </a:srgbClr>
                </a:gs>
                <a:gs pos="100000">
                  <a:srgbClr val="BE008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plat 17"/>
            <p:cNvSpPr>
              <a:spLocks noGrp="1"/>
            </p:cNvSpPr>
            <p:nvPr/>
          </p:nvSpPr>
          <p:spPr>
            <a:xfrm rot="5400000">
              <a:off x="3093748" y="-247177"/>
              <a:ext cx="602456" cy="602456"/>
            </a:xfrm>
            <a:prstGeom prst="ellipse">
              <a:avLst/>
            </a:prstGeom>
            <a:gradFill>
              <a:gsLst>
                <a:gs pos="0">
                  <a:srgbClr val="D02999">
                    <a:alpha val="32968"/>
                  </a:srgbClr>
                </a:gs>
                <a:gs pos="14286">
                  <a:srgbClr val="D02999">
                    <a:alpha val="30764"/>
                  </a:srgbClr>
                </a:gs>
                <a:gs pos="28571">
                  <a:srgbClr val="D02999">
                    <a:alpha val="24833"/>
                  </a:srgbClr>
                </a:gs>
                <a:gs pos="42857">
                  <a:srgbClr val="D02999">
                    <a:alpha val="17075"/>
                  </a:srgbClr>
                </a:gs>
                <a:gs pos="57143">
                  <a:srgbClr val="D02999">
                    <a:alpha val="9855"/>
                  </a:srgbClr>
                </a:gs>
                <a:gs pos="71429">
                  <a:srgbClr val="D02999">
                    <a:alpha val="4740"/>
                  </a:srgbClr>
                </a:gs>
                <a:gs pos="85714">
                  <a:srgbClr val="D02999">
                    <a:alpha val="1902"/>
                  </a:srgbClr>
                </a:gs>
                <a:gs pos="100000">
                  <a:srgbClr val="D0299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plat 18"/>
            <p:cNvSpPr>
              <a:spLocks noGrp="1"/>
            </p:cNvSpPr>
            <p:nvPr/>
          </p:nvSpPr>
          <p:spPr>
            <a:xfrm rot="5400000">
              <a:off x="3294479" y="-136801"/>
              <a:ext cx="602456" cy="602456"/>
            </a:xfrm>
            <a:prstGeom prst="ellipse">
              <a:avLst/>
            </a:prstGeom>
            <a:gradFill>
              <a:gsLst>
                <a:gs pos="0">
                  <a:srgbClr val="A1007F">
                    <a:alpha val="32968"/>
                  </a:srgbClr>
                </a:gs>
                <a:gs pos="14286">
                  <a:srgbClr val="A1007F">
                    <a:alpha val="30764"/>
                  </a:srgbClr>
                </a:gs>
                <a:gs pos="28571">
                  <a:srgbClr val="A1007F">
                    <a:alpha val="24833"/>
                  </a:srgbClr>
                </a:gs>
                <a:gs pos="42857">
                  <a:srgbClr val="A1007F">
                    <a:alpha val="17075"/>
                  </a:srgbClr>
                </a:gs>
                <a:gs pos="57143">
                  <a:srgbClr val="A1007F">
                    <a:alpha val="9855"/>
                  </a:srgbClr>
                </a:gs>
                <a:gs pos="71429">
                  <a:srgbClr val="A1007F">
                    <a:alpha val="4740"/>
                  </a:srgbClr>
                </a:gs>
                <a:gs pos="85714">
                  <a:srgbClr val="A1007F">
                    <a:alpha val="1902"/>
                  </a:srgbClr>
                </a:gs>
                <a:gs pos="100000">
                  <a:srgbClr val="A1007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plat 19"/>
            <p:cNvSpPr>
              <a:spLocks noGrp="1"/>
            </p:cNvSpPr>
            <p:nvPr/>
          </p:nvSpPr>
          <p:spPr>
            <a:xfrm rot="5400000">
              <a:off x="3643037" y="-87684"/>
              <a:ext cx="602456" cy="602456"/>
            </a:xfrm>
            <a:prstGeom prst="ellipse">
              <a:avLst/>
            </a:prstGeom>
            <a:gradFill>
              <a:gsLst>
                <a:gs pos="0">
                  <a:srgbClr val="C60078">
                    <a:alpha val="32968"/>
                  </a:srgbClr>
                </a:gs>
                <a:gs pos="14286">
                  <a:srgbClr val="C60078">
                    <a:alpha val="30764"/>
                  </a:srgbClr>
                </a:gs>
                <a:gs pos="28571">
                  <a:srgbClr val="C60078">
                    <a:alpha val="24833"/>
                  </a:srgbClr>
                </a:gs>
                <a:gs pos="42857">
                  <a:srgbClr val="C60078">
                    <a:alpha val="17075"/>
                  </a:srgbClr>
                </a:gs>
                <a:gs pos="57143">
                  <a:srgbClr val="C60078">
                    <a:alpha val="9855"/>
                  </a:srgbClr>
                </a:gs>
                <a:gs pos="71429">
                  <a:srgbClr val="C60078">
                    <a:alpha val="4740"/>
                  </a:srgbClr>
                </a:gs>
                <a:gs pos="85714">
                  <a:srgbClr val="C60078">
                    <a:alpha val="1902"/>
                  </a:srgbClr>
                </a:gs>
                <a:gs pos="100000">
                  <a:srgbClr val="C6007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plat 20"/>
            <p:cNvSpPr>
              <a:spLocks noGrp="1"/>
            </p:cNvSpPr>
            <p:nvPr/>
          </p:nvSpPr>
          <p:spPr>
            <a:xfrm rot="5400000">
              <a:off x="3826330" y="-190775"/>
              <a:ext cx="602456" cy="602456"/>
            </a:xfrm>
            <a:prstGeom prst="ellipse">
              <a:avLst/>
            </a:prstGeom>
            <a:gradFill>
              <a:gsLst>
                <a:gs pos="0">
                  <a:srgbClr val="8D0068">
                    <a:alpha val="32968"/>
                  </a:srgbClr>
                </a:gs>
                <a:gs pos="14286">
                  <a:srgbClr val="8D0068">
                    <a:alpha val="30764"/>
                  </a:srgbClr>
                </a:gs>
                <a:gs pos="28571">
                  <a:srgbClr val="8D0068">
                    <a:alpha val="24833"/>
                  </a:srgbClr>
                </a:gs>
                <a:gs pos="42857">
                  <a:srgbClr val="8D0068">
                    <a:alpha val="17075"/>
                  </a:srgbClr>
                </a:gs>
                <a:gs pos="57143">
                  <a:srgbClr val="8D0068">
                    <a:alpha val="9855"/>
                  </a:srgbClr>
                </a:gs>
                <a:gs pos="71429">
                  <a:srgbClr val="8D0068">
                    <a:alpha val="4740"/>
                  </a:srgbClr>
                </a:gs>
                <a:gs pos="85714">
                  <a:srgbClr val="8D0068">
                    <a:alpha val="1902"/>
                  </a:srgbClr>
                </a:gs>
                <a:gs pos="100000">
                  <a:srgbClr val="8D006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Splat 21"/>
            <p:cNvSpPr>
              <a:spLocks noGrp="1"/>
            </p:cNvSpPr>
            <p:nvPr/>
          </p:nvSpPr>
          <p:spPr>
            <a:xfrm rot="5400000">
              <a:off x="4101746" y="-222025"/>
              <a:ext cx="602456" cy="602456"/>
            </a:xfrm>
            <a:prstGeom prst="ellipse">
              <a:avLst/>
            </a:prstGeom>
            <a:gradFill>
              <a:gsLst>
                <a:gs pos="0">
                  <a:srgbClr val="A9007F">
                    <a:alpha val="32968"/>
                  </a:srgbClr>
                </a:gs>
                <a:gs pos="14286">
                  <a:srgbClr val="A9007F">
                    <a:alpha val="30764"/>
                  </a:srgbClr>
                </a:gs>
                <a:gs pos="28571">
                  <a:srgbClr val="A9007F">
                    <a:alpha val="24833"/>
                  </a:srgbClr>
                </a:gs>
                <a:gs pos="42857">
                  <a:srgbClr val="A9007F">
                    <a:alpha val="17075"/>
                  </a:srgbClr>
                </a:gs>
                <a:gs pos="57143">
                  <a:srgbClr val="A9007F">
                    <a:alpha val="9855"/>
                  </a:srgbClr>
                </a:gs>
                <a:gs pos="71429">
                  <a:srgbClr val="A9007F">
                    <a:alpha val="4740"/>
                  </a:srgbClr>
                </a:gs>
                <a:gs pos="85714">
                  <a:srgbClr val="A9007F">
                    <a:alpha val="1902"/>
                  </a:srgbClr>
                </a:gs>
                <a:gs pos="100000">
                  <a:srgbClr val="A9007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plat 22"/>
            <p:cNvSpPr>
              <a:spLocks noGrp="1"/>
            </p:cNvSpPr>
            <p:nvPr/>
          </p:nvSpPr>
          <p:spPr>
            <a:xfrm rot="5400000">
              <a:off x="-235877" y="93039"/>
              <a:ext cx="602456" cy="602456"/>
            </a:xfrm>
            <a:prstGeom prst="ellipse">
              <a:avLst/>
            </a:prstGeom>
            <a:gradFill>
              <a:gsLst>
                <a:gs pos="0">
                  <a:srgbClr val="D3A567">
                    <a:alpha val="32968"/>
                  </a:srgbClr>
                </a:gs>
                <a:gs pos="14286">
                  <a:srgbClr val="D3A567">
                    <a:alpha val="30764"/>
                  </a:srgbClr>
                </a:gs>
                <a:gs pos="28571">
                  <a:srgbClr val="D3A567">
                    <a:alpha val="24833"/>
                  </a:srgbClr>
                </a:gs>
                <a:gs pos="42857">
                  <a:srgbClr val="D3A567">
                    <a:alpha val="17075"/>
                  </a:srgbClr>
                </a:gs>
                <a:gs pos="57143">
                  <a:srgbClr val="D3A567">
                    <a:alpha val="9855"/>
                  </a:srgbClr>
                </a:gs>
                <a:gs pos="71429">
                  <a:srgbClr val="D3A567">
                    <a:alpha val="4740"/>
                  </a:srgbClr>
                </a:gs>
                <a:gs pos="85714">
                  <a:srgbClr val="D3A567">
                    <a:alpha val="1902"/>
                  </a:srgbClr>
                </a:gs>
                <a:gs pos="100000">
                  <a:srgbClr val="D3A56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plat 23"/>
            <p:cNvSpPr>
              <a:spLocks noGrp="1"/>
            </p:cNvSpPr>
            <p:nvPr/>
          </p:nvSpPr>
          <p:spPr>
            <a:xfrm rot="5400000">
              <a:off x="31885" y="126556"/>
              <a:ext cx="602456" cy="602456"/>
            </a:xfrm>
            <a:prstGeom prst="ellipse">
              <a:avLst/>
            </a:prstGeom>
            <a:gradFill>
              <a:gsLst>
                <a:gs pos="0">
                  <a:srgbClr val="D49773">
                    <a:alpha val="32968"/>
                  </a:srgbClr>
                </a:gs>
                <a:gs pos="14286">
                  <a:srgbClr val="D49773">
                    <a:alpha val="30764"/>
                  </a:srgbClr>
                </a:gs>
                <a:gs pos="28571">
                  <a:srgbClr val="D49773">
                    <a:alpha val="24833"/>
                  </a:srgbClr>
                </a:gs>
                <a:gs pos="42857">
                  <a:srgbClr val="D49773">
                    <a:alpha val="17075"/>
                  </a:srgbClr>
                </a:gs>
                <a:gs pos="57143">
                  <a:srgbClr val="D49773">
                    <a:alpha val="9855"/>
                  </a:srgbClr>
                </a:gs>
                <a:gs pos="71429">
                  <a:srgbClr val="D49773">
                    <a:alpha val="4740"/>
                  </a:srgbClr>
                </a:gs>
                <a:gs pos="85714">
                  <a:srgbClr val="D49773">
                    <a:alpha val="1902"/>
                  </a:srgbClr>
                </a:gs>
                <a:gs pos="100000">
                  <a:srgbClr val="D4977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Splat 24"/>
            <p:cNvSpPr>
              <a:spLocks noGrp="1"/>
            </p:cNvSpPr>
            <p:nvPr/>
          </p:nvSpPr>
          <p:spPr>
            <a:xfrm rot="5400000">
              <a:off x="318190" y="154677"/>
              <a:ext cx="602456" cy="602456"/>
            </a:xfrm>
            <a:prstGeom prst="ellipse">
              <a:avLst/>
            </a:prstGeom>
            <a:gradFill>
              <a:gsLst>
                <a:gs pos="0">
                  <a:srgbClr val="FAB4A0">
                    <a:alpha val="6405"/>
                  </a:srgbClr>
                </a:gs>
                <a:gs pos="14286">
                  <a:srgbClr val="FAB4A0">
                    <a:alpha val="5902"/>
                  </a:srgbClr>
                </a:gs>
                <a:gs pos="28571">
                  <a:srgbClr val="FAB4A0">
                    <a:alpha val="4614"/>
                  </a:srgbClr>
                </a:gs>
                <a:gs pos="42857">
                  <a:srgbClr val="FAB4A0">
                    <a:alpha val="3051"/>
                  </a:srgbClr>
                </a:gs>
                <a:gs pos="57143">
                  <a:srgbClr val="FAB4A0">
                    <a:alpha val="1702"/>
                  </a:srgbClr>
                </a:gs>
                <a:gs pos="71429">
                  <a:srgbClr val="FAB4A0">
                    <a:alpha val="800"/>
                  </a:srgbClr>
                </a:gs>
                <a:gs pos="85714">
                  <a:srgbClr val="FAB4A0">
                    <a:alpha val="317"/>
                  </a:srgbClr>
                </a:gs>
                <a:gs pos="100000">
                  <a:srgbClr val="FAB4A0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Splat 25"/>
            <p:cNvSpPr>
              <a:spLocks noGrp="1"/>
            </p:cNvSpPr>
            <p:nvPr/>
          </p:nvSpPr>
          <p:spPr>
            <a:xfrm rot="5400000">
              <a:off x="613152" y="64836"/>
              <a:ext cx="602456" cy="602456"/>
            </a:xfrm>
            <a:prstGeom prst="ellipse">
              <a:avLst/>
            </a:prstGeom>
            <a:gradFill>
              <a:gsLst>
                <a:gs pos="0">
                  <a:srgbClr val="E69699">
                    <a:alpha val="32968"/>
                  </a:srgbClr>
                </a:gs>
                <a:gs pos="14286">
                  <a:srgbClr val="E69699">
                    <a:alpha val="30764"/>
                  </a:srgbClr>
                </a:gs>
                <a:gs pos="28571">
                  <a:srgbClr val="E69699">
                    <a:alpha val="24833"/>
                  </a:srgbClr>
                </a:gs>
                <a:gs pos="42857">
                  <a:srgbClr val="E69699">
                    <a:alpha val="17075"/>
                  </a:srgbClr>
                </a:gs>
                <a:gs pos="57143">
                  <a:srgbClr val="E69699">
                    <a:alpha val="9855"/>
                  </a:srgbClr>
                </a:gs>
                <a:gs pos="71429">
                  <a:srgbClr val="E69699">
                    <a:alpha val="4740"/>
                  </a:srgbClr>
                </a:gs>
                <a:gs pos="85714">
                  <a:srgbClr val="E69699">
                    <a:alpha val="1902"/>
                  </a:srgbClr>
                </a:gs>
                <a:gs pos="100000">
                  <a:srgbClr val="E6969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Splat 26"/>
            <p:cNvSpPr>
              <a:spLocks noGrp="1"/>
            </p:cNvSpPr>
            <p:nvPr/>
          </p:nvSpPr>
          <p:spPr>
            <a:xfrm rot="5400000">
              <a:off x="886646" y="149857"/>
              <a:ext cx="602456" cy="602456"/>
            </a:xfrm>
            <a:prstGeom prst="ellipse">
              <a:avLst/>
            </a:prstGeom>
            <a:gradFill>
              <a:gsLst>
                <a:gs pos="0">
                  <a:srgbClr val="DA7788">
                    <a:alpha val="20017"/>
                  </a:srgbClr>
                </a:gs>
                <a:gs pos="14286">
                  <a:srgbClr val="DA7788">
                    <a:alpha val="18559"/>
                  </a:srgbClr>
                </a:gs>
                <a:gs pos="28571">
                  <a:srgbClr val="DA7788">
                    <a:alpha val="14734"/>
                  </a:srgbClr>
                </a:gs>
                <a:gs pos="42857">
                  <a:srgbClr val="DA7788">
                    <a:alpha val="9927"/>
                  </a:srgbClr>
                </a:gs>
                <a:gs pos="57143">
                  <a:srgbClr val="DA7788">
                    <a:alpha val="5629"/>
                  </a:srgbClr>
                </a:gs>
                <a:gs pos="71429">
                  <a:srgbClr val="DA7788">
                    <a:alpha val="2675"/>
                  </a:srgbClr>
                </a:gs>
                <a:gs pos="85714">
                  <a:srgbClr val="DA7788">
                    <a:alpha val="1067"/>
                  </a:srgbClr>
                </a:gs>
                <a:gs pos="100000">
                  <a:srgbClr val="DA7788">
                    <a:alpha val="3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Splat 27"/>
            <p:cNvSpPr>
              <a:spLocks noGrp="1"/>
            </p:cNvSpPr>
            <p:nvPr/>
          </p:nvSpPr>
          <p:spPr>
            <a:xfrm rot="5400000">
              <a:off x="1065708" y="60686"/>
              <a:ext cx="602456" cy="602456"/>
            </a:xfrm>
            <a:prstGeom prst="ellipse">
              <a:avLst/>
            </a:prstGeom>
            <a:gradFill>
              <a:gsLst>
                <a:gs pos="0">
                  <a:srgbClr val="FF4FCD">
                    <a:alpha val="4582"/>
                  </a:srgbClr>
                </a:gs>
                <a:gs pos="14286">
                  <a:srgbClr val="FF4FCD">
                    <a:alpha val="4219"/>
                  </a:srgbClr>
                </a:gs>
                <a:gs pos="28571">
                  <a:srgbClr val="FF4FCD">
                    <a:alpha val="3292"/>
                  </a:srgbClr>
                </a:gs>
                <a:gs pos="42857">
                  <a:srgbClr val="FF4FCD">
                    <a:alpha val="2171"/>
                  </a:srgbClr>
                </a:gs>
                <a:gs pos="57143">
                  <a:srgbClr val="FF4FCD">
                    <a:alpha val="1209"/>
                  </a:srgbClr>
                </a:gs>
                <a:gs pos="71429">
                  <a:srgbClr val="FF4FCD">
                    <a:alpha val="568"/>
                  </a:srgbClr>
                </a:gs>
                <a:gs pos="85714">
                  <a:srgbClr val="FF4FCD">
                    <a:alpha val="225"/>
                  </a:srgbClr>
                </a:gs>
                <a:gs pos="100000">
                  <a:srgbClr val="FF4FCD">
                    <a:alpha val="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Splat 28"/>
            <p:cNvSpPr>
              <a:spLocks noGrp="1"/>
            </p:cNvSpPr>
            <p:nvPr/>
          </p:nvSpPr>
          <p:spPr>
            <a:xfrm rot="5400000">
              <a:off x="1365892" y="35031"/>
              <a:ext cx="602456" cy="602456"/>
            </a:xfrm>
            <a:prstGeom prst="ellipse">
              <a:avLst/>
            </a:prstGeom>
            <a:gradFill>
              <a:gsLst>
                <a:gs pos="0">
                  <a:srgbClr val="D86C92">
                    <a:alpha val="32968"/>
                  </a:srgbClr>
                </a:gs>
                <a:gs pos="14286">
                  <a:srgbClr val="D86C92">
                    <a:alpha val="30764"/>
                  </a:srgbClr>
                </a:gs>
                <a:gs pos="28571">
                  <a:srgbClr val="D86C92">
                    <a:alpha val="24833"/>
                  </a:srgbClr>
                </a:gs>
                <a:gs pos="42857">
                  <a:srgbClr val="D86C92">
                    <a:alpha val="17075"/>
                  </a:srgbClr>
                </a:gs>
                <a:gs pos="57143">
                  <a:srgbClr val="D86C92">
                    <a:alpha val="9855"/>
                  </a:srgbClr>
                </a:gs>
                <a:gs pos="71429">
                  <a:srgbClr val="D86C92">
                    <a:alpha val="4740"/>
                  </a:srgbClr>
                </a:gs>
                <a:gs pos="85714">
                  <a:srgbClr val="D86C92">
                    <a:alpha val="1902"/>
                  </a:srgbClr>
                </a:gs>
                <a:gs pos="100000">
                  <a:srgbClr val="D86C9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Splat 29"/>
            <p:cNvSpPr>
              <a:spLocks noGrp="1"/>
            </p:cNvSpPr>
            <p:nvPr/>
          </p:nvSpPr>
          <p:spPr>
            <a:xfrm rot="5400000">
              <a:off x="1538765" y="12172"/>
              <a:ext cx="602456" cy="602456"/>
            </a:xfrm>
            <a:prstGeom prst="ellipse">
              <a:avLst/>
            </a:prstGeom>
            <a:gradFill>
              <a:gsLst>
                <a:gs pos="0">
                  <a:srgbClr val="D44593">
                    <a:alpha val="32968"/>
                  </a:srgbClr>
                </a:gs>
                <a:gs pos="14286">
                  <a:srgbClr val="D44593">
                    <a:alpha val="30764"/>
                  </a:srgbClr>
                </a:gs>
                <a:gs pos="28571">
                  <a:srgbClr val="D44593">
                    <a:alpha val="24833"/>
                  </a:srgbClr>
                </a:gs>
                <a:gs pos="42857">
                  <a:srgbClr val="D44593">
                    <a:alpha val="17075"/>
                  </a:srgbClr>
                </a:gs>
                <a:gs pos="57143">
                  <a:srgbClr val="D44593">
                    <a:alpha val="9855"/>
                  </a:srgbClr>
                </a:gs>
                <a:gs pos="71429">
                  <a:srgbClr val="D44593">
                    <a:alpha val="4740"/>
                  </a:srgbClr>
                </a:gs>
                <a:gs pos="85714">
                  <a:srgbClr val="D44593">
                    <a:alpha val="1902"/>
                  </a:srgbClr>
                </a:gs>
                <a:gs pos="100000">
                  <a:srgbClr val="D4459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Splat 30"/>
            <p:cNvSpPr>
              <a:spLocks noGrp="1"/>
            </p:cNvSpPr>
            <p:nvPr/>
          </p:nvSpPr>
          <p:spPr>
            <a:xfrm rot="5400000">
              <a:off x="2125254" y="145707"/>
              <a:ext cx="602456" cy="602456"/>
            </a:xfrm>
            <a:prstGeom prst="ellipse">
              <a:avLst/>
            </a:prstGeom>
            <a:gradFill>
              <a:gsLst>
                <a:gs pos="0">
                  <a:srgbClr val="D7FFFF">
                    <a:alpha val="5408"/>
                  </a:srgbClr>
                </a:gs>
                <a:gs pos="14286">
                  <a:srgbClr val="D7FFFF">
                    <a:alpha val="4981"/>
                  </a:srgbClr>
                </a:gs>
                <a:gs pos="28571">
                  <a:srgbClr val="D7FFFF">
                    <a:alpha val="3890"/>
                  </a:srgbClr>
                </a:gs>
                <a:gs pos="42857">
                  <a:srgbClr val="D7FFFF">
                    <a:alpha val="2569"/>
                  </a:srgbClr>
                </a:gs>
                <a:gs pos="57143">
                  <a:srgbClr val="D7FFFF">
                    <a:alpha val="1432"/>
                  </a:srgbClr>
                </a:gs>
                <a:gs pos="71429">
                  <a:srgbClr val="D7FFFF">
                    <a:alpha val="673"/>
                  </a:srgbClr>
                </a:gs>
                <a:gs pos="85714">
                  <a:srgbClr val="D7FFFF">
                    <a:alpha val="267"/>
                  </a:srgbClr>
                </a:gs>
                <a:gs pos="100000">
                  <a:srgbClr val="D7FFFF">
                    <a:alpha val="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Splat 31"/>
            <p:cNvSpPr>
              <a:spLocks noGrp="1"/>
            </p:cNvSpPr>
            <p:nvPr/>
          </p:nvSpPr>
          <p:spPr>
            <a:xfrm rot="5400000">
              <a:off x="2336820" y="109104"/>
              <a:ext cx="602456" cy="602456"/>
            </a:xfrm>
            <a:prstGeom prst="ellipse">
              <a:avLst/>
            </a:prstGeom>
            <a:gradFill>
              <a:gsLst>
                <a:gs pos="0">
                  <a:srgbClr val="EC5BB9">
                    <a:alpha val="30510"/>
                  </a:srgbClr>
                </a:gs>
                <a:gs pos="14286">
                  <a:srgbClr val="EC5BB9">
                    <a:alpha val="28434"/>
                  </a:srgbClr>
                </a:gs>
                <a:gs pos="28571">
                  <a:srgbClr val="EC5BB9">
                    <a:alpha val="22876"/>
                  </a:srgbClr>
                </a:gs>
                <a:gs pos="42857">
                  <a:srgbClr val="EC5BB9">
                    <a:alpha val="15666"/>
                  </a:srgbClr>
                </a:gs>
                <a:gs pos="57143">
                  <a:srgbClr val="EC5BB9">
                    <a:alpha val="9009"/>
                  </a:srgbClr>
                </a:gs>
                <a:gs pos="71429">
                  <a:srgbClr val="EC5BB9">
                    <a:alpha val="4323"/>
                  </a:srgbClr>
                </a:gs>
                <a:gs pos="85714">
                  <a:srgbClr val="EC5BB9">
                    <a:alpha val="1732"/>
                  </a:srgbClr>
                </a:gs>
                <a:gs pos="100000">
                  <a:srgbClr val="EC5BB9">
                    <a:alpha val="5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Splat 32"/>
            <p:cNvSpPr>
              <a:spLocks noGrp="1"/>
            </p:cNvSpPr>
            <p:nvPr/>
          </p:nvSpPr>
          <p:spPr>
            <a:xfrm rot="5400000">
              <a:off x="2536456" y="30676"/>
              <a:ext cx="602456" cy="602456"/>
            </a:xfrm>
            <a:prstGeom prst="ellipse">
              <a:avLst/>
            </a:prstGeom>
            <a:gradFill>
              <a:gsLst>
                <a:gs pos="0">
                  <a:srgbClr val="D14F94">
                    <a:alpha val="27298"/>
                  </a:srgbClr>
                </a:gs>
                <a:gs pos="14286">
                  <a:srgbClr val="D14F94">
                    <a:alpha val="25399"/>
                  </a:srgbClr>
                </a:gs>
                <a:gs pos="28571">
                  <a:srgbClr val="D14F94">
                    <a:alpha val="20348"/>
                  </a:srgbClr>
                </a:gs>
                <a:gs pos="42857">
                  <a:srgbClr val="D14F94">
                    <a:alpha val="13863"/>
                  </a:srgbClr>
                </a:gs>
                <a:gs pos="57143">
                  <a:srgbClr val="D14F94">
                    <a:alpha val="7936"/>
                  </a:srgbClr>
                </a:gs>
                <a:gs pos="71429">
                  <a:srgbClr val="D14F94">
                    <a:alpha val="3797"/>
                  </a:srgbClr>
                </a:gs>
                <a:gs pos="85714">
                  <a:srgbClr val="D14F94">
                    <a:alpha val="1519"/>
                  </a:srgbClr>
                </a:gs>
                <a:gs pos="100000">
                  <a:srgbClr val="D14F94">
                    <a:alpha val="5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Splat 33"/>
            <p:cNvSpPr>
              <a:spLocks noGrp="1"/>
            </p:cNvSpPr>
            <p:nvPr/>
          </p:nvSpPr>
          <p:spPr>
            <a:xfrm rot="5400000">
              <a:off x="2874885" y="92244"/>
              <a:ext cx="602456" cy="602456"/>
            </a:xfrm>
            <a:prstGeom prst="ellipse">
              <a:avLst/>
            </a:prstGeom>
            <a:gradFill>
              <a:gsLst>
                <a:gs pos="0">
                  <a:srgbClr val="CB438E">
                    <a:alpha val="32968"/>
                  </a:srgbClr>
                </a:gs>
                <a:gs pos="14286">
                  <a:srgbClr val="CB438E">
                    <a:alpha val="30764"/>
                  </a:srgbClr>
                </a:gs>
                <a:gs pos="28571">
                  <a:srgbClr val="CB438E">
                    <a:alpha val="24833"/>
                  </a:srgbClr>
                </a:gs>
                <a:gs pos="42857">
                  <a:srgbClr val="CB438E">
                    <a:alpha val="17075"/>
                  </a:srgbClr>
                </a:gs>
                <a:gs pos="57143">
                  <a:srgbClr val="CB438E">
                    <a:alpha val="9855"/>
                  </a:srgbClr>
                </a:gs>
                <a:gs pos="71429">
                  <a:srgbClr val="CB438E">
                    <a:alpha val="4740"/>
                  </a:srgbClr>
                </a:gs>
                <a:gs pos="85714">
                  <a:srgbClr val="CB438E">
                    <a:alpha val="1902"/>
                  </a:srgbClr>
                </a:gs>
                <a:gs pos="100000">
                  <a:srgbClr val="CB438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Splat 34"/>
            <p:cNvSpPr>
              <a:spLocks noGrp="1"/>
            </p:cNvSpPr>
            <p:nvPr/>
          </p:nvSpPr>
          <p:spPr>
            <a:xfrm rot="5400000">
              <a:off x="3109878" y="142991"/>
              <a:ext cx="602456" cy="602456"/>
            </a:xfrm>
            <a:prstGeom prst="ellipse">
              <a:avLst/>
            </a:prstGeom>
            <a:gradFill>
              <a:gsLst>
                <a:gs pos="0">
                  <a:srgbClr val="C8008F">
                    <a:alpha val="32968"/>
                  </a:srgbClr>
                </a:gs>
                <a:gs pos="14286">
                  <a:srgbClr val="C8008F">
                    <a:alpha val="30764"/>
                  </a:srgbClr>
                </a:gs>
                <a:gs pos="28571">
                  <a:srgbClr val="C8008F">
                    <a:alpha val="24833"/>
                  </a:srgbClr>
                </a:gs>
                <a:gs pos="42857">
                  <a:srgbClr val="C8008F">
                    <a:alpha val="17075"/>
                  </a:srgbClr>
                </a:gs>
                <a:gs pos="57143">
                  <a:srgbClr val="C8008F">
                    <a:alpha val="9855"/>
                  </a:srgbClr>
                </a:gs>
                <a:gs pos="71429">
                  <a:srgbClr val="C8008F">
                    <a:alpha val="4740"/>
                  </a:srgbClr>
                </a:gs>
                <a:gs pos="85714">
                  <a:srgbClr val="C8008F">
                    <a:alpha val="1902"/>
                  </a:srgbClr>
                </a:gs>
                <a:gs pos="100000">
                  <a:srgbClr val="C8008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Splat 35"/>
            <p:cNvSpPr>
              <a:spLocks noGrp="1"/>
            </p:cNvSpPr>
            <p:nvPr/>
          </p:nvSpPr>
          <p:spPr>
            <a:xfrm rot="5400000">
              <a:off x="3373137" y="106486"/>
              <a:ext cx="602456" cy="602456"/>
            </a:xfrm>
            <a:prstGeom prst="ellipse">
              <a:avLst/>
            </a:prstGeom>
            <a:gradFill>
              <a:gsLst>
                <a:gs pos="0">
                  <a:srgbClr val="BC007A">
                    <a:alpha val="32968"/>
                  </a:srgbClr>
                </a:gs>
                <a:gs pos="14286">
                  <a:srgbClr val="BC007A">
                    <a:alpha val="30764"/>
                  </a:srgbClr>
                </a:gs>
                <a:gs pos="28571">
                  <a:srgbClr val="BC007A">
                    <a:alpha val="24833"/>
                  </a:srgbClr>
                </a:gs>
                <a:gs pos="42857">
                  <a:srgbClr val="BC007A">
                    <a:alpha val="17075"/>
                  </a:srgbClr>
                </a:gs>
                <a:gs pos="57143">
                  <a:srgbClr val="BC007A">
                    <a:alpha val="9855"/>
                  </a:srgbClr>
                </a:gs>
                <a:gs pos="71429">
                  <a:srgbClr val="BC007A">
                    <a:alpha val="4740"/>
                  </a:srgbClr>
                </a:gs>
                <a:gs pos="85714">
                  <a:srgbClr val="BC007A">
                    <a:alpha val="1902"/>
                  </a:srgbClr>
                </a:gs>
                <a:gs pos="100000">
                  <a:srgbClr val="BC007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Splat 36"/>
            <p:cNvSpPr>
              <a:spLocks noGrp="1"/>
            </p:cNvSpPr>
            <p:nvPr/>
          </p:nvSpPr>
          <p:spPr>
            <a:xfrm rot="5400000">
              <a:off x="3612657" y="63383"/>
              <a:ext cx="602456" cy="602456"/>
            </a:xfrm>
            <a:prstGeom prst="ellipse">
              <a:avLst/>
            </a:prstGeom>
            <a:gradFill>
              <a:gsLst>
                <a:gs pos="0">
                  <a:srgbClr val="B5277E">
                    <a:alpha val="32968"/>
                  </a:srgbClr>
                </a:gs>
                <a:gs pos="14286">
                  <a:srgbClr val="B5277E">
                    <a:alpha val="30764"/>
                  </a:srgbClr>
                </a:gs>
                <a:gs pos="28571">
                  <a:srgbClr val="B5277E">
                    <a:alpha val="24833"/>
                  </a:srgbClr>
                </a:gs>
                <a:gs pos="42857">
                  <a:srgbClr val="B5277E">
                    <a:alpha val="17075"/>
                  </a:srgbClr>
                </a:gs>
                <a:gs pos="57143">
                  <a:srgbClr val="B5277E">
                    <a:alpha val="9855"/>
                  </a:srgbClr>
                </a:gs>
                <a:gs pos="71429">
                  <a:srgbClr val="B5277E">
                    <a:alpha val="4740"/>
                  </a:srgbClr>
                </a:gs>
                <a:gs pos="85714">
                  <a:srgbClr val="B5277E">
                    <a:alpha val="1902"/>
                  </a:srgbClr>
                </a:gs>
                <a:gs pos="100000">
                  <a:srgbClr val="B5277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Splat 37"/>
            <p:cNvSpPr>
              <a:spLocks noGrp="1"/>
            </p:cNvSpPr>
            <p:nvPr/>
          </p:nvSpPr>
          <p:spPr>
            <a:xfrm rot="5400000">
              <a:off x="3778030" y="86308"/>
              <a:ext cx="602456" cy="602456"/>
            </a:xfrm>
            <a:prstGeom prst="ellipse">
              <a:avLst/>
            </a:prstGeom>
            <a:gradFill>
              <a:gsLst>
                <a:gs pos="0">
                  <a:srgbClr val="C31B9E">
                    <a:alpha val="32968"/>
                  </a:srgbClr>
                </a:gs>
                <a:gs pos="14286">
                  <a:srgbClr val="C31B9E">
                    <a:alpha val="30764"/>
                  </a:srgbClr>
                </a:gs>
                <a:gs pos="28571">
                  <a:srgbClr val="C31B9E">
                    <a:alpha val="24833"/>
                  </a:srgbClr>
                </a:gs>
                <a:gs pos="42857">
                  <a:srgbClr val="C31B9E">
                    <a:alpha val="17075"/>
                  </a:srgbClr>
                </a:gs>
                <a:gs pos="57143">
                  <a:srgbClr val="C31B9E">
                    <a:alpha val="9855"/>
                  </a:srgbClr>
                </a:gs>
                <a:gs pos="71429">
                  <a:srgbClr val="C31B9E">
                    <a:alpha val="4740"/>
                  </a:srgbClr>
                </a:gs>
                <a:gs pos="85714">
                  <a:srgbClr val="C31B9E">
                    <a:alpha val="1902"/>
                  </a:srgbClr>
                </a:gs>
                <a:gs pos="100000">
                  <a:srgbClr val="C31B9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Splat 38"/>
            <p:cNvSpPr>
              <a:spLocks noGrp="1"/>
            </p:cNvSpPr>
            <p:nvPr/>
          </p:nvSpPr>
          <p:spPr>
            <a:xfrm rot="5400000">
              <a:off x="4060001" y="81440"/>
              <a:ext cx="602456" cy="602456"/>
            </a:xfrm>
            <a:prstGeom prst="ellipse">
              <a:avLst/>
            </a:prstGeom>
            <a:gradFill>
              <a:gsLst>
                <a:gs pos="0">
                  <a:srgbClr val="E9B0FF">
                    <a:alpha val="32968"/>
                  </a:srgbClr>
                </a:gs>
                <a:gs pos="14286">
                  <a:srgbClr val="E9B0FF">
                    <a:alpha val="30764"/>
                  </a:srgbClr>
                </a:gs>
                <a:gs pos="28571">
                  <a:srgbClr val="E9B0FF">
                    <a:alpha val="24833"/>
                  </a:srgbClr>
                </a:gs>
                <a:gs pos="42857">
                  <a:srgbClr val="E9B0FF">
                    <a:alpha val="17075"/>
                  </a:srgbClr>
                </a:gs>
                <a:gs pos="57143">
                  <a:srgbClr val="E9B0FF">
                    <a:alpha val="9855"/>
                  </a:srgbClr>
                </a:gs>
                <a:gs pos="71429">
                  <a:srgbClr val="E9B0FF">
                    <a:alpha val="4740"/>
                  </a:srgbClr>
                </a:gs>
                <a:gs pos="85714">
                  <a:srgbClr val="E9B0FF">
                    <a:alpha val="1902"/>
                  </a:srgbClr>
                </a:gs>
                <a:gs pos="100000">
                  <a:srgbClr val="E9B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Splat 39"/>
            <p:cNvSpPr>
              <a:spLocks noGrp="1"/>
            </p:cNvSpPr>
            <p:nvPr/>
          </p:nvSpPr>
          <p:spPr>
            <a:xfrm rot="5400000">
              <a:off x="-117426" y="316936"/>
              <a:ext cx="602456" cy="602456"/>
            </a:xfrm>
            <a:prstGeom prst="ellipse">
              <a:avLst/>
            </a:prstGeom>
            <a:gradFill>
              <a:gsLst>
                <a:gs pos="0">
                  <a:srgbClr val="D48A63">
                    <a:alpha val="32968"/>
                  </a:srgbClr>
                </a:gs>
                <a:gs pos="14286">
                  <a:srgbClr val="D48A63">
                    <a:alpha val="30764"/>
                  </a:srgbClr>
                </a:gs>
                <a:gs pos="28571">
                  <a:srgbClr val="D48A63">
                    <a:alpha val="24833"/>
                  </a:srgbClr>
                </a:gs>
                <a:gs pos="42857">
                  <a:srgbClr val="D48A63">
                    <a:alpha val="17075"/>
                  </a:srgbClr>
                </a:gs>
                <a:gs pos="57143">
                  <a:srgbClr val="D48A63">
                    <a:alpha val="9855"/>
                  </a:srgbClr>
                </a:gs>
                <a:gs pos="71429">
                  <a:srgbClr val="D48A63">
                    <a:alpha val="4740"/>
                  </a:srgbClr>
                </a:gs>
                <a:gs pos="85714">
                  <a:srgbClr val="D48A63">
                    <a:alpha val="1902"/>
                  </a:srgbClr>
                </a:gs>
                <a:gs pos="100000">
                  <a:srgbClr val="D48A6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Splat 40"/>
            <p:cNvSpPr>
              <a:spLocks noGrp="1"/>
            </p:cNvSpPr>
            <p:nvPr/>
          </p:nvSpPr>
          <p:spPr>
            <a:xfrm rot="5400000">
              <a:off x="4280" y="325128"/>
              <a:ext cx="602456" cy="602456"/>
            </a:xfrm>
            <a:prstGeom prst="ellipse">
              <a:avLst/>
            </a:prstGeom>
            <a:gradFill>
              <a:gsLst>
                <a:gs pos="0">
                  <a:srgbClr val="D9937D">
                    <a:alpha val="28464"/>
                  </a:srgbClr>
                </a:gs>
                <a:gs pos="14286">
                  <a:srgbClr val="D9937D">
                    <a:alpha val="26499"/>
                  </a:srgbClr>
                </a:gs>
                <a:gs pos="28571">
                  <a:srgbClr val="D9937D">
                    <a:alpha val="21262"/>
                  </a:srgbClr>
                </a:gs>
                <a:gs pos="42857">
                  <a:srgbClr val="D9937D">
                    <a:alpha val="14512"/>
                  </a:srgbClr>
                </a:gs>
                <a:gs pos="57143">
                  <a:srgbClr val="D9937D">
                    <a:alpha val="8321"/>
                  </a:srgbClr>
                </a:gs>
                <a:gs pos="71429">
                  <a:srgbClr val="D9937D">
                    <a:alpha val="3985"/>
                  </a:srgbClr>
                </a:gs>
                <a:gs pos="85714">
                  <a:srgbClr val="D9937D">
                    <a:alpha val="1595"/>
                  </a:srgbClr>
                </a:gs>
                <a:gs pos="100000">
                  <a:srgbClr val="D9937D">
                    <a:alpha val="5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Splat 41"/>
            <p:cNvSpPr>
              <a:spLocks noGrp="1"/>
            </p:cNvSpPr>
            <p:nvPr/>
          </p:nvSpPr>
          <p:spPr>
            <a:xfrm rot="5400000">
              <a:off x="294687" y="390834"/>
              <a:ext cx="602456" cy="602456"/>
            </a:xfrm>
            <a:prstGeom prst="ellipse">
              <a:avLst/>
            </a:prstGeom>
            <a:gradFill>
              <a:gsLst>
                <a:gs pos="0">
                  <a:srgbClr val="DF8377">
                    <a:alpha val="30356"/>
                  </a:srgbClr>
                </a:gs>
                <a:gs pos="14286">
                  <a:srgbClr val="DF8377">
                    <a:alpha val="28288"/>
                  </a:srgbClr>
                </a:gs>
                <a:gs pos="28571">
                  <a:srgbClr val="DF8377">
                    <a:alpha val="22754"/>
                  </a:srgbClr>
                </a:gs>
                <a:gs pos="42857">
                  <a:srgbClr val="DF8377">
                    <a:alpha val="15578"/>
                  </a:srgbClr>
                </a:gs>
                <a:gs pos="57143">
                  <a:srgbClr val="DF8377">
                    <a:alpha val="8957"/>
                  </a:srgbClr>
                </a:gs>
                <a:gs pos="71429">
                  <a:srgbClr val="DF8377">
                    <a:alpha val="4297"/>
                  </a:srgbClr>
                </a:gs>
                <a:gs pos="85714">
                  <a:srgbClr val="DF8377">
                    <a:alpha val="1722"/>
                  </a:srgbClr>
                </a:gs>
                <a:gs pos="100000">
                  <a:srgbClr val="DF8377">
                    <a:alpha val="5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Splat 42"/>
            <p:cNvSpPr>
              <a:spLocks noGrp="1"/>
            </p:cNvSpPr>
            <p:nvPr/>
          </p:nvSpPr>
          <p:spPr>
            <a:xfrm rot="5400000">
              <a:off x="589701" y="411896"/>
              <a:ext cx="602456" cy="602456"/>
            </a:xfrm>
            <a:prstGeom prst="ellipse">
              <a:avLst/>
            </a:prstGeom>
            <a:gradFill>
              <a:gsLst>
                <a:gs pos="0">
                  <a:srgbClr val="E98691">
                    <a:alpha val="32968"/>
                  </a:srgbClr>
                </a:gs>
                <a:gs pos="14286">
                  <a:srgbClr val="E98691">
                    <a:alpha val="30764"/>
                  </a:srgbClr>
                </a:gs>
                <a:gs pos="28571">
                  <a:srgbClr val="E98691">
                    <a:alpha val="24833"/>
                  </a:srgbClr>
                </a:gs>
                <a:gs pos="42857">
                  <a:srgbClr val="E98691">
                    <a:alpha val="17075"/>
                  </a:srgbClr>
                </a:gs>
                <a:gs pos="57143">
                  <a:srgbClr val="E98691">
                    <a:alpha val="9855"/>
                  </a:srgbClr>
                </a:gs>
                <a:gs pos="71429">
                  <a:srgbClr val="E98691">
                    <a:alpha val="4740"/>
                  </a:srgbClr>
                </a:gs>
                <a:gs pos="85714">
                  <a:srgbClr val="E98691">
                    <a:alpha val="1902"/>
                  </a:srgbClr>
                </a:gs>
                <a:gs pos="100000">
                  <a:srgbClr val="E9869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Splat 43"/>
            <p:cNvSpPr>
              <a:spLocks noGrp="1"/>
            </p:cNvSpPr>
            <p:nvPr/>
          </p:nvSpPr>
          <p:spPr>
            <a:xfrm rot="5400000">
              <a:off x="859149" y="346712"/>
              <a:ext cx="602456" cy="602456"/>
            </a:xfrm>
            <a:prstGeom prst="ellipse">
              <a:avLst/>
            </a:prstGeom>
            <a:gradFill>
              <a:gsLst>
                <a:gs pos="0">
                  <a:srgbClr val="E7798D">
                    <a:alpha val="30204"/>
                  </a:srgbClr>
                </a:gs>
                <a:gs pos="14286">
                  <a:srgbClr val="E7798D">
                    <a:alpha val="28144"/>
                  </a:srgbClr>
                </a:gs>
                <a:gs pos="28571">
                  <a:srgbClr val="E7798D">
                    <a:alpha val="22634"/>
                  </a:srgbClr>
                </a:gs>
                <a:gs pos="42857">
                  <a:srgbClr val="E7798D">
                    <a:alpha val="15492"/>
                  </a:srgbClr>
                </a:gs>
                <a:gs pos="57143">
                  <a:srgbClr val="E7798D">
                    <a:alpha val="8905"/>
                  </a:srgbClr>
                </a:gs>
                <a:gs pos="71429">
                  <a:srgbClr val="E7798D">
                    <a:alpha val="4272"/>
                  </a:srgbClr>
                </a:gs>
                <a:gs pos="85714">
                  <a:srgbClr val="E7798D">
                    <a:alpha val="1712"/>
                  </a:srgbClr>
                </a:gs>
                <a:gs pos="100000">
                  <a:srgbClr val="E7798D">
                    <a:alpha val="5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Splat 44"/>
            <p:cNvSpPr>
              <a:spLocks noGrp="1"/>
            </p:cNvSpPr>
            <p:nvPr/>
          </p:nvSpPr>
          <p:spPr>
            <a:xfrm rot="5400000">
              <a:off x="1135543" y="305373"/>
              <a:ext cx="602456" cy="602456"/>
            </a:xfrm>
            <a:prstGeom prst="ellipse">
              <a:avLst/>
            </a:prstGeom>
            <a:gradFill>
              <a:gsLst>
                <a:gs pos="0">
                  <a:srgbClr val="E800AB">
                    <a:alpha val="10650"/>
                  </a:srgbClr>
                </a:gs>
                <a:gs pos="14286">
                  <a:srgbClr val="E800AB">
                    <a:alpha val="9832"/>
                  </a:srgbClr>
                </a:gs>
                <a:gs pos="28571">
                  <a:srgbClr val="E800AB">
                    <a:alpha val="7721"/>
                  </a:srgbClr>
                </a:gs>
                <a:gs pos="42857">
                  <a:srgbClr val="E800AB">
                    <a:alpha val="5134"/>
                  </a:srgbClr>
                </a:gs>
                <a:gs pos="57143">
                  <a:srgbClr val="E800AB">
                    <a:alpha val="2878"/>
                  </a:srgbClr>
                </a:gs>
                <a:gs pos="71429">
                  <a:srgbClr val="E800AB">
                    <a:alpha val="1358"/>
                  </a:srgbClr>
                </a:gs>
                <a:gs pos="85714">
                  <a:srgbClr val="E800AB">
                    <a:alpha val="539"/>
                  </a:srgbClr>
                </a:gs>
                <a:gs pos="100000">
                  <a:srgbClr val="E800AB">
                    <a:alpha val="1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Splat 45"/>
            <p:cNvSpPr>
              <a:spLocks noGrp="1"/>
            </p:cNvSpPr>
            <p:nvPr/>
          </p:nvSpPr>
          <p:spPr>
            <a:xfrm rot="5400000">
              <a:off x="2034739" y="39677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95FF">
                    <a:alpha val="9524"/>
                  </a:srgbClr>
                </a:gs>
                <a:gs pos="14286">
                  <a:srgbClr val="0095FF">
                    <a:alpha val="8789"/>
                  </a:srgbClr>
                </a:gs>
                <a:gs pos="28571">
                  <a:srgbClr val="0095FF">
                    <a:alpha val="6894"/>
                  </a:srgbClr>
                </a:gs>
                <a:gs pos="42857">
                  <a:srgbClr val="0095FF">
                    <a:alpha val="4577"/>
                  </a:srgbClr>
                </a:gs>
                <a:gs pos="57143">
                  <a:srgbClr val="0095FF">
                    <a:alpha val="2563"/>
                  </a:srgbClr>
                </a:gs>
                <a:gs pos="71429">
                  <a:srgbClr val="0095FF">
                    <a:alpha val="1208"/>
                  </a:srgbClr>
                </a:gs>
                <a:gs pos="85714">
                  <a:srgbClr val="0095FF">
                    <a:alpha val="479"/>
                  </a:srgbClr>
                </a:gs>
                <a:gs pos="100000">
                  <a:srgbClr val="0095FF">
                    <a:alpha val="1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Splat 46"/>
            <p:cNvSpPr>
              <a:spLocks noGrp="1"/>
            </p:cNvSpPr>
            <p:nvPr/>
          </p:nvSpPr>
          <p:spPr>
            <a:xfrm rot="5400000">
              <a:off x="2334731" y="342332"/>
              <a:ext cx="602456" cy="602456"/>
            </a:xfrm>
            <a:prstGeom prst="ellipse">
              <a:avLst/>
            </a:prstGeom>
            <a:gradFill>
              <a:gsLst>
                <a:gs pos="0">
                  <a:srgbClr val="90FFFF">
                    <a:alpha val="7781"/>
                  </a:srgbClr>
                </a:gs>
                <a:gs pos="14286">
                  <a:srgbClr val="90FFFF">
                    <a:alpha val="7175"/>
                  </a:srgbClr>
                </a:gs>
                <a:gs pos="28571">
                  <a:srgbClr val="90FFFF">
                    <a:alpha val="5617"/>
                  </a:srgbClr>
                </a:gs>
                <a:gs pos="42857">
                  <a:srgbClr val="90FFFF">
                    <a:alpha val="3721"/>
                  </a:srgbClr>
                </a:gs>
                <a:gs pos="57143">
                  <a:srgbClr val="90FFFF">
                    <a:alpha val="2079"/>
                  </a:srgbClr>
                </a:gs>
                <a:gs pos="71429">
                  <a:srgbClr val="90FFFF">
                    <a:alpha val="979"/>
                  </a:srgbClr>
                </a:gs>
                <a:gs pos="85714">
                  <a:srgbClr val="90FFFF">
                    <a:alpha val="388"/>
                  </a:srgbClr>
                </a:gs>
                <a:gs pos="100000">
                  <a:srgbClr val="90FFFF">
                    <a:alpha val="1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Splat 47"/>
            <p:cNvSpPr>
              <a:spLocks noGrp="1"/>
            </p:cNvSpPr>
            <p:nvPr/>
          </p:nvSpPr>
          <p:spPr>
            <a:xfrm rot="5400000">
              <a:off x="2824689" y="291677"/>
              <a:ext cx="602456" cy="602456"/>
            </a:xfrm>
            <a:prstGeom prst="ellipse">
              <a:avLst/>
            </a:prstGeom>
            <a:gradFill>
              <a:gsLst>
                <a:gs pos="0">
                  <a:srgbClr val="D24EA2">
                    <a:alpha val="32968"/>
                  </a:srgbClr>
                </a:gs>
                <a:gs pos="14286">
                  <a:srgbClr val="D24EA2">
                    <a:alpha val="30764"/>
                  </a:srgbClr>
                </a:gs>
                <a:gs pos="28571">
                  <a:srgbClr val="D24EA2">
                    <a:alpha val="24833"/>
                  </a:srgbClr>
                </a:gs>
                <a:gs pos="42857">
                  <a:srgbClr val="D24EA2">
                    <a:alpha val="17075"/>
                  </a:srgbClr>
                </a:gs>
                <a:gs pos="57143">
                  <a:srgbClr val="D24EA2">
                    <a:alpha val="9855"/>
                  </a:srgbClr>
                </a:gs>
                <a:gs pos="71429">
                  <a:srgbClr val="D24EA2">
                    <a:alpha val="4740"/>
                  </a:srgbClr>
                </a:gs>
                <a:gs pos="85714">
                  <a:srgbClr val="D24EA2">
                    <a:alpha val="1902"/>
                  </a:srgbClr>
                </a:gs>
                <a:gs pos="100000">
                  <a:srgbClr val="D24EA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Splat 48"/>
            <p:cNvSpPr>
              <a:spLocks noGrp="1"/>
            </p:cNvSpPr>
            <p:nvPr/>
          </p:nvSpPr>
          <p:spPr>
            <a:xfrm rot="5400000">
              <a:off x="3036655" y="442631"/>
              <a:ext cx="602456" cy="602456"/>
            </a:xfrm>
            <a:prstGeom prst="ellipse">
              <a:avLst/>
            </a:prstGeom>
            <a:gradFill>
              <a:gsLst>
                <a:gs pos="0">
                  <a:srgbClr val="CC418F">
                    <a:alpha val="32968"/>
                  </a:srgbClr>
                </a:gs>
                <a:gs pos="14286">
                  <a:srgbClr val="CC418F">
                    <a:alpha val="30764"/>
                  </a:srgbClr>
                </a:gs>
                <a:gs pos="28571">
                  <a:srgbClr val="CC418F">
                    <a:alpha val="24833"/>
                  </a:srgbClr>
                </a:gs>
                <a:gs pos="42857">
                  <a:srgbClr val="CC418F">
                    <a:alpha val="17075"/>
                  </a:srgbClr>
                </a:gs>
                <a:gs pos="57143">
                  <a:srgbClr val="CC418F">
                    <a:alpha val="9855"/>
                  </a:srgbClr>
                </a:gs>
                <a:gs pos="71429">
                  <a:srgbClr val="CC418F">
                    <a:alpha val="4740"/>
                  </a:srgbClr>
                </a:gs>
                <a:gs pos="85714">
                  <a:srgbClr val="CC418F">
                    <a:alpha val="1902"/>
                  </a:srgbClr>
                </a:gs>
                <a:gs pos="100000">
                  <a:srgbClr val="CC418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Splat 49"/>
            <p:cNvSpPr>
              <a:spLocks noGrp="1"/>
            </p:cNvSpPr>
            <p:nvPr/>
          </p:nvSpPr>
          <p:spPr>
            <a:xfrm rot="5400000">
              <a:off x="3417975" y="397359"/>
              <a:ext cx="602456" cy="602456"/>
            </a:xfrm>
            <a:prstGeom prst="ellipse">
              <a:avLst/>
            </a:prstGeom>
            <a:gradFill>
              <a:gsLst>
                <a:gs pos="0">
                  <a:srgbClr val="BC247D">
                    <a:alpha val="32968"/>
                  </a:srgbClr>
                </a:gs>
                <a:gs pos="14286">
                  <a:srgbClr val="BC247D">
                    <a:alpha val="30764"/>
                  </a:srgbClr>
                </a:gs>
                <a:gs pos="28571">
                  <a:srgbClr val="BC247D">
                    <a:alpha val="24833"/>
                  </a:srgbClr>
                </a:gs>
                <a:gs pos="42857">
                  <a:srgbClr val="BC247D">
                    <a:alpha val="17075"/>
                  </a:srgbClr>
                </a:gs>
                <a:gs pos="57143">
                  <a:srgbClr val="BC247D">
                    <a:alpha val="9855"/>
                  </a:srgbClr>
                </a:gs>
                <a:gs pos="71429">
                  <a:srgbClr val="BC247D">
                    <a:alpha val="4740"/>
                  </a:srgbClr>
                </a:gs>
                <a:gs pos="85714">
                  <a:srgbClr val="BC247D">
                    <a:alpha val="1902"/>
                  </a:srgbClr>
                </a:gs>
                <a:gs pos="100000">
                  <a:srgbClr val="BC247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Splat 50"/>
            <p:cNvSpPr>
              <a:spLocks noGrp="1"/>
            </p:cNvSpPr>
            <p:nvPr/>
          </p:nvSpPr>
          <p:spPr>
            <a:xfrm rot="5400000">
              <a:off x="3564631" y="443887"/>
              <a:ext cx="602456" cy="602456"/>
            </a:xfrm>
            <a:prstGeom prst="ellipse">
              <a:avLst/>
            </a:prstGeom>
            <a:gradFill>
              <a:gsLst>
                <a:gs pos="0">
                  <a:srgbClr val="B9136F">
                    <a:alpha val="32968"/>
                  </a:srgbClr>
                </a:gs>
                <a:gs pos="14286">
                  <a:srgbClr val="B9136F">
                    <a:alpha val="30764"/>
                  </a:srgbClr>
                </a:gs>
                <a:gs pos="28571">
                  <a:srgbClr val="B9136F">
                    <a:alpha val="24833"/>
                  </a:srgbClr>
                </a:gs>
                <a:gs pos="42857">
                  <a:srgbClr val="B9136F">
                    <a:alpha val="17075"/>
                  </a:srgbClr>
                </a:gs>
                <a:gs pos="57143">
                  <a:srgbClr val="B9136F">
                    <a:alpha val="9855"/>
                  </a:srgbClr>
                </a:gs>
                <a:gs pos="71429">
                  <a:srgbClr val="B9136F">
                    <a:alpha val="4740"/>
                  </a:srgbClr>
                </a:gs>
                <a:gs pos="85714">
                  <a:srgbClr val="B9136F">
                    <a:alpha val="1902"/>
                  </a:srgbClr>
                </a:gs>
                <a:gs pos="100000">
                  <a:srgbClr val="B9136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Splat 51"/>
            <p:cNvSpPr>
              <a:spLocks noGrp="1"/>
            </p:cNvSpPr>
            <p:nvPr/>
          </p:nvSpPr>
          <p:spPr>
            <a:xfrm rot="5400000">
              <a:off x="3900485" y="400326"/>
              <a:ext cx="602456" cy="602456"/>
            </a:xfrm>
            <a:prstGeom prst="ellipse">
              <a:avLst/>
            </a:prstGeom>
            <a:gradFill>
              <a:gsLst>
                <a:gs pos="0">
                  <a:srgbClr val="E18BFF">
                    <a:alpha val="15921"/>
                  </a:srgbClr>
                </a:gs>
                <a:gs pos="14286">
                  <a:srgbClr val="E18BFF">
                    <a:alpha val="14734"/>
                  </a:srgbClr>
                </a:gs>
                <a:gs pos="28571">
                  <a:srgbClr val="E18BFF">
                    <a:alpha val="11641"/>
                  </a:srgbClr>
                </a:gs>
                <a:gs pos="42857">
                  <a:srgbClr val="E18BFF">
                    <a:alpha val="7797"/>
                  </a:srgbClr>
                </a:gs>
                <a:gs pos="57143">
                  <a:srgbClr val="E18BFF">
                    <a:alpha val="4398"/>
                  </a:srgbClr>
                </a:gs>
                <a:gs pos="71429">
                  <a:srgbClr val="E18BFF">
                    <a:alpha val="2083"/>
                  </a:srgbClr>
                </a:gs>
                <a:gs pos="85714">
                  <a:srgbClr val="E18BFF">
                    <a:alpha val="829"/>
                  </a:srgbClr>
                </a:gs>
                <a:gs pos="100000">
                  <a:srgbClr val="E18BFF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Splat 52"/>
            <p:cNvSpPr>
              <a:spLocks noGrp="1"/>
            </p:cNvSpPr>
            <p:nvPr/>
          </p:nvSpPr>
          <p:spPr>
            <a:xfrm rot="5400000">
              <a:off x="4098439" y="323550"/>
              <a:ext cx="602456" cy="602456"/>
            </a:xfrm>
            <a:prstGeom prst="ellipse">
              <a:avLst/>
            </a:prstGeom>
            <a:gradFill>
              <a:gsLst>
                <a:gs pos="0">
                  <a:srgbClr val="FFD4FF">
                    <a:alpha val="32968"/>
                  </a:srgbClr>
                </a:gs>
                <a:gs pos="14286">
                  <a:srgbClr val="FFD4FF">
                    <a:alpha val="30764"/>
                  </a:srgbClr>
                </a:gs>
                <a:gs pos="28571">
                  <a:srgbClr val="FFD4FF">
                    <a:alpha val="24833"/>
                  </a:srgbClr>
                </a:gs>
                <a:gs pos="42857">
                  <a:srgbClr val="FFD4FF">
                    <a:alpha val="17075"/>
                  </a:srgbClr>
                </a:gs>
                <a:gs pos="57143">
                  <a:srgbClr val="FFD4FF">
                    <a:alpha val="9855"/>
                  </a:srgbClr>
                </a:gs>
                <a:gs pos="71429">
                  <a:srgbClr val="FFD4FF">
                    <a:alpha val="4740"/>
                  </a:srgbClr>
                </a:gs>
                <a:gs pos="85714">
                  <a:srgbClr val="FFD4FF">
                    <a:alpha val="1902"/>
                  </a:srgbClr>
                </a:gs>
                <a:gs pos="100000">
                  <a:srgbClr val="FFD4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Splat 53"/>
            <p:cNvSpPr>
              <a:spLocks noGrp="1"/>
            </p:cNvSpPr>
            <p:nvPr/>
          </p:nvSpPr>
          <p:spPr>
            <a:xfrm rot="5400000">
              <a:off x="-241367" y="698034"/>
              <a:ext cx="602456" cy="602456"/>
            </a:xfrm>
            <a:prstGeom prst="ellipse">
              <a:avLst/>
            </a:prstGeom>
            <a:gradFill>
              <a:gsLst>
                <a:gs pos="0">
                  <a:srgbClr val="D6865C">
                    <a:alpha val="32968"/>
                  </a:srgbClr>
                </a:gs>
                <a:gs pos="14286">
                  <a:srgbClr val="D6865C">
                    <a:alpha val="30764"/>
                  </a:srgbClr>
                </a:gs>
                <a:gs pos="28571">
                  <a:srgbClr val="D6865C">
                    <a:alpha val="24833"/>
                  </a:srgbClr>
                </a:gs>
                <a:gs pos="42857">
                  <a:srgbClr val="D6865C">
                    <a:alpha val="17075"/>
                  </a:srgbClr>
                </a:gs>
                <a:gs pos="57143">
                  <a:srgbClr val="D6865C">
                    <a:alpha val="9855"/>
                  </a:srgbClr>
                </a:gs>
                <a:gs pos="71429">
                  <a:srgbClr val="D6865C">
                    <a:alpha val="4740"/>
                  </a:srgbClr>
                </a:gs>
                <a:gs pos="85714">
                  <a:srgbClr val="D6865C">
                    <a:alpha val="1902"/>
                  </a:srgbClr>
                </a:gs>
                <a:gs pos="100000">
                  <a:srgbClr val="D6865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Splat 54"/>
            <p:cNvSpPr>
              <a:spLocks noGrp="1"/>
            </p:cNvSpPr>
            <p:nvPr/>
          </p:nvSpPr>
          <p:spPr>
            <a:xfrm rot="5400000">
              <a:off x="69356" y="577126"/>
              <a:ext cx="602456" cy="602456"/>
            </a:xfrm>
            <a:prstGeom prst="ellipse">
              <a:avLst/>
            </a:prstGeom>
            <a:gradFill>
              <a:gsLst>
                <a:gs pos="0">
                  <a:srgbClr val="E09073">
                    <a:alpha val="29281"/>
                  </a:srgbClr>
                </a:gs>
                <a:gs pos="14286">
                  <a:srgbClr val="E09073">
                    <a:alpha val="27271"/>
                  </a:srgbClr>
                </a:gs>
                <a:gs pos="28571">
                  <a:srgbClr val="E09073">
                    <a:alpha val="21905"/>
                  </a:srgbClr>
                </a:gs>
                <a:gs pos="42857">
                  <a:srgbClr val="E09073">
                    <a:alpha val="14970"/>
                  </a:srgbClr>
                </a:gs>
                <a:gs pos="57143">
                  <a:srgbClr val="E09073">
                    <a:alpha val="8594"/>
                  </a:srgbClr>
                </a:gs>
                <a:gs pos="71429">
                  <a:srgbClr val="E09073">
                    <a:alpha val="4119"/>
                  </a:srgbClr>
                </a:gs>
                <a:gs pos="85714">
                  <a:srgbClr val="E09073">
                    <a:alpha val="1650"/>
                  </a:srgbClr>
                </a:gs>
                <a:gs pos="100000">
                  <a:srgbClr val="E09073">
                    <a:alpha val="5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Splat 55"/>
            <p:cNvSpPr>
              <a:spLocks noGrp="1"/>
            </p:cNvSpPr>
            <p:nvPr/>
          </p:nvSpPr>
          <p:spPr>
            <a:xfrm rot="5400000">
              <a:off x="296711" y="642196"/>
              <a:ext cx="602456" cy="602456"/>
            </a:xfrm>
            <a:prstGeom prst="ellipse">
              <a:avLst/>
            </a:prstGeom>
            <a:gradFill>
              <a:gsLst>
                <a:gs pos="0">
                  <a:srgbClr val="D6746B">
                    <a:alpha val="32968"/>
                  </a:srgbClr>
                </a:gs>
                <a:gs pos="14286">
                  <a:srgbClr val="D6746B">
                    <a:alpha val="30764"/>
                  </a:srgbClr>
                </a:gs>
                <a:gs pos="28571">
                  <a:srgbClr val="D6746B">
                    <a:alpha val="24833"/>
                  </a:srgbClr>
                </a:gs>
                <a:gs pos="42857">
                  <a:srgbClr val="D6746B">
                    <a:alpha val="17075"/>
                  </a:srgbClr>
                </a:gs>
                <a:gs pos="57143">
                  <a:srgbClr val="D6746B">
                    <a:alpha val="9855"/>
                  </a:srgbClr>
                </a:gs>
                <a:gs pos="71429">
                  <a:srgbClr val="D6746B">
                    <a:alpha val="4740"/>
                  </a:srgbClr>
                </a:gs>
                <a:gs pos="85714">
                  <a:srgbClr val="D6746B">
                    <a:alpha val="1902"/>
                  </a:srgbClr>
                </a:gs>
                <a:gs pos="100000">
                  <a:srgbClr val="D6746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Splat 56"/>
            <p:cNvSpPr>
              <a:spLocks noGrp="1"/>
            </p:cNvSpPr>
            <p:nvPr/>
          </p:nvSpPr>
          <p:spPr>
            <a:xfrm rot="5400000">
              <a:off x="527443" y="690093"/>
              <a:ext cx="602456" cy="602456"/>
            </a:xfrm>
            <a:prstGeom prst="ellipse">
              <a:avLst/>
            </a:prstGeom>
            <a:gradFill>
              <a:gsLst>
                <a:gs pos="0">
                  <a:srgbClr val="E56574">
                    <a:alpha val="22308"/>
                  </a:srgbClr>
                </a:gs>
                <a:gs pos="14286">
                  <a:srgbClr val="E56574">
                    <a:alpha val="20706"/>
                  </a:srgbClr>
                </a:gs>
                <a:gs pos="28571">
                  <a:srgbClr val="E56574">
                    <a:alpha val="16484"/>
                  </a:srgbClr>
                </a:gs>
                <a:gs pos="42857">
                  <a:srgbClr val="E56574">
                    <a:alpha val="11144"/>
                  </a:srgbClr>
                </a:gs>
                <a:gs pos="57143">
                  <a:srgbClr val="E56574">
                    <a:alpha val="6337"/>
                  </a:srgbClr>
                </a:gs>
                <a:gs pos="71429">
                  <a:srgbClr val="E56574">
                    <a:alpha val="3018"/>
                  </a:srgbClr>
                </a:gs>
                <a:gs pos="85714">
                  <a:srgbClr val="E56574">
                    <a:alpha val="1205"/>
                  </a:srgbClr>
                </a:gs>
                <a:gs pos="100000">
                  <a:srgbClr val="E56574">
                    <a:alpha val="4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Splat 57"/>
            <p:cNvSpPr>
              <a:spLocks noGrp="1"/>
            </p:cNvSpPr>
            <p:nvPr/>
          </p:nvSpPr>
          <p:spPr>
            <a:xfrm rot="5400000">
              <a:off x="1349782" y="65439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D0FF">
                    <a:alpha val="28026"/>
                  </a:srgbClr>
                </a:gs>
                <a:gs pos="14286">
                  <a:srgbClr val="00D0FF">
                    <a:alpha val="26086"/>
                  </a:srgbClr>
                </a:gs>
                <a:gs pos="28571">
                  <a:srgbClr val="00D0FF">
                    <a:alpha val="20918"/>
                  </a:srgbClr>
                </a:gs>
                <a:gs pos="42857">
                  <a:srgbClr val="00D0FF">
                    <a:alpha val="14267"/>
                  </a:srgbClr>
                </a:gs>
                <a:gs pos="57143">
                  <a:srgbClr val="00D0FF">
                    <a:alpha val="8176"/>
                  </a:srgbClr>
                </a:gs>
                <a:gs pos="71429">
                  <a:srgbClr val="00D0FF">
                    <a:alpha val="3914"/>
                  </a:srgbClr>
                </a:gs>
                <a:gs pos="85714">
                  <a:srgbClr val="00D0FF">
                    <a:alpha val="1566"/>
                  </a:srgbClr>
                </a:gs>
                <a:gs pos="100000">
                  <a:srgbClr val="00D0FF">
                    <a:alpha val="5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Splat 58"/>
            <p:cNvSpPr>
              <a:spLocks noGrp="1"/>
            </p:cNvSpPr>
            <p:nvPr/>
          </p:nvSpPr>
          <p:spPr>
            <a:xfrm rot="5400000">
              <a:off x="1519860" y="61398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E2">
                    <a:alpha val="12275"/>
                  </a:srgbClr>
                </a:gs>
                <a:gs pos="14286">
                  <a:srgbClr val="0000E2">
                    <a:alpha val="11340"/>
                  </a:srgbClr>
                </a:gs>
                <a:gs pos="28571">
                  <a:srgbClr val="0000E2">
                    <a:alpha val="8922"/>
                  </a:srgbClr>
                </a:gs>
                <a:gs pos="42857">
                  <a:srgbClr val="0000E2">
                    <a:alpha val="5946"/>
                  </a:srgbClr>
                </a:gs>
                <a:gs pos="57143">
                  <a:srgbClr val="0000E2">
                    <a:alpha val="3340"/>
                  </a:srgbClr>
                </a:gs>
                <a:gs pos="71429">
                  <a:srgbClr val="0000E2">
                    <a:alpha val="1577"/>
                  </a:srgbClr>
                </a:gs>
                <a:gs pos="85714">
                  <a:srgbClr val="0000E2">
                    <a:alpha val="627"/>
                  </a:srgbClr>
                </a:gs>
                <a:gs pos="100000">
                  <a:srgbClr val="0000E2">
                    <a:alpha val="2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Splat 59"/>
            <p:cNvSpPr>
              <a:spLocks noGrp="1"/>
            </p:cNvSpPr>
            <p:nvPr/>
          </p:nvSpPr>
          <p:spPr>
            <a:xfrm rot="5400000">
              <a:off x="1764731" y="62748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62AA">
                    <a:alpha val="32968"/>
                  </a:srgbClr>
                </a:gs>
                <a:gs pos="14286">
                  <a:srgbClr val="0062AA">
                    <a:alpha val="30764"/>
                  </a:srgbClr>
                </a:gs>
                <a:gs pos="28571">
                  <a:srgbClr val="0062AA">
                    <a:alpha val="24833"/>
                  </a:srgbClr>
                </a:gs>
                <a:gs pos="42857">
                  <a:srgbClr val="0062AA">
                    <a:alpha val="17075"/>
                  </a:srgbClr>
                </a:gs>
                <a:gs pos="57143">
                  <a:srgbClr val="0062AA">
                    <a:alpha val="9855"/>
                  </a:srgbClr>
                </a:gs>
                <a:gs pos="71429">
                  <a:srgbClr val="0062AA">
                    <a:alpha val="4740"/>
                  </a:srgbClr>
                </a:gs>
                <a:gs pos="85714">
                  <a:srgbClr val="0062AA">
                    <a:alpha val="1902"/>
                  </a:srgbClr>
                </a:gs>
                <a:gs pos="100000">
                  <a:srgbClr val="0062A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Splat 60"/>
            <p:cNvSpPr>
              <a:spLocks noGrp="1"/>
            </p:cNvSpPr>
            <p:nvPr/>
          </p:nvSpPr>
          <p:spPr>
            <a:xfrm rot="5400000">
              <a:off x="2063808" y="56713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80">
                    <a:alpha val="10369"/>
                  </a:srgbClr>
                </a:gs>
                <a:gs pos="14286">
                  <a:srgbClr val="000080">
                    <a:alpha val="9572"/>
                  </a:srgbClr>
                </a:gs>
                <a:gs pos="28571">
                  <a:srgbClr val="000080">
                    <a:alpha val="7515"/>
                  </a:srgbClr>
                </a:gs>
                <a:gs pos="42857">
                  <a:srgbClr val="000080">
                    <a:alpha val="4995"/>
                  </a:srgbClr>
                </a:gs>
                <a:gs pos="57143">
                  <a:srgbClr val="000080">
                    <a:alpha val="2799"/>
                  </a:srgbClr>
                </a:gs>
                <a:gs pos="71429">
                  <a:srgbClr val="000080">
                    <a:alpha val="1320"/>
                  </a:srgbClr>
                </a:gs>
                <a:gs pos="85714">
                  <a:srgbClr val="000080">
                    <a:alpha val="524"/>
                  </a:srgbClr>
                </a:gs>
                <a:gs pos="100000">
                  <a:srgbClr val="000080">
                    <a:alpha val="1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Splat 61"/>
            <p:cNvSpPr>
              <a:spLocks noGrp="1"/>
            </p:cNvSpPr>
            <p:nvPr/>
          </p:nvSpPr>
          <p:spPr>
            <a:xfrm rot="5400000">
              <a:off x="2278614" y="64365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B0FF">
                    <a:alpha val="8004"/>
                  </a:srgbClr>
                </a:gs>
                <a:gs pos="14286">
                  <a:srgbClr val="00B0FF">
                    <a:alpha val="7381"/>
                  </a:srgbClr>
                </a:gs>
                <a:gs pos="28571">
                  <a:srgbClr val="00B0FF">
                    <a:alpha val="5780"/>
                  </a:srgbClr>
                </a:gs>
                <a:gs pos="42857">
                  <a:srgbClr val="00B0FF">
                    <a:alpha val="3830"/>
                  </a:srgbClr>
                </a:gs>
                <a:gs pos="57143">
                  <a:srgbClr val="00B0FF">
                    <a:alpha val="2141"/>
                  </a:srgbClr>
                </a:gs>
                <a:gs pos="71429">
                  <a:srgbClr val="00B0FF">
                    <a:alpha val="1008"/>
                  </a:srgbClr>
                </a:gs>
                <a:gs pos="85714">
                  <a:srgbClr val="00B0FF">
                    <a:alpha val="400"/>
                  </a:srgbClr>
                </a:gs>
                <a:gs pos="100000">
                  <a:srgbClr val="00B0FF">
                    <a:alpha val="1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Splat 62"/>
            <p:cNvSpPr>
              <a:spLocks noGrp="1"/>
            </p:cNvSpPr>
            <p:nvPr/>
          </p:nvSpPr>
          <p:spPr>
            <a:xfrm rot="5400000">
              <a:off x="2541498" y="701922"/>
              <a:ext cx="602456" cy="602456"/>
            </a:xfrm>
            <a:prstGeom prst="ellipse">
              <a:avLst/>
            </a:prstGeom>
            <a:gradFill>
              <a:gsLst>
                <a:gs pos="0">
                  <a:srgbClr val="540042">
                    <a:alpha val="28619"/>
                  </a:srgbClr>
                </a:gs>
                <a:gs pos="14286">
                  <a:srgbClr val="540042">
                    <a:alpha val="26646"/>
                  </a:srgbClr>
                </a:gs>
                <a:gs pos="28571">
                  <a:srgbClr val="540042">
                    <a:alpha val="21384"/>
                  </a:srgbClr>
                </a:gs>
                <a:gs pos="42857">
                  <a:srgbClr val="540042">
                    <a:alpha val="14599"/>
                  </a:srgbClr>
                </a:gs>
                <a:gs pos="57143">
                  <a:srgbClr val="540042">
                    <a:alpha val="8373"/>
                  </a:srgbClr>
                </a:gs>
                <a:gs pos="71429">
                  <a:srgbClr val="540042">
                    <a:alpha val="4011"/>
                  </a:srgbClr>
                </a:gs>
                <a:gs pos="85714">
                  <a:srgbClr val="540042">
                    <a:alpha val="1606"/>
                  </a:srgbClr>
                </a:gs>
                <a:gs pos="100000">
                  <a:srgbClr val="540042">
                    <a:alpha val="5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Splat 63"/>
            <p:cNvSpPr>
              <a:spLocks noGrp="1"/>
            </p:cNvSpPr>
            <p:nvPr/>
          </p:nvSpPr>
          <p:spPr>
            <a:xfrm rot="5400000">
              <a:off x="3114082" y="546122"/>
              <a:ext cx="602456" cy="602456"/>
            </a:xfrm>
            <a:prstGeom prst="ellipse">
              <a:avLst/>
            </a:prstGeom>
            <a:gradFill>
              <a:gsLst>
                <a:gs pos="0">
                  <a:srgbClr val="B30079">
                    <a:alpha val="32968"/>
                  </a:srgbClr>
                </a:gs>
                <a:gs pos="14286">
                  <a:srgbClr val="B30079">
                    <a:alpha val="30764"/>
                  </a:srgbClr>
                </a:gs>
                <a:gs pos="28571">
                  <a:srgbClr val="B30079">
                    <a:alpha val="24833"/>
                  </a:srgbClr>
                </a:gs>
                <a:gs pos="42857">
                  <a:srgbClr val="B30079">
                    <a:alpha val="17075"/>
                  </a:srgbClr>
                </a:gs>
                <a:gs pos="57143">
                  <a:srgbClr val="B30079">
                    <a:alpha val="9855"/>
                  </a:srgbClr>
                </a:gs>
                <a:gs pos="71429">
                  <a:srgbClr val="B30079">
                    <a:alpha val="4740"/>
                  </a:srgbClr>
                </a:gs>
                <a:gs pos="85714">
                  <a:srgbClr val="B30079">
                    <a:alpha val="1902"/>
                  </a:srgbClr>
                </a:gs>
                <a:gs pos="100000">
                  <a:srgbClr val="B3007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Splat 64"/>
            <p:cNvSpPr>
              <a:spLocks noGrp="1"/>
            </p:cNvSpPr>
            <p:nvPr/>
          </p:nvSpPr>
          <p:spPr>
            <a:xfrm rot="5400000">
              <a:off x="3426157" y="625462"/>
              <a:ext cx="602456" cy="602456"/>
            </a:xfrm>
            <a:prstGeom prst="ellipse">
              <a:avLst/>
            </a:prstGeom>
            <a:gradFill>
              <a:gsLst>
                <a:gs pos="0">
                  <a:srgbClr val="B3006D">
                    <a:alpha val="32968"/>
                  </a:srgbClr>
                </a:gs>
                <a:gs pos="14286">
                  <a:srgbClr val="B3006D">
                    <a:alpha val="30764"/>
                  </a:srgbClr>
                </a:gs>
                <a:gs pos="28571">
                  <a:srgbClr val="B3006D">
                    <a:alpha val="24833"/>
                  </a:srgbClr>
                </a:gs>
                <a:gs pos="42857">
                  <a:srgbClr val="B3006D">
                    <a:alpha val="17075"/>
                  </a:srgbClr>
                </a:gs>
                <a:gs pos="57143">
                  <a:srgbClr val="B3006D">
                    <a:alpha val="9855"/>
                  </a:srgbClr>
                </a:gs>
                <a:gs pos="71429">
                  <a:srgbClr val="B3006D">
                    <a:alpha val="4740"/>
                  </a:srgbClr>
                </a:gs>
                <a:gs pos="85714">
                  <a:srgbClr val="B3006D">
                    <a:alpha val="1902"/>
                  </a:srgbClr>
                </a:gs>
                <a:gs pos="100000">
                  <a:srgbClr val="B3006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Splat 65"/>
            <p:cNvSpPr>
              <a:spLocks noGrp="1"/>
            </p:cNvSpPr>
            <p:nvPr/>
          </p:nvSpPr>
          <p:spPr>
            <a:xfrm rot="5400000">
              <a:off x="3649254" y="556469"/>
              <a:ext cx="602456" cy="602456"/>
            </a:xfrm>
            <a:prstGeom prst="ellipse">
              <a:avLst/>
            </a:prstGeom>
            <a:gradFill>
              <a:gsLst>
                <a:gs pos="0">
                  <a:srgbClr val="AD0060">
                    <a:alpha val="32968"/>
                  </a:srgbClr>
                </a:gs>
                <a:gs pos="14286">
                  <a:srgbClr val="AD0060">
                    <a:alpha val="30764"/>
                  </a:srgbClr>
                </a:gs>
                <a:gs pos="28571">
                  <a:srgbClr val="AD0060">
                    <a:alpha val="24833"/>
                  </a:srgbClr>
                </a:gs>
                <a:gs pos="42857">
                  <a:srgbClr val="AD0060">
                    <a:alpha val="17075"/>
                  </a:srgbClr>
                </a:gs>
                <a:gs pos="57143">
                  <a:srgbClr val="AD0060">
                    <a:alpha val="9855"/>
                  </a:srgbClr>
                </a:gs>
                <a:gs pos="71429">
                  <a:srgbClr val="AD0060">
                    <a:alpha val="4740"/>
                  </a:srgbClr>
                </a:gs>
                <a:gs pos="85714">
                  <a:srgbClr val="AD0060">
                    <a:alpha val="1902"/>
                  </a:srgbClr>
                </a:gs>
                <a:gs pos="100000">
                  <a:srgbClr val="AD006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Splat 66"/>
            <p:cNvSpPr>
              <a:spLocks noGrp="1"/>
            </p:cNvSpPr>
            <p:nvPr/>
          </p:nvSpPr>
          <p:spPr>
            <a:xfrm rot="5400000">
              <a:off x="3852663" y="626913"/>
              <a:ext cx="602456" cy="602456"/>
            </a:xfrm>
            <a:prstGeom prst="ellipse">
              <a:avLst/>
            </a:prstGeom>
            <a:gradFill>
              <a:gsLst>
                <a:gs pos="0">
                  <a:srgbClr val="FEB6FF">
                    <a:alpha val="32968"/>
                  </a:srgbClr>
                </a:gs>
                <a:gs pos="14286">
                  <a:srgbClr val="FEB6FF">
                    <a:alpha val="30764"/>
                  </a:srgbClr>
                </a:gs>
                <a:gs pos="28571">
                  <a:srgbClr val="FEB6FF">
                    <a:alpha val="24833"/>
                  </a:srgbClr>
                </a:gs>
                <a:gs pos="42857">
                  <a:srgbClr val="FEB6FF">
                    <a:alpha val="17075"/>
                  </a:srgbClr>
                </a:gs>
                <a:gs pos="57143">
                  <a:srgbClr val="FEB6FF">
                    <a:alpha val="9855"/>
                  </a:srgbClr>
                </a:gs>
                <a:gs pos="71429">
                  <a:srgbClr val="FEB6FF">
                    <a:alpha val="4740"/>
                  </a:srgbClr>
                </a:gs>
                <a:gs pos="85714">
                  <a:srgbClr val="FEB6FF">
                    <a:alpha val="1902"/>
                  </a:srgbClr>
                </a:gs>
                <a:gs pos="100000">
                  <a:srgbClr val="FEB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Splat 67"/>
            <p:cNvSpPr>
              <a:spLocks noGrp="1"/>
            </p:cNvSpPr>
            <p:nvPr/>
          </p:nvSpPr>
          <p:spPr>
            <a:xfrm rot="5400000">
              <a:off x="4178413" y="640903"/>
              <a:ext cx="602456" cy="602456"/>
            </a:xfrm>
            <a:prstGeom prst="ellipse">
              <a:avLst/>
            </a:prstGeom>
            <a:gradFill>
              <a:gsLst>
                <a:gs pos="0">
                  <a:srgbClr val="F2BEFF">
                    <a:alpha val="32968"/>
                  </a:srgbClr>
                </a:gs>
                <a:gs pos="14286">
                  <a:srgbClr val="F2BEFF">
                    <a:alpha val="30764"/>
                  </a:srgbClr>
                </a:gs>
                <a:gs pos="28571">
                  <a:srgbClr val="F2BEFF">
                    <a:alpha val="24833"/>
                  </a:srgbClr>
                </a:gs>
                <a:gs pos="42857">
                  <a:srgbClr val="F2BEFF">
                    <a:alpha val="17075"/>
                  </a:srgbClr>
                </a:gs>
                <a:gs pos="57143">
                  <a:srgbClr val="F2BEFF">
                    <a:alpha val="9855"/>
                  </a:srgbClr>
                </a:gs>
                <a:gs pos="71429">
                  <a:srgbClr val="F2BEFF">
                    <a:alpha val="4740"/>
                  </a:srgbClr>
                </a:gs>
                <a:gs pos="85714">
                  <a:srgbClr val="F2BEFF">
                    <a:alpha val="1902"/>
                  </a:srgbClr>
                </a:gs>
                <a:gs pos="100000">
                  <a:srgbClr val="F2B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Splat 68"/>
            <p:cNvSpPr>
              <a:spLocks noGrp="1"/>
            </p:cNvSpPr>
            <p:nvPr/>
          </p:nvSpPr>
          <p:spPr>
            <a:xfrm rot="5400000">
              <a:off x="-179627" y="853924"/>
              <a:ext cx="602456" cy="602456"/>
            </a:xfrm>
            <a:prstGeom prst="ellipse">
              <a:avLst/>
            </a:prstGeom>
            <a:gradFill>
              <a:gsLst>
                <a:gs pos="0">
                  <a:srgbClr val="DE815A">
                    <a:alpha val="32968"/>
                  </a:srgbClr>
                </a:gs>
                <a:gs pos="14286">
                  <a:srgbClr val="DE815A">
                    <a:alpha val="30764"/>
                  </a:srgbClr>
                </a:gs>
                <a:gs pos="28571">
                  <a:srgbClr val="DE815A">
                    <a:alpha val="24833"/>
                  </a:srgbClr>
                </a:gs>
                <a:gs pos="42857">
                  <a:srgbClr val="DE815A">
                    <a:alpha val="17075"/>
                  </a:srgbClr>
                </a:gs>
                <a:gs pos="57143">
                  <a:srgbClr val="DE815A">
                    <a:alpha val="9855"/>
                  </a:srgbClr>
                </a:gs>
                <a:gs pos="71429">
                  <a:srgbClr val="DE815A">
                    <a:alpha val="4740"/>
                  </a:srgbClr>
                </a:gs>
                <a:gs pos="85714">
                  <a:srgbClr val="DE815A">
                    <a:alpha val="1902"/>
                  </a:srgbClr>
                </a:gs>
                <a:gs pos="100000">
                  <a:srgbClr val="DE815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Splat 69"/>
            <p:cNvSpPr>
              <a:spLocks noGrp="1"/>
            </p:cNvSpPr>
            <p:nvPr/>
          </p:nvSpPr>
          <p:spPr>
            <a:xfrm rot="5400000">
              <a:off x="49021" y="897729"/>
              <a:ext cx="602456" cy="602456"/>
            </a:xfrm>
            <a:prstGeom prst="ellipse">
              <a:avLst/>
            </a:prstGeom>
            <a:gradFill>
              <a:gsLst>
                <a:gs pos="0">
                  <a:srgbClr val="E08069">
                    <a:alpha val="32968"/>
                  </a:srgbClr>
                </a:gs>
                <a:gs pos="14286">
                  <a:srgbClr val="E08069">
                    <a:alpha val="30764"/>
                  </a:srgbClr>
                </a:gs>
                <a:gs pos="28571">
                  <a:srgbClr val="E08069">
                    <a:alpha val="24833"/>
                  </a:srgbClr>
                </a:gs>
                <a:gs pos="42857">
                  <a:srgbClr val="E08069">
                    <a:alpha val="17075"/>
                  </a:srgbClr>
                </a:gs>
                <a:gs pos="57143">
                  <a:srgbClr val="E08069">
                    <a:alpha val="9855"/>
                  </a:srgbClr>
                </a:gs>
                <a:gs pos="71429">
                  <a:srgbClr val="E08069">
                    <a:alpha val="4740"/>
                  </a:srgbClr>
                </a:gs>
                <a:gs pos="85714">
                  <a:srgbClr val="E08069">
                    <a:alpha val="1902"/>
                  </a:srgbClr>
                </a:gs>
                <a:gs pos="100000">
                  <a:srgbClr val="E0806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Splat 70"/>
            <p:cNvSpPr>
              <a:spLocks noGrp="1"/>
            </p:cNvSpPr>
            <p:nvPr/>
          </p:nvSpPr>
          <p:spPr>
            <a:xfrm rot="5400000">
              <a:off x="318479" y="811558"/>
              <a:ext cx="602456" cy="602456"/>
            </a:xfrm>
            <a:prstGeom prst="ellipse">
              <a:avLst/>
            </a:prstGeom>
            <a:gradFill>
              <a:gsLst>
                <a:gs pos="0">
                  <a:srgbClr val="F1917C">
                    <a:alpha val="32968"/>
                  </a:srgbClr>
                </a:gs>
                <a:gs pos="14286">
                  <a:srgbClr val="F1917C">
                    <a:alpha val="30764"/>
                  </a:srgbClr>
                </a:gs>
                <a:gs pos="28571">
                  <a:srgbClr val="F1917C">
                    <a:alpha val="24833"/>
                  </a:srgbClr>
                </a:gs>
                <a:gs pos="42857">
                  <a:srgbClr val="F1917C">
                    <a:alpha val="17075"/>
                  </a:srgbClr>
                </a:gs>
                <a:gs pos="57143">
                  <a:srgbClr val="F1917C">
                    <a:alpha val="9855"/>
                  </a:srgbClr>
                </a:gs>
                <a:gs pos="71429">
                  <a:srgbClr val="F1917C">
                    <a:alpha val="4740"/>
                  </a:srgbClr>
                </a:gs>
                <a:gs pos="85714">
                  <a:srgbClr val="F1917C">
                    <a:alpha val="1902"/>
                  </a:srgbClr>
                </a:gs>
                <a:gs pos="100000">
                  <a:srgbClr val="F1917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Splat 71"/>
            <p:cNvSpPr>
              <a:spLocks noGrp="1"/>
            </p:cNvSpPr>
            <p:nvPr/>
          </p:nvSpPr>
          <p:spPr>
            <a:xfrm rot="5400000">
              <a:off x="1625061" y="94054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BEDA">
                    <a:alpha val="16050"/>
                  </a:srgbClr>
                </a:gs>
                <a:gs pos="14286">
                  <a:srgbClr val="00BEDA">
                    <a:alpha val="14854"/>
                  </a:srgbClr>
                </a:gs>
                <a:gs pos="28571">
                  <a:srgbClr val="00BEDA">
                    <a:alpha val="11737"/>
                  </a:srgbClr>
                </a:gs>
                <a:gs pos="42857">
                  <a:srgbClr val="00BEDA">
                    <a:alpha val="7863"/>
                  </a:srgbClr>
                </a:gs>
                <a:gs pos="57143">
                  <a:srgbClr val="00BEDA">
                    <a:alpha val="4436"/>
                  </a:srgbClr>
                </a:gs>
                <a:gs pos="71429">
                  <a:srgbClr val="00BEDA">
                    <a:alpha val="2102"/>
                  </a:srgbClr>
                </a:gs>
                <a:gs pos="85714">
                  <a:srgbClr val="00BEDA">
                    <a:alpha val="836"/>
                  </a:srgbClr>
                </a:gs>
                <a:gs pos="100000">
                  <a:srgbClr val="00BEDA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Splat 72"/>
            <p:cNvSpPr>
              <a:spLocks noGrp="1"/>
            </p:cNvSpPr>
            <p:nvPr/>
          </p:nvSpPr>
          <p:spPr>
            <a:xfrm rot="5400000">
              <a:off x="1775558" y="96599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FFFF">
                    <a:alpha val="16142"/>
                  </a:srgbClr>
                </a:gs>
                <a:gs pos="14286">
                  <a:srgbClr val="00FFFF">
                    <a:alpha val="14939"/>
                  </a:srgbClr>
                </a:gs>
                <a:gs pos="28571">
                  <a:srgbClr val="00FFFF">
                    <a:alpha val="11806"/>
                  </a:srgbClr>
                </a:gs>
                <a:gs pos="42857">
                  <a:srgbClr val="00FFFF">
                    <a:alpha val="7910"/>
                  </a:srgbClr>
                </a:gs>
                <a:gs pos="57143">
                  <a:srgbClr val="00FFFF">
                    <a:alpha val="4463"/>
                  </a:srgbClr>
                </a:gs>
                <a:gs pos="71429">
                  <a:srgbClr val="00FFFF">
                    <a:alpha val="2115"/>
                  </a:srgbClr>
                </a:gs>
                <a:gs pos="85714">
                  <a:srgbClr val="00FFFF">
                    <a:alpha val="842"/>
                  </a:srgbClr>
                </a:gs>
                <a:gs pos="100000">
                  <a:srgbClr val="00FFFF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Splat 73"/>
            <p:cNvSpPr>
              <a:spLocks noGrp="1"/>
            </p:cNvSpPr>
            <p:nvPr/>
          </p:nvSpPr>
          <p:spPr>
            <a:xfrm rot="5400000">
              <a:off x="2047493" y="81428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FFF5">
                    <a:alpha val="22584"/>
                  </a:srgbClr>
                </a:gs>
                <a:gs pos="14286">
                  <a:srgbClr val="00FFF5">
                    <a:alpha val="20964"/>
                  </a:srgbClr>
                </a:gs>
                <a:gs pos="28571">
                  <a:srgbClr val="00FFF5">
                    <a:alpha val="16696"/>
                  </a:srgbClr>
                </a:gs>
                <a:gs pos="42857">
                  <a:srgbClr val="00FFF5">
                    <a:alpha val="11292"/>
                  </a:srgbClr>
                </a:gs>
                <a:gs pos="57143">
                  <a:srgbClr val="00FFF5">
                    <a:alpha val="6424"/>
                  </a:srgbClr>
                </a:gs>
                <a:gs pos="71429">
                  <a:srgbClr val="00FFF5">
                    <a:alpha val="3060"/>
                  </a:srgbClr>
                </a:gs>
                <a:gs pos="85714">
                  <a:srgbClr val="00FFF5">
                    <a:alpha val="1221"/>
                  </a:srgbClr>
                </a:gs>
                <a:gs pos="100000">
                  <a:srgbClr val="00FFF5">
                    <a:alpha val="4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Splat 74"/>
            <p:cNvSpPr>
              <a:spLocks noGrp="1"/>
            </p:cNvSpPr>
            <p:nvPr/>
          </p:nvSpPr>
          <p:spPr>
            <a:xfrm rot="5400000">
              <a:off x="2352528" y="87187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00">
                    <a:alpha val="23116"/>
                  </a:srgbClr>
                </a:gs>
                <a:gs pos="14286">
                  <a:srgbClr val="000000">
                    <a:alpha val="21464"/>
                  </a:srgbClr>
                </a:gs>
                <a:gs pos="28571">
                  <a:srgbClr val="000000">
                    <a:alpha val="17105"/>
                  </a:srgbClr>
                </a:gs>
                <a:gs pos="42857">
                  <a:srgbClr val="000000">
                    <a:alpha val="11578"/>
                  </a:srgbClr>
                </a:gs>
                <a:gs pos="57143">
                  <a:srgbClr val="000000">
                    <a:alpha val="6591"/>
                  </a:srgbClr>
                </a:gs>
                <a:gs pos="71429">
                  <a:srgbClr val="000000">
                    <a:alpha val="3141"/>
                  </a:srgbClr>
                </a:gs>
                <a:gs pos="85714">
                  <a:srgbClr val="000000">
                    <a:alpha val="1254"/>
                  </a:srgbClr>
                </a:gs>
                <a:gs pos="100000">
                  <a:srgbClr val="000000">
                    <a:alpha val="4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Splat 75"/>
            <p:cNvSpPr>
              <a:spLocks noGrp="1"/>
            </p:cNvSpPr>
            <p:nvPr/>
          </p:nvSpPr>
          <p:spPr>
            <a:xfrm rot="5400000">
              <a:off x="3064965" y="896759"/>
              <a:ext cx="602456" cy="602456"/>
            </a:xfrm>
            <a:prstGeom prst="ellipse">
              <a:avLst/>
            </a:prstGeom>
            <a:gradFill>
              <a:gsLst>
                <a:gs pos="0">
                  <a:srgbClr val="6E0083">
                    <a:alpha val="13933"/>
                  </a:srgbClr>
                </a:gs>
                <a:gs pos="14286">
                  <a:srgbClr val="6E0083">
                    <a:alpha val="12882"/>
                  </a:srgbClr>
                </a:gs>
                <a:gs pos="28571">
                  <a:srgbClr val="6E0083">
                    <a:alpha val="10154"/>
                  </a:srgbClr>
                </a:gs>
                <a:gs pos="42857">
                  <a:srgbClr val="6E0083">
                    <a:alpha val="6782"/>
                  </a:srgbClr>
                </a:gs>
                <a:gs pos="57143">
                  <a:srgbClr val="6E0083">
                    <a:alpha val="3817"/>
                  </a:srgbClr>
                </a:gs>
                <a:gs pos="71429">
                  <a:srgbClr val="6E0083">
                    <a:alpha val="1805"/>
                  </a:srgbClr>
                </a:gs>
                <a:gs pos="85714">
                  <a:srgbClr val="6E0083">
                    <a:alpha val="718"/>
                  </a:srgbClr>
                </a:gs>
                <a:gs pos="100000">
                  <a:srgbClr val="6E0083">
                    <a:alpha val="2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Splat 76"/>
            <p:cNvSpPr>
              <a:spLocks noGrp="1"/>
            </p:cNvSpPr>
            <p:nvPr/>
          </p:nvSpPr>
          <p:spPr>
            <a:xfrm rot="5400000">
              <a:off x="3311126" y="969450"/>
              <a:ext cx="602456" cy="602456"/>
            </a:xfrm>
            <a:prstGeom prst="ellipse">
              <a:avLst/>
            </a:prstGeom>
            <a:gradFill>
              <a:gsLst>
                <a:gs pos="0">
                  <a:srgbClr val="B8006A">
                    <a:alpha val="32968"/>
                  </a:srgbClr>
                </a:gs>
                <a:gs pos="14286">
                  <a:srgbClr val="B8006A">
                    <a:alpha val="30764"/>
                  </a:srgbClr>
                </a:gs>
                <a:gs pos="28571">
                  <a:srgbClr val="B8006A">
                    <a:alpha val="24833"/>
                  </a:srgbClr>
                </a:gs>
                <a:gs pos="42857">
                  <a:srgbClr val="B8006A">
                    <a:alpha val="17075"/>
                  </a:srgbClr>
                </a:gs>
                <a:gs pos="57143">
                  <a:srgbClr val="B8006A">
                    <a:alpha val="9855"/>
                  </a:srgbClr>
                </a:gs>
                <a:gs pos="71429">
                  <a:srgbClr val="B8006A">
                    <a:alpha val="4740"/>
                  </a:srgbClr>
                </a:gs>
                <a:gs pos="85714">
                  <a:srgbClr val="B8006A">
                    <a:alpha val="1902"/>
                  </a:srgbClr>
                </a:gs>
                <a:gs pos="100000">
                  <a:srgbClr val="B8006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Splat 77"/>
            <p:cNvSpPr>
              <a:spLocks noGrp="1"/>
            </p:cNvSpPr>
            <p:nvPr/>
          </p:nvSpPr>
          <p:spPr>
            <a:xfrm rot="5400000">
              <a:off x="3548052" y="815580"/>
              <a:ext cx="602456" cy="602456"/>
            </a:xfrm>
            <a:prstGeom prst="ellipse">
              <a:avLst/>
            </a:prstGeom>
            <a:gradFill>
              <a:gsLst>
                <a:gs pos="0">
                  <a:srgbClr val="B0007E">
                    <a:alpha val="32968"/>
                  </a:srgbClr>
                </a:gs>
                <a:gs pos="14286">
                  <a:srgbClr val="B0007E">
                    <a:alpha val="30764"/>
                  </a:srgbClr>
                </a:gs>
                <a:gs pos="28571">
                  <a:srgbClr val="B0007E">
                    <a:alpha val="24833"/>
                  </a:srgbClr>
                </a:gs>
                <a:gs pos="42857">
                  <a:srgbClr val="B0007E">
                    <a:alpha val="17075"/>
                  </a:srgbClr>
                </a:gs>
                <a:gs pos="57143">
                  <a:srgbClr val="B0007E">
                    <a:alpha val="9855"/>
                  </a:srgbClr>
                </a:gs>
                <a:gs pos="71429">
                  <a:srgbClr val="B0007E">
                    <a:alpha val="4740"/>
                  </a:srgbClr>
                </a:gs>
                <a:gs pos="85714">
                  <a:srgbClr val="B0007E">
                    <a:alpha val="1902"/>
                  </a:srgbClr>
                </a:gs>
                <a:gs pos="100000">
                  <a:srgbClr val="B0007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Splat 78"/>
            <p:cNvSpPr>
              <a:spLocks noGrp="1"/>
            </p:cNvSpPr>
            <p:nvPr/>
          </p:nvSpPr>
          <p:spPr>
            <a:xfrm rot="5400000">
              <a:off x="3844221" y="979176"/>
              <a:ext cx="602456" cy="602456"/>
            </a:xfrm>
            <a:prstGeom prst="ellipse">
              <a:avLst/>
            </a:prstGeom>
            <a:gradFill>
              <a:gsLst>
                <a:gs pos="0">
                  <a:srgbClr val="EFADF7">
                    <a:alpha val="32968"/>
                  </a:srgbClr>
                </a:gs>
                <a:gs pos="14286">
                  <a:srgbClr val="EFADF7">
                    <a:alpha val="30764"/>
                  </a:srgbClr>
                </a:gs>
                <a:gs pos="28571">
                  <a:srgbClr val="EFADF7">
                    <a:alpha val="24833"/>
                  </a:srgbClr>
                </a:gs>
                <a:gs pos="42857">
                  <a:srgbClr val="EFADF7">
                    <a:alpha val="17075"/>
                  </a:srgbClr>
                </a:gs>
                <a:gs pos="57143">
                  <a:srgbClr val="EFADF7">
                    <a:alpha val="9855"/>
                  </a:srgbClr>
                </a:gs>
                <a:gs pos="71429">
                  <a:srgbClr val="EFADF7">
                    <a:alpha val="4740"/>
                  </a:srgbClr>
                </a:gs>
                <a:gs pos="85714">
                  <a:srgbClr val="EFADF7">
                    <a:alpha val="1902"/>
                  </a:srgbClr>
                </a:gs>
                <a:gs pos="100000">
                  <a:srgbClr val="EFAD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Splat 79"/>
            <p:cNvSpPr>
              <a:spLocks noGrp="1"/>
            </p:cNvSpPr>
            <p:nvPr/>
          </p:nvSpPr>
          <p:spPr>
            <a:xfrm rot="5400000">
              <a:off x="4170857" y="937086"/>
              <a:ext cx="602456" cy="602456"/>
            </a:xfrm>
            <a:prstGeom prst="ellipse">
              <a:avLst/>
            </a:prstGeom>
            <a:gradFill>
              <a:gsLst>
                <a:gs pos="0">
                  <a:srgbClr val="E6A3EB">
                    <a:alpha val="32968"/>
                  </a:srgbClr>
                </a:gs>
                <a:gs pos="14286">
                  <a:srgbClr val="E6A3EB">
                    <a:alpha val="30764"/>
                  </a:srgbClr>
                </a:gs>
                <a:gs pos="28571">
                  <a:srgbClr val="E6A3EB">
                    <a:alpha val="24833"/>
                  </a:srgbClr>
                </a:gs>
                <a:gs pos="42857">
                  <a:srgbClr val="E6A3EB">
                    <a:alpha val="17075"/>
                  </a:srgbClr>
                </a:gs>
                <a:gs pos="57143">
                  <a:srgbClr val="E6A3EB">
                    <a:alpha val="9855"/>
                  </a:srgbClr>
                </a:gs>
                <a:gs pos="71429">
                  <a:srgbClr val="E6A3EB">
                    <a:alpha val="4740"/>
                  </a:srgbClr>
                </a:gs>
                <a:gs pos="85714">
                  <a:srgbClr val="E6A3EB">
                    <a:alpha val="1902"/>
                  </a:srgbClr>
                </a:gs>
                <a:gs pos="100000">
                  <a:srgbClr val="E6A3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Splat 80"/>
            <p:cNvSpPr>
              <a:spLocks noGrp="1"/>
            </p:cNvSpPr>
            <p:nvPr/>
          </p:nvSpPr>
          <p:spPr>
            <a:xfrm rot="5400000">
              <a:off x="-111304" y="1227736"/>
              <a:ext cx="602456" cy="602456"/>
            </a:xfrm>
            <a:prstGeom prst="ellipse">
              <a:avLst/>
            </a:prstGeom>
            <a:gradFill>
              <a:gsLst>
                <a:gs pos="0">
                  <a:srgbClr val="DD7456">
                    <a:alpha val="32968"/>
                  </a:srgbClr>
                </a:gs>
                <a:gs pos="14286">
                  <a:srgbClr val="DD7456">
                    <a:alpha val="30764"/>
                  </a:srgbClr>
                </a:gs>
                <a:gs pos="28571">
                  <a:srgbClr val="DD7456">
                    <a:alpha val="24833"/>
                  </a:srgbClr>
                </a:gs>
                <a:gs pos="42857">
                  <a:srgbClr val="DD7456">
                    <a:alpha val="17075"/>
                  </a:srgbClr>
                </a:gs>
                <a:gs pos="57143">
                  <a:srgbClr val="DD7456">
                    <a:alpha val="9855"/>
                  </a:srgbClr>
                </a:gs>
                <a:gs pos="71429">
                  <a:srgbClr val="DD7456">
                    <a:alpha val="4740"/>
                  </a:srgbClr>
                </a:gs>
                <a:gs pos="85714">
                  <a:srgbClr val="DD7456">
                    <a:alpha val="1902"/>
                  </a:srgbClr>
                </a:gs>
                <a:gs pos="100000">
                  <a:srgbClr val="DD745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Splat 81"/>
            <p:cNvSpPr>
              <a:spLocks noGrp="1"/>
            </p:cNvSpPr>
            <p:nvPr/>
          </p:nvSpPr>
          <p:spPr>
            <a:xfrm rot="5400000">
              <a:off x="79684" y="1128018"/>
              <a:ext cx="602456" cy="602456"/>
            </a:xfrm>
            <a:prstGeom prst="ellipse">
              <a:avLst/>
            </a:prstGeom>
            <a:gradFill>
              <a:gsLst>
                <a:gs pos="0">
                  <a:srgbClr val="FF785B">
                    <a:alpha val="10134"/>
                  </a:srgbClr>
                </a:gs>
                <a:gs pos="14286">
                  <a:srgbClr val="FF785B">
                    <a:alpha val="9354"/>
                  </a:srgbClr>
                </a:gs>
                <a:gs pos="28571">
                  <a:srgbClr val="FF785B">
                    <a:alpha val="7342"/>
                  </a:srgbClr>
                </a:gs>
                <a:gs pos="42857">
                  <a:srgbClr val="FF785B">
                    <a:alpha val="4879"/>
                  </a:srgbClr>
                </a:gs>
                <a:gs pos="57143">
                  <a:srgbClr val="FF785B">
                    <a:alpha val="2733"/>
                  </a:srgbClr>
                </a:gs>
                <a:gs pos="71429">
                  <a:srgbClr val="FF785B">
                    <a:alpha val="1289"/>
                  </a:srgbClr>
                </a:gs>
                <a:gs pos="85714">
                  <a:srgbClr val="FF785B">
                    <a:alpha val="512"/>
                  </a:srgbClr>
                </a:gs>
                <a:gs pos="100000">
                  <a:srgbClr val="FF785B">
                    <a:alpha val="1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Splat 82"/>
            <p:cNvSpPr>
              <a:spLocks noGrp="1"/>
            </p:cNvSpPr>
            <p:nvPr/>
          </p:nvSpPr>
          <p:spPr>
            <a:xfrm rot="5400000">
              <a:off x="373015" y="1187715"/>
              <a:ext cx="602456" cy="602456"/>
            </a:xfrm>
            <a:prstGeom prst="ellipse">
              <a:avLst/>
            </a:prstGeom>
            <a:gradFill>
              <a:gsLst>
                <a:gs pos="0">
                  <a:srgbClr val="EF7C6C">
                    <a:alpha val="32968"/>
                  </a:srgbClr>
                </a:gs>
                <a:gs pos="14286">
                  <a:srgbClr val="EF7C6C">
                    <a:alpha val="30764"/>
                  </a:srgbClr>
                </a:gs>
                <a:gs pos="28571">
                  <a:srgbClr val="EF7C6C">
                    <a:alpha val="24833"/>
                  </a:srgbClr>
                </a:gs>
                <a:gs pos="42857">
                  <a:srgbClr val="EF7C6C">
                    <a:alpha val="17075"/>
                  </a:srgbClr>
                </a:gs>
                <a:gs pos="57143">
                  <a:srgbClr val="EF7C6C">
                    <a:alpha val="9855"/>
                  </a:srgbClr>
                </a:gs>
                <a:gs pos="71429">
                  <a:srgbClr val="EF7C6C">
                    <a:alpha val="4740"/>
                  </a:srgbClr>
                </a:gs>
                <a:gs pos="85714">
                  <a:srgbClr val="EF7C6C">
                    <a:alpha val="1902"/>
                  </a:srgbClr>
                </a:gs>
                <a:gs pos="100000">
                  <a:srgbClr val="EF7C6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Splat 83"/>
            <p:cNvSpPr>
              <a:spLocks noGrp="1"/>
            </p:cNvSpPr>
            <p:nvPr/>
          </p:nvSpPr>
          <p:spPr>
            <a:xfrm rot="5400000">
              <a:off x="872652" y="111878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Splat 84"/>
            <p:cNvSpPr>
              <a:spLocks noGrp="1"/>
            </p:cNvSpPr>
            <p:nvPr/>
          </p:nvSpPr>
          <p:spPr>
            <a:xfrm rot="5400000">
              <a:off x="1155647" y="111507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Splat 85"/>
            <p:cNvSpPr>
              <a:spLocks noGrp="1"/>
            </p:cNvSpPr>
            <p:nvPr/>
          </p:nvSpPr>
          <p:spPr>
            <a:xfrm rot="5400000">
              <a:off x="1274250" y="121697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8FEE">
                    <a:alpha val="13022"/>
                  </a:srgbClr>
                </a:gs>
                <a:gs pos="14286">
                  <a:srgbClr val="008FEE">
                    <a:alpha val="12035"/>
                  </a:srgbClr>
                </a:gs>
                <a:gs pos="28571">
                  <a:srgbClr val="008FEE">
                    <a:alpha val="9477"/>
                  </a:srgbClr>
                </a:gs>
                <a:gs pos="42857">
                  <a:srgbClr val="008FEE">
                    <a:alpha val="6322"/>
                  </a:srgbClr>
                </a:gs>
                <a:gs pos="57143">
                  <a:srgbClr val="008FEE">
                    <a:alpha val="3554"/>
                  </a:srgbClr>
                </a:gs>
                <a:gs pos="71429">
                  <a:srgbClr val="008FEE">
                    <a:alpha val="1680"/>
                  </a:srgbClr>
                </a:gs>
                <a:gs pos="85714">
                  <a:srgbClr val="008FEE">
                    <a:alpha val="668"/>
                  </a:srgbClr>
                </a:gs>
                <a:gs pos="100000">
                  <a:srgbClr val="008FEE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Splat 86"/>
            <p:cNvSpPr>
              <a:spLocks noGrp="1"/>
            </p:cNvSpPr>
            <p:nvPr/>
          </p:nvSpPr>
          <p:spPr>
            <a:xfrm rot="5400000">
              <a:off x="1531131" y="110442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D4FF">
                    <a:alpha val="14882"/>
                  </a:srgbClr>
                </a:gs>
                <a:gs pos="14286">
                  <a:srgbClr val="00D4FF">
                    <a:alpha val="13766"/>
                  </a:srgbClr>
                </a:gs>
                <a:gs pos="28571">
                  <a:srgbClr val="00D4FF">
                    <a:alpha val="10863"/>
                  </a:srgbClr>
                </a:gs>
                <a:gs pos="42857">
                  <a:srgbClr val="00D4FF">
                    <a:alpha val="7265"/>
                  </a:srgbClr>
                </a:gs>
                <a:gs pos="57143">
                  <a:srgbClr val="00D4FF">
                    <a:alpha val="4093"/>
                  </a:srgbClr>
                </a:gs>
                <a:gs pos="71429">
                  <a:srgbClr val="00D4FF">
                    <a:alpha val="1937"/>
                  </a:srgbClr>
                </a:gs>
                <a:gs pos="85714">
                  <a:srgbClr val="00D4FF">
                    <a:alpha val="771"/>
                  </a:srgbClr>
                </a:gs>
                <a:gs pos="100000">
                  <a:srgbClr val="00D4FF">
                    <a:alpha val="2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Splat 87"/>
            <p:cNvSpPr>
              <a:spLocks noGrp="1"/>
            </p:cNvSpPr>
            <p:nvPr/>
          </p:nvSpPr>
          <p:spPr>
            <a:xfrm rot="5400000">
              <a:off x="1856052" y="122447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E4FF">
                    <a:alpha val="29680"/>
                  </a:srgbClr>
                </a:gs>
                <a:gs pos="14286">
                  <a:srgbClr val="00E4FF">
                    <a:alpha val="27648"/>
                  </a:srgbClr>
                </a:gs>
                <a:gs pos="28571">
                  <a:srgbClr val="00E4FF">
                    <a:alpha val="22220"/>
                  </a:srgbClr>
                </a:gs>
                <a:gs pos="42857">
                  <a:srgbClr val="00E4FF">
                    <a:alpha val="15196"/>
                  </a:srgbClr>
                </a:gs>
                <a:gs pos="57143">
                  <a:srgbClr val="00E4FF">
                    <a:alpha val="8728"/>
                  </a:srgbClr>
                </a:gs>
                <a:gs pos="71429">
                  <a:srgbClr val="00E4FF">
                    <a:alpha val="4185"/>
                  </a:srgbClr>
                </a:gs>
                <a:gs pos="85714">
                  <a:srgbClr val="00E4FF">
                    <a:alpha val="1676"/>
                  </a:srgbClr>
                </a:gs>
                <a:gs pos="100000">
                  <a:srgbClr val="00E4FF">
                    <a:alpha val="5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Splat 88"/>
            <p:cNvSpPr>
              <a:spLocks noGrp="1"/>
            </p:cNvSpPr>
            <p:nvPr/>
          </p:nvSpPr>
          <p:spPr>
            <a:xfrm rot="5400000">
              <a:off x="2041963" y="112705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B8FF">
                    <a:alpha val="17193"/>
                  </a:srgbClr>
                </a:gs>
                <a:gs pos="14286">
                  <a:srgbClr val="00B8FF">
                    <a:alpha val="15920"/>
                  </a:srgbClr>
                </a:gs>
                <a:gs pos="28571">
                  <a:srgbClr val="00B8FF">
                    <a:alpha val="12596"/>
                  </a:srgbClr>
                </a:gs>
                <a:gs pos="42857">
                  <a:srgbClr val="00B8FF">
                    <a:alpha val="8452"/>
                  </a:srgbClr>
                </a:gs>
                <a:gs pos="57143">
                  <a:srgbClr val="00B8FF">
                    <a:alpha val="4775"/>
                  </a:srgbClr>
                </a:gs>
                <a:gs pos="71429">
                  <a:srgbClr val="00B8FF">
                    <a:alpha val="2264"/>
                  </a:srgbClr>
                </a:gs>
                <a:gs pos="85714">
                  <a:srgbClr val="00B8FF">
                    <a:alpha val="902"/>
                  </a:srgbClr>
                </a:gs>
                <a:gs pos="100000">
                  <a:srgbClr val="00B8FF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Splat 89"/>
            <p:cNvSpPr>
              <a:spLocks noGrp="1"/>
            </p:cNvSpPr>
            <p:nvPr/>
          </p:nvSpPr>
          <p:spPr>
            <a:xfrm rot="5400000">
              <a:off x="2388965" y="124127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29">
                    <a:alpha val="31423"/>
                  </a:srgbClr>
                </a:gs>
                <a:gs pos="14286">
                  <a:srgbClr val="000029">
                    <a:alpha val="29298"/>
                  </a:srgbClr>
                </a:gs>
                <a:gs pos="28571">
                  <a:srgbClr val="000029">
                    <a:alpha val="23600"/>
                  </a:srgbClr>
                </a:gs>
                <a:gs pos="42857">
                  <a:srgbClr val="000029">
                    <a:alpha val="16186"/>
                  </a:srgbClr>
                </a:gs>
                <a:gs pos="57143">
                  <a:srgbClr val="000029">
                    <a:alpha val="9320"/>
                  </a:srgbClr>
                </a:gs>
                <a:gs pos="71429">
                  <a:srgbClr val="000029">
                    <a:alpha val="4476"/>
                  </a:srgbClr>
                </a:gs>
                <a:gs pos="85714">
                  <a:srgbClr val="000029">
                    <a:alpha val="1795"/>
                  </a:srgbClr>
                </a:gs>
                <a:gs pos="100000">
                  <a:srgbClr val="000029">
                    <a:alpha val="6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Splat 90"/>
            <p:cNvSpPr>
              <a:spLocks noGrp="1"/>
            </p:cNvSpPr>
            <p:nvPr/>
          </p:nvSpPr>
          <p:spPr>
            <a:xfrm rot="5400000">
              <a:off x="2595551" y="109831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00">
                    <a:alpha val="3871"/>
                  </a:srgbClr>
                </a:gs>
                <a:gs pos="14286">
                  <a:srgbClr val="000000">
                    <a:alpha val="3564"/>
                  </a:srgbClr>
                </a:gs>
                <a:gs pos="28571">
                  <a:srgbClr val="000000">
                    <a:alpha val="2778"/>
                  </a:srgbClr>
                </a:gs>
                <a:gs pos="42857">
                  <a:srgbClr val="000000">
                    <a:alpha val="1831"/>
                  </a:srgbClr>
                </a:gs>
                <a:gs pos="57143">
                  <a:srgbClr val="000000">
                    <a:alpha val="1019"/>
                  </a:srgbClr>
                </a:gs>
                <a:gs pos="71429">
                  <a:srgbClr val="000000">
                    <a:alpha val="478"/>
                  </a:srgbClr>
                </a:gs>
                <a:gs pos="85714">
                  <a:srgbClr val="000000">
                    <a:alpha val="189"/>
                  </a:srgbClr>
                </a:gs>
                <a:gs pos="100000">
                  <a:srgbClr val="000000">
                    <a:alpha val="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Splat 91"/>
            <p:cNvSpPr>
              <a:spLocks noGrp="1"/>
            </p:cNvSpPr>
            <p:nvPr/>
          </p:nvSpPr>
          <p:spPr>
            <a:xfrm rot="5400000">
              <a:off x="2767733" y="111312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Splat 92"/>
            <p:cNvSpPr>
              <a:spLocks noGrp="1"/>
            </p:cNvSpPr>
            <p:nvPr/>
          </p:nvSpPr>
          <p:spPr>
            <a:xfrm rot="5400000">
              <a:off x="3038917" y="119047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00">
                    <a:alpha val="9105"/>
                  </a:srgbClr>
                </a:gs>
                <a:gs pos="14286">
                  <a:srgbClr val="000000">
                    <a:alpha val="8401"/>
                  </a:srgbClr>
                </a:gs>
                <a:gs pos="28571">
                  <a:srgbClr val="000000">
                    <a:alpha val="6586"/>
                  </a:srgbClr>
                </a:gs>
                <a:gs pos="42857">
                  <a:srgbClr val="000000">
                    <a:alpha val="4370"/>
                  </a:srgbClr>
                </a:gs>
                <a:gs pos="57143">
                  <a:srgbClr val="000000">
                    <a:alpha val="2446"/>
                  </a:srgbClr>
                </a:gs>
                <a:gs pos="71429">
                  <a:srgbClr val="000000">
                    <a:alpha val="1152"/>
                  </a:srgbClr>
                </a:gs>
                <a:gs pos="85714">
                  <a:srgbClr val="000000">
                    <a:alpha val="457"/>
                  </a:srgbClr>
                </a:gs>
                <a:gs pos="100000">
                  <a:srgbClr val="000000">
                    <a:alpha val="1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Splat 93"/>
            <p:cNvSpPr>
              <a:spLocks noGrp="1"/>
            </p:cNvSpPr>
            <p:nvPr/>
          </p:nvSpPr>
          <p:spPr>
            <a:xfrm rot="5400000">
              <a:off x="3289165" y="1160894"/>
              <a:ext cx="602456" cy="602456"/>
            </a:xfrm>
            <a:prstGeom prst="ellipse">
              <a:avLst/>
            </a:prstGeom>
            <a:gradFill>
              <a:gsLst>
                <a:gs pos="0">
                  <a:srgbClr val="9D005A">
                    <a:alpha val="32968"/>
                  </a:srgbClr>
                </a:gs>
                <a:gs pos="14286">
                  <a:srgbClr val="9D005A">
                    <a:alpha val="30764"/>
                  </a:srgbClr>
                </a:gs>
                <a:gs pos="28571">
                  <a:srgbClr val="9D005A">
                    <a:alpha val="24833"/>
                  </a:srgbClr>
                </a:gs>
                <a:gs pos="42857">
                  <a:srgbClr val="9D005A">
                    <a:alpha val="17075"/>
                  </a:srgbClr>
                </a:gs>
                <a:gs pos="57143">
                  <a:srgbClr val="9D005A">
                    <a:alpha val="9855"/>
                  </a:srgbClr>
                </a:gs>
                <a:gs pos="71429">
                  <a:srgbClr val="9D005A">
                    <a:alpha val="4740"/>
                  </a:srgbClr>
                </a:gs>
                <a:gs pos="85714">
                  <a:srgbClr val="9D005A">
                    <a:alpha val="1902"/>
                  </a:srgbClr>
                </a:gs>
                <a:gs pos="100000">
                  <a:srgbClr val="9D005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Splat 94"/>
            <p:cNvSpPr>
              <a:spLocks noGrp="1"/>
            </p:cNvSpPr>
            <p:nvPr/>
          </p:nvSpPr>
          <p:spPr>
            <a:xfrm rot="5400000">
              <a:off x="3634769" y="1173807"/>
              <a:ext cx="602456" cy="602456"/>
            </a:xfrm>
            <a:prstGeom prst="ellipse">
              <a:avLst/>
            </a:prstGeom>
            <a:gradFill>
              <a:gsLst>
                <a:gs pos="0">
                  <a:srgbClr val="EB84FF">
                    <a:alpha val="7675"/>
                  </a:srgbClr>
                </a:gs>
                <a:gs pos="14286">
                  <a:srgbClr val="EB84FF">
                    <a:alpha val="7077"/>
                  </a:srgbClr>
                </a:gs>
                <a:gs pos="28571">
                  <a:srgbClr val="EB84FF">
                    <a:alpha val="5540"/>
                  </a:srgbClr>
                </a:gs>
                <a:gs pos="42857">
                  <a:srgbClr val="EB84FF">
                    <a:alpha val="3669"/>
                  </a:srgbClr>
                </a:gs>
                <a:gs pos="57143">
                  <a:srgbClr val="EB84FF">
                    <a:alpha val="2050"/>
                  </a:srgbClr>
                </a:gs>
                <a:gs pos="71429">
                  <a:srgbClr val="EB84FF">
                    <a:alpha val="965"/>
                  </a:srgbClr>
                </a:gs>
                <a:gs pos="85714">
                  <a:srgbClr val="EB84FF">
                    <a:alpha val="383"/>
                  </a:srgbClr>
                </a:gs>
                <a:gs pos="100000">
                  <a:srgbClr val="EB84FF">
                    <a:alpha val="1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Splat 95"/>
            <p:cNvSpPr>
              <a:spLocks noGrp="1"/>
            </p:cNvSpPr>
            <p:nvPr/>
          </p:nvSpPr>
          <p:spPr>
            <a:xfrm rot="5400000">
              <a:off x="3805693" y="1212313"/>
              <a:ext cx="602456" cy="602456"/>
            </a:xfrm>
            <a:prstGeom prst="ellipse">
              <a:avLst/>
            </a:prstGeom>
            <a:gradFill>
              <a:gsLst>
                <a:gs pos="0">
                  <a:srgbClr val="E28CB9">
                    <a:alpha val="32968"/>
                  </a:srgbClr>
                </a:gs>
                <a:gs pos="14286">
                  <a:srgbClr val="E28CB9">
                    <a:alpha val="30764"/>
                  </a:srgbClr>
                </a:gs>
                <a:gs pos="28571">
                  <a:srgbClr val="E28CB9">
                    <a:alpha val="24833"/>
                  </a:srgbClr>
                </a:gs>
                <a:gs pos="42857">
                  <a:srgbClr val="E28CB9">
                    <a:alpha val="17075"/>
                  </a:srgbClr>
                </a:gs>
                <a:gs pos="57143">
                  <a:srgbClr val="E28CB9">
                    <a:alpha val="9855"/>
                  </a:srgbClr>
                </a:gs>
                <a:gs pos="71429">
                  <a:srgbClr val="E28CB9">
                    <a:alpha val="4740"/>
                  </a:srgbClr>
                </a:gs>
                <a:gs pos="85714">
                  <a:srgbClr val="E28CB9">
                    <a:alpha val="1902"/>
                  </a:srgbClr>
                </a:gs>
                <a:gs pos="100000">
                  <a:srgbClr val="E28CB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Splat 96"/>
            <p:cNvSpPr>
              <a:spLocks noGrp="1"/>
            </p:cNvSpPr>
            <p:nvPr/>
          </p:nvSpPr>
          <p:spPr>
            <a:xfrm rot="5400000">
              <a:off x="4141997" y="1201066"/>
              <a:ext cx="602456" cy="602456"/>
            </a:xfrm>
            <a:prstGeom prst="ellipse">
              <a:avLst/>
            </a:prstGeom>
            <a:gradFill>
              <a:gsLst>
                <a:gs pos="0">
                  <a:srgbClr val="CC408B">
                    <a:alpha val="32968"/>
                  </a:srgbClr>
                </a:gs>
                <a:gs pos="14286">
                  <a:srgbClr val="CC408B">
                    <a:alpha val="30764"/>
                  </a:srgbClr>
                </a:gs>
                <a:gs pos="28571">
                  <a:srgbClr val="CC408B">
                    <a:alpha val="24833"/>
                  </a:srgbClr>
                </a:gs>
                <a:gs pos="42857">
                  <a:srgbClr val="CC408B">
                    <a:alpha val="17075"/>
                  </a:srgbClr>
                </a:gs>
                <a:gs pos="57143">
                  <a:srgbClr val="CC408B">
                    <a:alpha val="9855"/>
                  </a:srgbClr>
                </a:gs>
                <a:gs pos="71429">
                  <a:srgbClr val="CC408B">
                    <a:alpha val="4740"/>
                  </a:srgbClr>
                </a:gs>
                <a:gs pos="85714">
                  <a:srgbClr val="CC408B">
                    <a:alpha val="1902"/>
                  </a:srgbClr>
                </a:gs>
                <a:gs pos="100000">
                  <a:srgbClr val="CC408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Splat 97"/>
            <p:cNvSpPr>
              <a:spLocks noGrp="1"/>
            </p:cNvSpPr>
            <p:nvPr/>
          </p:nvSpPr>
          <p:spPr>
            <a:xfrm rot="5400000">
              <a:off x="-235691" y="1360477"/>
              <a:ext cx="602456" cy="602456"/>
            </a:xfrm>
            <a:prstGeom prst="ellipse">
              <a:avLst/>
            </a:prstGeom>
            <a:gradFill>
              <a:gsLst>
                <a:gs pos="0">
                  <a:srgbClr val="E37C4F">
                    <a:alpha val="32968"/>
                  </a:srgbClr>
                </a:gs>
                <a:gs pos="14286">
                  <a:srgbClr val="E37C4F">
                    <a:alpha val="30764"/>
                  </a:srgbClr>
                </a:gs>
                <a:gs pos="28571">
                  <a:srgbClr val="E37C4F">
                    <a:alpha val="24833"/>
                  </a:srgbClr>
                </a:gs>
                <a:gs pos="42857">
                  <a:srgbClr val="E37C4F">
                    <a:alpha val="17075"/>
                  </a:srgbClr>
                </a:gs>
                <a:gs pos="57143">
                  <a:srgbClr val="E37C4F">
                    <a:alpha val="9855"/>
                  </a:srgbClr>
                </a:gs>
                <a:gs pos="71429">
                  <a:srgbClr val="E37C4F">
                    <a:alpha val="4740"/>
                  </a:srgbClr>
                </a:gs>
                <a:gs pos="85714">
                  <a:srgbClr val="E37C4F">
                    <a:alpha val="1902"/>
                  </a:srgbClr>
                </a:gs>
                <a:gs pos="100000">
                  <a:srgbClr val="E37C4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Splat 98"/>
            <p:cNvSpPr>
              <a:spLocks noGrp="1"/>
            </p:cNvSpPr>
            <p:nvPr/>
          </p:nvSpPr>
          <p:spPr>
            <a:xfrm rot="5400000">
              <a:off x="146599" y="1407758"/>
              <a:ext cx="602456" cy="602456"/>
            </a:xfrm>
            <a:prstGeom prst="ellipse">
              <a:avLst/>
            </a:prstGeom>
            <a:gradFill>
              <a:gsLst>
                <a:gs pos="0">
                  <a:srgbClr val="E06F57">
                    <a:alpha val="32968"/>
                  </a:srgbClr>
                </a:gs>
                <a:gs pos="14286">
                  <a:srgbClr val="E06F57">
                    <a:alpha val="30764"/>
                  </a:srgbClr>
                </a:gs>
                <a:gs pos="28571">
                  <a:srgbClr val="E06F57">
                    <a:alpha val="24833"/>
                  </a:srgbClr>
                </a:gs>
                <a:gs pos="42857">
                  <a:srgbClr val="E06F57">
                    <a:alpha val="17075"/>
                  </a:srgbClr>
                </a:gs>
                <a:gs pos="57143">
                  <a:srgbClr val="E06F57">
                    <a:alpha val="9855"/>
                  </a:srgbClr>
                </a:gs>
                <a:gs pos="71429">
                  <a:srgbClr val="E06F57">
                    <a:alpha val="4740"/>
                  </a:srgbClr>
                </a:gs>
                <a:gs pos="85714">
                  <a:srgbClr val="E06F57">
                    <a:alpha val="1902"/>
                  </a:srgbClr>
                </a:gs>
                <a:gs pos="100000">
                  <a:srgbClr val="E06F5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Splat 99"/>
            <p:cNvSpPr>
              <a:spLocks noGrp="1"/>
            </p:cNvSpPr>
            <p:nvPr/>
          </p:nvSpPr>
          <p:spPr>
            <a:xfrm rot="5400000">
              <a:off x="295891" y="1423472"/>
              <a:ext cx="602456" cy="602456"/>
            </a:xfrm>
            <a:prstGeom prst="ellipse">
              <a:avLst/>
            </a:prstGeom>
            <a:gradFill>
              <a:gsLst>
                <a:gs pos="0">
                  <a:srgbClr val="ED4B44">
                    <a:alpha val="8369"/>
                  </a:srgbClr>
                </a:gs>
                <a:gs pos="14286">
                  <a:srgbClr val="ED4B44">
                    <a:alpha val="7719"/>
                  </a:srgbClr>
                </a:gs>
                <a:gs pos="28571">
                  <a:srgbClr val="ED4B44">
                    <a:alpha val="6047"/>
                  </a:srgbClr>
                </a:gs>
                <a:gs pos="42857">
                  <a:srgbClr val="ED4B44">
                    <a:alpha val="4009"/>
                  </a:srgbClr>
                </a:gs>
                <a:gs pos="57143">
                  <a:srgbClr val="ED4B44">
                    <a:alpha val="2242"/>
                  </a:srgbClr>
                </a:gs>
                <a:gs pos="71429">
                  <a:srgbClr val="ED4B44">
                    <a:alpha val="1056"/>
                  </a:srgbClr>
                </a:gs>
                <a:gs pos="85714">
                  <a:srgbClr val="ED4B44">
                    <a:alpha val="419"/>
                  </a:srgbClr>
                </a:gs>
                <a:gs pos="100000">
                  <a:srgbClr val="ED4B44">
                    <a:alpha val="1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Splat 100"/>
            <p:cNvSpPr>
              <a:spLocks noGrp="1"/>
            </p:cNvSpPr>
            <p:nvPr/>
          </p:nvSpPr>
          <p:spPr>
            <a:xfrm rot="5400000">
              <a:off x="1006338" y="143497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Splat 101"/>
            <p:cNvSpPr>
              <a:spLocks noGrp="1"/>
            </p:cNvSpPr>
            <p:nvPr/>
          </p:nvSpPr>
          <p:spPr>
            <a:xfrm rot="5400000">
              <a:off x="1357949" y="135739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99">
                    <a:alpha val="16523"/>
                  </a:srgbClr>
                </a:gs>
                <a:gs pos="14286">
                  <a:srgbClr val="000099">
                    <a:alpha val="15295"/>
                  </a:srgbClr>
                </a:gs>
                <a:gs pos="28571">
                  <a:srgbClr val="000099">
                    <a:alpha val="12092"/>
                  </a:srgbClr>
                </a:gs>
                <a:gs pos="42857">
                  <a:srgbClr val="000099">
                    <a:alpha val="8106"/>
                  </a:srgbClr>
                </a:gs>
                <a:gs pos="57143">
                  <a:srgbClr val="000099">
                    <a:alpha val="4576"/>
                  </a:srgbClr>
                </a:gs>
                <a:gs pos="71429">
                  <a:srgbClr val="000099">
                    <a:alpha val="2169"/>
                  </a:srgbClr>
                </a:gs>
                <a:gs pos="85714">
                  <a:srgbClr val="000099">
                    <a:alpha val="863"/>
                  </a:srgbClr>
                </a:gs>
                <a:gs pos="100000">
                  <a:srgbClr val="000099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Splat 102"/>
            <p:cNvSpPr>
              <a:spLocks noGrp="1"/>
            </p:cNvSpPr>
            <p:nvPr/>
          </p:nvSpPr>
          <p:spPr>
            <a:xfrm rot="5400000">
              <a:off x="1529012" y="141147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D8FF">
                    <a:alpha val="14159"/>
                  </a:srgbClr>
                </a:gs>
                <a:gs pos="14286">
                  <a:srgbClr val="00D8FF">
                    <a:alpha val="13093"/>
                  </a:srgbClr>
                </a:gs>
                <a:gs pos="28571">
                  <a:srgbClr val="00D8FF">
                    <a:alpha val="10323"/>
                  </a:srgbClr>
                </a:gs>
                <a:gs pos="42857">
                  <a:srgbClr val="00D8FF">
                    <a:alpha val="6897"/>
                  </a:srgbClr>
                </a:gs>
                <a:gs pos="57143">
                  <a:srgbClr val="00D8FF">
                    <a:alpha val="3883"/>
                  </a:srgbClr>
                </a:gs>
                <a:gs pos="71429">
                  <a:srgbClr val="00D8FF">
                    <a:alpha val="1837"/>
                  </a:srgbClr>
                </a:gs>
                <a:gs pos="85714">
                  <a:srgbClr val="00D8FF">
                    <a:alpha val="730"/>
                  </a:srgbClr>
                </a:gs>
                <a:gs pos="100000">
                  <a:srgbClr val="00D8FF">
                    <a:alpha val="2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Splat 103"/>
            <p:cNvSpPr>
              <a:spLocks noGrp="1"/>
            </p:cNvSpPr>
            <p:nvPr/>
          </p:nvSpPr>
          <p:spPr>
            <a:xfrm rot="5400000">
              <a:off x="1916114" y="144202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99FF">
                    <a:alpha val="9235"/>
                  </a:srgbClr>
                </a:gs>
                <a:gs pos="14286">
                  <a:srgbClr val="0099FF">
                    <a:alpha val="8521"/>
                  </a:srgbClr>
                </a:gs>
                <a:gs pos="28571">
                  <a:srgbClr val="0099FF">
                    <a:alpha val="6681"/>
                  </a:srgbClr>
                </a:gs>
                <a:gs pos="42857">
                  <a:srgbClr val="0099FF">
                    <a:alpha val="4434"/>
                  </a:srgbClr>
                </a:gs>
                <a:gs pos="57143">
                  <a:srgbClr val="0099FF">
                    <a:alpha val="2482"/>
                  </a:srgbClr>
                </a:gs>
                <a:gs pos="71429">
                  <a:srgbClr val="0099FF">
                    <a:alpha val="1170"/>
                  </a:srgbClr>
                </a:gs>
                <a:gs pos="85714">
                  <a:srgbClr val="0099FF">
                    <a:alpha val="464"/>
                  </a:srgbClr>
                </a:gs>
                <a:gs pos="100000">
                  <a:srgbClr val="0099FF">
                    <a:alpha val="1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Splat 104"/>
            <p:cNvSpPr>
              <a:spLocks noGrp="1"/>
            </p:cNvSpPr>
            <p:nvPr/>
          </p:nvSpPr>
          <p:spPr>
            <a:xfrm rot="5400000">
              <a:off x="2338206" y="147461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2C88">
                    <a:alpha val="26405"/>
                  </a:srgbClr>
                </a:gs>
                <a:gs pos="14286">
                  <a:srgbClr val="002C88">
                    <a:alpha val="24557"/>
                  </a:srgbClr>
                </a:gs>
                <a:gs pos="28571">
                  <a:srgbClr val="002C88">
                    <a:alpha val="19651"/>
                  </a:srgbClr>
                </a:gs>
                <a:gs pos="42857">
                  <a:srgbClr val="002C88">
                    <a:alpha val="13369"/>
                  </a:srgbClr>
                </a:gs>
                <a:gs pos="57143">
                  <a:srgbClr val="002C88">
                    <a:alpha val="7644"/>
                  </a:srgbClr>
                </a:gs>
                <a:gs pos="71429">
                  <a:srgbClr val="002C88">
                    <a:alpha val="3654"/>
                  </a:srgbClr>
                </a:gs>
                <a:gs pos="85714">
                  <a:srgbClr val="002C88">
                    <a:alpha val="1461"/>
                  </a:srgbClr>
                </a:gs>
                <a:gs pos="100000">
                  <a:srgbClr val="002C88">
                    <a:alpha val="4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Splat 105"/>
            <p:cNvSpPr>
              <a:spLocks noGrp="1"/>
            </p:cNvSpPr>
            <p:nvPr/>
          </p:nvSpPr>
          <p:spPr>
            <a:xfrm rot="5400000">
              <a:off x="2516489" y="135795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Splat 106"/>
            <p:cNvSpPr>
              <a:spLocks noGrp="1"/>
            </p:cNvSpPr>
            <p:nvPr/>
          </p:nvSpPr>
          <p:spPr>
            <a:xfrm rot="5400000">
              <a:off x="3368437" y="148893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70FF">
                    <a:alpha val="6147"/>
                  </a:srgbClr>
                </a:gs>
                <a:gs pos="14286">
                  <a:srgbClr val="0070FF">
                    <a:alpha val="5664"/>
                  </a:srgbClr>
                </a:gs>
                <a:gs pos="28571">
                  <a:srgbClr val="0070FF">
                    <a:alpha val="4427"/>
                  </a:srgbClr>
                </a:gs>
                <a:gs pos="42857">
                  <a:srgbClr val="0070FF">
                    <a:alpha val="2926"/>
                  </a:srgbClr>
                </a:gs>
                <a:gs pos="57143">
                  <a:srgbClr val="0070FF">
                    <a:alpha val="1632"/>
                  </a:srgbClr>
                </a:gs>
                <a:gs pos="71429">
                  <a:srgbClr val="0070FF">
                    <a:alpha val="767"/>
                  </a:srgbClr>
                </a:gs>
                <a:gs pos="85714">
                  <a:srgbClr val="0070FF">
                    <a:alpha val="304"/>
                  </a:srgbClr>
                </a:gs>
                <a:gs pos="100000">
                  <a:srgbClr val="0070FF">
                    <a:alpha val="1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Splat 107"/>
            <p:cNvSpPr>
              <a:spLocks noGrp="1"/>
            </p:cNvSpPr>
            <p:nvPr/>
          </p:nvSpPr>
          <p:spPr>
            <a:xfrm rot="5400000">
              <a:off x="3619845" y="1410347"/>
              <a:ext cx="602456" cy="602456"/>
            </a:xfrm>
            <a:prstGeom prst="ellipse">
              <a:avLst/>
            </a:prstGeom>
            <a:gradFill>
              <a:gsLst>
                <a:gs pos="0">
                  <a:srgbClr val="ED95C8">
                    <a:alpha val="32968"/>
                  </a:srgbClr>
                </a:gs>
                <a:gs pos="14286">
                  <a:srgbClr val="ED95C8">
                    <a:alpha val="30764"/>
                  </a:srgbClr>
                </a:gs>
                <a:gs pos="28571">
                  <a:srgbClr val="ED95C8">
                    <a:alpha val="24833"/>
                  </a:srgbClr>
                </a:gs>
                <a:gs pos="42857">
                  <a:srgbClr val="ED95C8">
                    <a:alpha val="17075"/>
                  </a:srgbClr>
                </a:gs>
                <a:gs pos="57143">
                  <a:srgbClr val="ED95C8">
                    <a:alpha val="9855"/>
                  </a:srgbClr>
                </a:gs>
                <a:gs pos="71429">
                  <a:srgbClr val="ED95C8">
                    <a:alpha val="4740"/>
                  </a:srgbClr>
                </a:gs>
                <a:gs pos="85714">
                  <a:srgbClr val="ED95C8">
                    <a:alpha val="1902"/>
                  </a:srgbClr>
                </a:gs>
                <a:gs pos="100000">
                  <a:srgbClr val="ED95C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Splat 108"/>
            <p:cNvSpPr>
              <a:spLocks noGrp="1"/>
            </p:cNvSpPr>
            <p:nvPr/>
          </p:nvSpPr>
          <p:spPr>
            <a:xfrm rot="5400000">
              <a:off x="3834248" y="1412645"/>
              <a:ext cx="602456" cy="602456"/>
            </a:xfrm>
            <a:prstGeom prst="ellipse">
              <a:avLst/>
            </a:prstGeom>
            <a:gradFill>
              <a:gsLst>
                <a:gs pos="0">
                  <a:srgbClr val="DC7091">
                    <a:alpha val="32968"/>
                  </a:srgbClr>
                </a:gs>
                <a:gs pos="14286">
                  <a:srgbClr val="DC7091">
                    <a:alpha val="30764"/>
                  </a:srgbClr>
                </a:gs>
                <a:gs pos="28571">
                  <a:srgbClr val="DC7091">
                    <a:alpha val="24833"/>
                  </a:srgbClr>
                </a:gs>
                <a:gs pos="42857">
                  <a:srgbClr val="DC7091">
                    <a:alpha val="17075"/>
                  </a:srgbClr>
                </a:gs>
                <a:gs pos="57143">
                  <a:srgbClr val="DC7091">
                    <a:alpha val="9855"/>
                  </a:srgbClr>
                </a:gs>
                <a:gs pos="71429">
                  <a:srgbClr val="DC7091">
                    <a:alpha val="4740"/>
                  </a:srgbClr>
                </a:gs>
                <a:gs pos="85714">
                  <a:srgbClr val="DC7091">
                    <a:alpha val="1902"/>
                  </a:srgbClr>
                </a:gs>
                <a:gs pos="100000">
                  <a:srgbClr val="DC709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Splat 109"/>
            <p:cNvSpPr>
              <a:spLocks noGrp="1"/>
            </p:cNvSpPr>
            <p:nvPr/>
          </p:nvSpPr>
          <p:spPr>
            <a:xfrm rot="5400000">
              <a:off x="4131605" y="1488896"/>
              <a:ext cx="602456" cy="602456"/>
            </a:xfrm>
            <a:prstGeom prst="ellipse">
              <a:avLst/>
            </a:prstGeom>
            <a:gradFill>
              <a:gsLst>
                <a:gs pos="0">
                  <a:srgbClr val="C06A86">
                    <a:alpha val="32968"/>
                  </a:srgbClr>
                </a:gs>
                <a:gs pos="14286">
                  <a:srgbClr val="C06A86">
                    <a:alpha val="30764"/>
                  </a:srgbClr>
                </a:gs>
                <a:gs pos="28571">
                  <a:srgbClr val="C06A86">
                    <a:alpha val="24833"/>
                  </a:srgbClr>
                </a:gs>
                <a:gs pos="42857">
                  <a:srgbClr val="C06A86">
                    <a:alpha val="17075"/>
                  </a:srgbClr>
                </a:gs>
                <a:gs pos="57143">
                  <a:srgbClr val="C06A86">
                    <a:alpha val="9855"/>
                  </a:srgbClr>
                </a:gs>
                <a:gs pos="71429">
                  <a:srgbClr val="C06A86">
                    <a:alpha val="4740"/>
                  </a:srgbClr>
                </a:gs>
                <a:gs pos="85714">
                  <a:srgbClr val="C06A86">
                    <a:alpha val="1902"/>
                  </a:srgbClr>
                </a:gs>
                <a:gs pos="100000">
                  <a:srgbClr val="C06A8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Splat 110"/>
            <p:cNvSpPr>
              <a:spLocks noGrp="1"/>
            </p:cNvSpPr>
            <p:nvPr/>
          </p:nvSpPr>
          <p:spPr>
            <a:xfrm rot="5400000">
              <a:off x="-182835" y="1647545"/>
              <a:ext cx="602456" cy="602456"/>
            </a:xfrm>
            <a:prstGeom prst="ellipse">
              <a:avLst/>
            </a:prstGeom>
            <a:gradFill>
              <a:gsLst>
                <a:gs pos="0">
                  <a:srgbClr val="DC6542">
                    <a:alpha val="32968"/>
                  </a:srgbClr>
                </a:gs>
                <a:gs pos="14286">
                  <a:srgbClr val="DC6542">
                    <a:alpha val="30764"/>
                  </a:srgbClr>
                </a:gs>
                <a:gs pos="28571">
                  <a:srgbClr val="DC6542">
                    <a:alpha val="24833"/>
                  </a:srgbClr>
                </a:gs>
                <a:gs pos="42857">
                  <a:srgbClr val="DC6542">
                    <a:alpha val="17075"/>
                  </a:srgbClr>
                </a:gs>
                <a:gs pos="57143">
                  <a:srgbClr val="DC6542">
                    <a:alpha val="9855"/>
                  </a:srgbClr>
                </a:gs>
                <a:gs pos="71429">
                  <a:srgbClr val="DC6542">
                    <a:alpha val="4740"/>
                  </a:srgbClr>
                </a:gs>
                <a:gs pos="85714">
                  <a:srgbClr val="DC6542">
                    <a:alpha val="1902"/>
                  </a:srgbClr>
                </a:gs>
                <a:gs pos="100000">
                  <a:srgbClr val="DC654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Splat 111"/>
            <p:cNvSpPr>
              <a:spLocks noGrp="1"/>
            </p:cNvSpPr>
            <p:nvPr/>
          </p:nvSpPr>
          <p:spPr>
            <a:xfrm rot="5400000">
              <a:off x="33482" y="1733563"/>
              <a:ext cx="602456" cy="602456"/>
            </a:xfrm>
            <a:prstGeom prst="ellipse">
              <a:avLst/>
            </a:prstGeom>
            <a:gradFill>
              <a:gsLst>
                <a:gs pos="0">
                  <a:srgbClr val="DA6653">
                    <a:alpha val="32968"/>
                  </a:srgbClr>
                </a:gs>
                <a:gs pos="14286">
                  <a:srgbClr val="DA6653">
                    <a:alpha val="30764"/>
                  </a:srgbClr>
                </a:gs>
                <a:gs pos="28571">
                  <a:srgbClr val="DA6653">
                    <a:alpha val="24833"/>
                  </a:srgbClr>
                </a:gs>
                <a:gs pos="42857">
                  <a:srgbClr val="DA6653">
                    <a:alpha val="17075"/>
                  </a:srgbClr>
                </a:gs>
                <a:gs pos="57143">
                  <a:srgbClr val="DA6653">
                    <a:alpha val="9855"/>
                  </a:srgbClr>
                </a:gs>
                <a:gs pos="71429">
                  <a:srgbClr val="DA6653">
                    <a:alpha val="4740"/>
                  </a:srgbClr>
                </a:gs>
                <a:gs pos="85714">
                  <a:srgbClr val="DA6653">
                    <a:alpha val="1902"/>
                  </a:srgbClr>
                </a:gs>
                <a:gs pos="100000">
                  <a:srgbClr val="DA665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Splat 112"/>
            <p:cNvSpPr>
              <a:spLocks noGrp="1"/>
            </p:cNvSpPr>
            <p:nvPr/>
          </p:nvSpPr>
          <p:spPr>
            <a:xfrm rot="5400000">
              <a:off x="380310" y="1622929"/>
              <a:ext cx="602456" cy="602456"/>
            </a:xfrm>
            <a:prstGeom prst="ellipse">
              <a:avLst/>
            </a:prstGeom>
            <a:gradFill>
              <a:gsLst>
                <a:gs pos="0">
                  <a:srgbClr val="F56643">
                    <a:alpha val="13320"/>
                  </a:srgbClr>
                </a:gs>
                <a:gs pos="14286">
                  <a:srgbClr val="F56643">
                    <a:alpha val="12312"/>
                  </a:srgbClr>
                </a:gs>
                <a:gs pos="28571">
                  <a:srgbClr val="F56643">
                    <a:alpha val="9698"/>
                  </a:srgbClr>
                </a:gs>
                <a:gs pos="42857">
                  <a:srgbClr val="F56643">
                    <a:alpha val="6472"/>
                  </a:srgbClr>
                </a:gs>
                <a:gs pos="57143">
                  <a:srgbClr val="F56643">
                    <a:alpha val="3640"/>
                  </a:srgbClr>
                </a:gs>
                <a:gs pos="71429">
                  <a:srgbClr val="F56643">
                    <a:alpha val="1720"/>
                  </a:srgbClr>
                </a:gs>
                <a:gs pos="85714">
                  <a:srgbClr val="F56643">
                    <a:alpha val="684"/>
                  </a:srgbClr>
                </a:gs>
                <a:gs pos="100000">
                  <a:srgbClr val="F56643">
                    <a:alpha val="2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Splat 113"/>
            <p:cNvSpPr>
              <a:spLocks noGrp="1"/>
            </p:cNvSpPr>
            <p:nvPr/>
          </p:nvSpPr>
          <p:spPr>
            <a:xfrm rot="5400000">
              <a:off x="774317" y="1747143"/>
              <a:ext cx="602456" cy="602456"/>
            </a:xfrm>
            <a:prstGeom prst="ellipse">
              <a:avLst/>
            </a:prstGeom>
            <a:gradFill>
              <a:gsLst>
                <a:gs pos="0">
                  <a:srgbClr val="FFFF00">
                    <a:alpha val="17436"/>
                  </a:srgbClr>
                </a:gs>
                <a:gs pos="14286">
                  <a:srgbClr val="FFFF00">
                    <a:alpha val="16147"/>
                  </a:srgbClr>
                </a:gs>
                <a:gs pos="28571">
                  <a:srgbClr val="FFFF00">
                    <a:alpha val="12780"/>
                  </a:srgbClr>
                </a:gs>
                <a:gs pos="42857">
                  <a:srgbClr val="FFFF00">
                    <a:alpha val="8578"/>
                  </a:srgbClr>
                </a:gs>
                <a:gs pos="57143">
                  <a:srgbClr val="FFFF00">
                    <a:alpha val="4848"/>
                  </a:srgbClr>
                </a:gs>
                <a:gs pos="71429">
                  <a:srgbClr val="FFFF00">
                    <a:alpha val="2299"/>
                  </a:srgbClr>
                </a:gs>
                <a:gs pos="85714">
                  <a:srgbClr val="FFFF00">
                    <a:alpha val="916"/>
                  </a:srgbClr>
                </a:gs>
                <a:gs pos="100000">
                  <a:srgbClr val="FFFF00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Splat 114"/>
            <p:cNvSpPr>
              <a:spLocks noGrp="1"/>
            </p:cNvSpPr>
            <p:nvPr/>
          </p:nvSpPr>
          <p:spPr>
            <a:xfrm rot="5400000">
              <a:off x="1053077" y="162959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89">
                    <a:alpha val="15521"/>
                  </a:srgbClr>
                </a:gs>
                <a:gs pos="14286">
                  <a:srgbClr val="000089">
                    <a:alpha val="14360"/>
                  </a:srgbClr>
                </a:gs>
                <a:gs pos="28571">
                  <a:srgbClr val="000089">
                    <a:alpha val="11341"/>
                  </a:srgbClr>
                </a:gs>
                <a:gs pos="42857">
                  <a:srgbClr val="000089">
                    <a:alpha val="7592"/>
                  </a:srgbClr>
                </a:gs>
                <a:gs pos="57143">
                  <a:srgbClr val="000089">
                    <a:alpha val="4280"/>
                  </a:srgbClr>
                </a:gs>
                <a:gs pos="71429">
                  <a:srgbClr val="000089">
                    <a:alpha val="2027"/>
                  </a:srgbClr>
                </a:gs>
                <a:gs pos="85714">
                  <a:srgbClr val="000089">
                    <a:alpha val="806"/>
                  </a:srgbClr>
                </a:gs>
                <a:gs pos="100000">
                  <a:srgbClr val="000089">
                    <a:alpha val="2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Splat 115"/>
            <p:cNvSpPr>
              <a:spLocks noGrp="1"/>
            </p:cNvSpPr>
            <p:nvPr/>
          </p:nvSpPr>
          <p:spPr>
            <a:xfrm rot="5400000">
              <a:off x="1404937" y="163333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78">
                    <a:alpha val="32968"/>
                  </a:srgbClr>
                </a:gs>
                <a:gs pos="14286">
                  <a:srgbClr val="000078">
                    <a:alpha val="30764"/>
                  </a:srgbClr>
                </a:gs>
                <a:gs pos="28571">
                  <a:srgbClr val="000078">
                    <a:alpha val="24833"/>
                  </a:srgbClr>
                </a:gs>
                <a:gs pos="42857">
                  <a:srgbClr val="000078">
                    <a:alpha val="17075"/>
                  </a:srgbClr>
                </a:gs>
                <a:gs pos="57143">
                  <a:srgbClr val="000078">
                    <a:alpha val="9855"/>
                  </a:srgbClr>
                </a:gs>
                <a:gs pos="71429">
                  <a:srgbClr val="000078">
                    <a:alpha val="4740"/>
                  </a:srgbClr>
                </a:gs>
                <a:gs pos="85714">
                  <a:srgbClr val="000078">
                    <a:alpha val="1902"/>
                  </a:srgbClr>
                </a:gs>
                <a:gs pos="100000">
                  <a:srgbClr val="00007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Splat 116"/>
            <p:cNvSpPr>
              <a:spLocks noGrp="1"/>
            </p:cNvSpPr>
            <p:nvPr/>
          </p:nvSpPr>
          <p:spPr>
            <a:xfrm rot="5400000">
              <a:off x="1552650" y="163127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00">
                    <a:alpha val="4765"/>
                  </a:srgbClr>
                </a:gs>
                <a:gs pos="14286">
                  <a:srgbClr val="000000">
                    <a:alpha val="4388"/>
                  </a:srgbClr>
                </a:gs>
                <a:gs pos="28571">
                  <a:srgbClr val="000000">
                    <a:alpha val="3424"/>
                  </a:srgbClr>
                </a:gs>
                <a:gs pos="42857">
                  <a:srgbClr val="000000">
                    <a:alpha val="2259"/>
                  </a:srgbClr>
                </a:gs>
                <a:gs pos="57143">
                  <a:srgbClr val="000000">
                    <a:alpha val="1258"/>
                  </a:srgbClr>
                </a:gs>
                <a:gs pos="71429">
                  <a:srgbClr val="000000">
                    <a:alpha val="591"/>
                  </a:srgbClr>
                </a:gs>
                <a:gs pos="85714">
                  <a:srgbClr val="000000">
                    <a:alpha val="234"/>
                  </a:srgbClr>
                </a:gs>
                <a:gs pos="100000">
                  <a:srgbClr val="000000">
                    <a:alpha val="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Splat 117"/>
            <p:cNvSpPr>
              <a:spLocks noGrp="1"/>
            </p:cNvSpPr>
            <p:nvPr/>
          </p:nvSpPr>
          <p:spPr>
            <a:xfrm rot="5400000">
              <a:off x="2018871" y="163490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3F">
                    <a:alpha val="32968"/>
                  </a:srgbClr>
                </a:gs>
                <a:gs pos="14286">
                  <a:srgbClr val="00003F">
                    <a:alpha val="30764"/>
                  </a:srgbClr>
                </a:gs>
                <a:gs pos="28571">
                  <a:srgbClr val="00003F">
                    <a:alpha val="24833"/>
                  </a:srgbClr>
                </a:gs>
                <a:gs pos="42857">
                  <a:srgbClr val="00003F">
                    <a:alpha val="17075"/>
                  </a:srgbClr>
                </a:gs>
                <a:gs pos="57143">
                  <a:srgbClr val="00003F">
                    <a:alpha val="9855"/>
                  </a:srgbClr>
                </a:gs>
                <a:gs pos="71429">
                  <a:srgbClr val="00003F">
                    <a:alpha val="4740"/>
                  </a:srgbClr>
                </a:gs>
                <a:gs pos="85714">
                  <a:srgbClr val="00003F">
                    <a:alpha val="1902"/>
                  </a:srgbClr>
                </a:gs>
                <a:gs pos="100000">
                  <a:srgbClr val="00003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Splat 118"/>
            <p:cNvSpPr>
              <a:spLocks noGrp="1"/>
            </p:cNvSpPr>
            <p:nvPr/>
          </p:nvSpPr>
          <p:spPr>
            <a:xfrm rot="5400000">
              <a:off x="2270425" y="170682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9AD9">
                    <a:alpha val="12783"/>
                  </a:srgbClr>
                </a:gs>
                <a:gs pos="14286">
                  <a:srgbClr val="009AD9">
                    <a:alpha val="11813"/>
                  </a:srgbClr>
                </a:gs>
                <a:gs pos="28571">
                  <a:srgbClr val="009AD9">
                    <a:alpha val="9300"/>
                  </a:srgbClr>
                </a:gs>
                <a:gs pos="42857">
                  <a:srgbClr val="009AD9">
                    <a:alpha val="6202"/>
                  </a:srgbClr>
                </a:gs>
                <a:gs pos="57143">
                  <a:srgbClr val="009AD9">
                    <a:alpha val="3485"/>
                  </a:srgbClr>
                </a:gs>
                <a:gs pos="71429">
                  <a:srgbClr val="009AD9">
                    <a:alpha val="1647"/>
                  </a:srgbClr>
                </a:gs>
                <a:gs pos="85714">
                  <a:srgbClr val="009AD9">
                    <a:alpha val="654"/>
                  </a:srgbClr>
                </a:gs>
                <a:gs pos="100000">
                  <a:srgbClr val="009AD9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Splat 119"/>
            <p:cNvSpPr>
              <a:spLocks noGrp="1"/>
            </p:cNvSpPr>
            <p:nvPr/>
          </p:nvSpPr>
          <p:spPr>
            <a:xfrm rot="5400000">
              <a:off x="3160594" y="175171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94D4">
                    <a:alpha val="27474"/>
                  </a:srgbClr>
                </a:gs>
                <a:gs pos="14286">
                  <a:srgbClr val="0094D4">
                    <a:alpha val="25565"/>
                  </a:srgbClr>
                </a:gs>
                <a:gs pos="28571">
                  <a:srgbClr val="0094D4">
                    <a:alpha val="20487"/>
                  </a:srgbClr>
                </a:gs>
                <a:gs pos="42857">
                  <a:srgbClr val="0094D4">
                    <a:alpha val="13961"/>
                  </a:srgbClr>
                </a:gs>
                <a:gs pos="57143">
                  <a:srgbClr val="0094D4">
                    <a:alpha val="7994"/>
                  </a:srgbClr>
                </a:gs>
                <a:gs pos="71429">
                  <a:srgbClr val="0094D4">
                    <a:alpha val="3825"/>
                  </a:srgbClr>
                </a:gs>
                <a:gs pos="85714">
                  <a:srgbClr val="0094D4">
                    <a:alpha val="1530"/>
                  </a:srgbClr>
                </a:gs>
                <a:gs pos="100000">
                  <a:srgbClr val="0094D4">
                    <a:alpha val="5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Splat 120"/>
            <p:cNvSpPr>
              <a:spLocks noGrp="1"/>
            </p:cNvSpPr>
            <p:nvPr/>
          </p:nvSpPr>
          <p:spPr>
            <a:xfrm rot="5400000">
              <a:off x="3276336" y="163609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8256">
                    <a:alpha val="32968"/>
                  </a:srgbClr>
                </a:gs>
                <a:gs pos="14286">
                  <a:srgbClr val="008256">
                    <a:alpha val="30764"/>
                  </a:srgbClr>
                </a:gs>
                <a:gs pos="28571">
                  <a:srgbClr val="008256">
                    <a:alpha val="24833"/>
                  </a:srgbClr>
                </a:gs>
                <a:gs pos="42857">
                  <a:srgbClr val="008256">
                    <a:alpha val="17075"/>
                  </a:srgbClr>
                </a:gs>
                <a:gs pos="57143">
                  <a:srgbClr val="008256">
                    <a:alpha val="9855"/>
                  </a:srgbClr>
                </a:gs>
                <a:gs pos="71429">
                  <a:srgbClr val="008256">
                    <a:alpha val="4740"/>
                  </a:srgbClr>
                </a:gs>
                <a:gs pos="85714">
                  <a:srgbClr val="008256">
                    <a:alpha val="1902"/>
                  </a:srgbClr>
                </a:gs>
                <a:gs pos="100000">
                  <a:srgbClr val="00825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Splat 121"/>
            <p:cNvSpPr>
              <a:spLocks noGrp="1"/>
            </p:cNvSpPr>
            <p:nvPr/>
          </p:nvSpPr>
          <p:spPr>
            <a:xfrm rot="5400000">
              <a:off x="3559862" y="1647812"/>
              <a:ext cx="602456" cy="602456"/>
            </a:xfrm>
            <a:prstGeom prst="ellipse">
              <a:avLst/>
            </a:prstGeom>
            <a:gradFill>
              <a:gsLst>
                <a:gs pos="0">
                  <a:srgbClr val="A47CFF">
                    <a:alpha val="5741"/>
                  </a:srgbClr>
                </a:gs>
                <a:gs pos="14286">
                  <a:srgbClr val="A47CFF">
                    <a:alpha val="5289"/>
                  </a:srgbClr>
                </a:gs>
                <a:gs pos="28571">
                  <a:srgbClr val="A47CFF">
                    <a:alpha val="4131"/>
                  </a:srgbClr>
                </a:gs>
                <a:gs pos="42857">
                  <a:srgbClr val="A47CFF">
                    <a:alpha val="2729"/>
                  </a:srgbClr>
                </a:gs>
                <a:gs pos="57143">
                  <a:srgbClr val="A47CFF">
                    <a:alpha val="1522"/>
                  </a:srgbClr>
                </a:gs>
                <a:gs pos="71429">
                  <a:srgbClr val="A47CFF">
                    <a:alpha val="715"/>
                  </a:srgbClr>
                </a:gs>
                <a:gs pos="85714">
                  <a:srgbClr val="A47CFF">
                    <a:alpha val="283"/>
                  </a:srgbClr>
                </a:gs>
                <a:gs pos="100000">
                  <a:srgbClr val="A47CFF">
                    <a:alpha val="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Splat 122"/>
            <p:cNvSpPr>
              <a:spLocks noGrp="1"/>
            </p:cNvSpPr>
            <p:nvPr/>
          </p:nvSpPr>
          <p:spPr>
            <a:xfrm rot="5400000">
              <a:off x="3866509" y="1676626"/>
              <a:ext cx="602456" cy="602456"/>
            </a:xfrm>
            <a:prstGeom prst="ellipse">
              <a:avLst/>
            </a:prstGeom>
            <a:gradFill>
              <a:gsLst>
                <a:gs pos="0">
                  <a:srgbClr val="AD0042">
                    <a:alpha val="32968"/>
                  </a:srgbClr>
                </a:gs>
                <a:gs pos="14286">
                  <a:srgbClr val="AD0042">
                    <a:alpha val="30764"/>
                  </a:srgbClr>
                </a:gs>
                <a:gs pos="28571">
                  <a:srgbClr val="AD0042">
                    <a:alpha val="24833"/>
                  </a:srgbClr>
                </a:gs>
                <a:gs pos="42857">
                  <a:srgbClr val="AD0042">
                    <a:alpha val="17075"/>
                  </a:srgbClr>
                </a:gs>
                <a:gs pos="57143">
                  <a:srgbClr val="AD0042">
                    <a:alpha val="9855"/>
                  </a:srgbClr>
                </a:gs>
                <a:gs pos="71429">
                  <a:srgbClr val="AD0042">
                    <a:alpha val="4740"/>
                  </a:srgbClr>
                </a:gs>
                <a:gs pos="85714">
                  <a:srgbClr val="AD0042">
                    <a:alpha val="1902"/>
                  </a:srgbClr>
                </a:gs>
                <a:gs pos="100000">
                  <a:srgbClr val="AD004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Splat 123"/>
            <p:cNvSpPr>
              <a:spLocks noGrp="1"/>
            </p:cNvSpPr>
            <p:nvPr/>
          </p:nvSpPr>
          <p:spPr>
            <a:xfrm rot="5400000">
              <a:off x="4032932" y="1669262"/>
              <a:ext cx="602456" cy="602456"/>
            </a:xfrm>
            <a:prstGeom prst="ellipse">
              <a:avLst/>
            </a:prstGeom>
            <a:gradFill>
              <a:gsLst>
                <a:gs pos="0">
                  <a:srgbClr val="900D43">
                    <a:alpha val="32968"/>
                  </a:srgbClr>
                </a:gs>
                <a:gs pos="14286">
                  <a:srgbClr val="900D43">
                    <a:alpha val="30764"/>
                  </a:srgbClr>
                </a:gs>
                <a:gs pos="28571">
                  <a:srgbClr val="900D43">
                    <a:alpha val="24833"/>
                  </a:srgbClr>
                </a:gs>
                <a:gs pos="42857">
                  <a:srgbClr val="900D43">
                    <a:alpha val="17075"/>
                  </a:srgbClr>
                </a:gs>
                <a:gs pos="57143">
                  <a:srgbClr val="900D43">
                    <a:alpha val="9855"/>
                  </a:srgbClr>
                </a:gs>
                <a:gs pos="71429">
                  <a:srgbClr val="900D43">
                    <a:alpha val="4740"/>
                  </a:srgbClr>
                </a:gs>
                <a:gs pos="85714">
                  <a:srgbClr val="900D43">
                    <a:alpha val="1902"/>
                  </a:srgbClr>
                </a:gs>
                <a:gs pos="100000">
                  <a:srgbClr val="900D4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Splat 124"/>
            <p:cNvSpPr>
              <a:spLocks noGrp="1"/>
            </p:cNvSpPr>
            <p:nvPr/>
          </p:nvSpPr>
          <p:spPr>
            <a:xfrm rot="5400000">
              <a:off x="-171398" y="1887948"/>
              <a:ext cx="602456" cy="602456"/>
            </a:xfrm>
            <a:prstGeom prst="ellipse">
              <a:avLst/>
            </a:prstGeom>
            <a:gradFill>
              <a:gsLst>
                <a:gs pos="0">
                  <a:srgbClr val="D24709">
                    <a:alpha val="32968"/>
                  </a:srgbClr>
                </a:gs>
                <a:gs pos="14286">
                  <a:srgbClr val="D24709">
                    <a:alpha val="30764"/>
                  </a:srgbClr>
                </a:gs>
                <a:gs pos="28571">
                  <a:srgbClr val="D24709">
                    <a:alpha val="24833"/>
                  </a:srgbClr>
                </a:gs>
                <a:gs pos="42857">
                  <a:srgbClr val="D24709">
                    <a:alpha val="17075"/>
                  </a:srgbClr>
                </a:gs>
                <a:gs pos="57143">
                  <a:srgbClr val="D24709">
                    <a:alpha val="9855"/>
                  </a:srgbClr>
                </a:gs>
                <a:gs pos="71429">
                  <a:srgbClr val="D24709">
                    <a:alpha val="4740"/>
                  </a:srgbClr>
                </a:gs>
                <a:gs pos="85714">
                  <a:srgbClr val="D24709">
                    <a:alpha val="1902"/>
                  </a:srgbClr>
                </a:gs>
                <a:gs pos="100000">
                  <a:srgbClr val="D2470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Splat 125"/>
            <p:cNvSpPr>
              <a:spLocks noGrp="1"/>
            </p:cNvSpPr>
            <p:nvPr/>
          </p:nvSpPr>
          <p:spPr>
            <a:xfrm rot="5400000">
              <a:off x="131192" y="1879365"/>
              <a:ext cx="602456" cy="602456"/>
            </a:xfrm>
            <a:prstGeom prst="ellipse">
              <a:avLst/>
            </a:prstGeom>
            <a:gradFill>
              <a:gsLst>
                <a:gs pos="0">
                  <a:srgbClr val="E46E46">
                    <a:alpha val="32968"/>
                  </a:srgbClr>
                </a:gs>
                <a:gs pos="14286">
                  <a:srgbClr val="E46E46">
                    <a:alpha val="30764"/>
                  </a:srgbClr>
                </a:gs>
                <a:gs pos="28571">
                  <a:srgbClr val="E46E46">
                    <a:alpha val="24833"/>
                  </a:srgbClr>
                </a:gs>
                <a:gs pos="42857">
                  <a:srgbClr val="E46E46">
                    <a:alpha val="17075"/>
                  </a:srgbClr>
                </a:gs>
                <a:gs pos="57143">
                  <a:srgbClr val="E46E46">
                    <a:alpha val="9855"/>
                  </a:srgbClr>
                </a:gs>
                <a:gs pos="71429">
                  <a:srgbClr val="E46E46">
                    <a:alpha val="4740"/>
                  </a:srgbClr>
                </a:gs>
                <a:gs pos="85714">
                  <a:srgbClr val="E46E46">
                    <a:alpha val="1902"/>
                  </a:srgbClr>
                </a:gs>
                <a:gs pos="100000">
                  <a:srgbClr val="E46E4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Splat 126"/>
            <p:cNvSpPr>
              <a:spLocks noGrp="1"/>
            </p:cNvSpPr>
            <p:nvPr/>
          </p:nvSpPr>
          <p:spPr>
            <a:xfrm rot="5400000">
              <a:off x="398037" y="1887506"/>
              <a:ext cx="602456" cy="602456"/>
            </a:xfrm>
            <a:prstGeom prst="ellipse">
              <a:avLst/>
            </a:prstGeom>
            <a:gradFill>
              <a:gsLst>
                <a:gs pos="0">
                  <a:srgbClr val="DE4D4A">
                    <a:alpha val="32968"/>
                  </a:srgbClr>
                </a:gs>
                <a:gs pos="14286">
                  <a:srgbClr val="DE4D4A">
                    <a:alpha val="30764"/>
                  </a:srgbClr>
                </a:gs>
                <a:gs pos="28571">
                  <a:srgbClr val="DE4D4A">
                    <a:alpha val="24833"/>
                  </a:srgbClr>
                </a:gs>
                <a:gs pos="42857">
                  <a:srgbClr val="DE4D4A">
                    <a:alpha val="17075"/>
                  </a:srgbClr>
                </a:gs>
                <a:gs pos="57143">
                  <a:srgbClr val="DE4D4A">
                    <a:alpha val="9855"/>
                  </a:srgbClr>
                </a:gs>
                <a:gs pos="71429">
                  <a:srgbClr val="DE4D4A">
                    <a:alpha val="4740"/>
                  </a:srgbClr>
                </a:gs>
                <a:gs pos="85714">
                  <a:srgbClr val="DE4D4A">
                    <a:alpha val="1902"/>
                  </a:srgbClr>
                </a:gs>
                <a:gs pos="100000">
                  <a:srgbClr val="DE4D4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Splat 127"/>
            <p:cNvSpPr>
              <a:spLocks noGrp="1"/>
            </p:cNvSpPr>
            <p:nvPr/>
          </p:nvSpPr>
          <p:spPr>
            <a:xfrm rot="5400000">
              <a:off x="636615" y="2026251"/>
              <a:ext cx="602456" cy="602456"/>
            </a:xfrm>
            <a:prstGeom prst="ellipse">
              <a:avLst/>
            </a:prstGeom>
            <a:gradFill>
              <a:gsLst>
                <a:gs pos="0">
                  <a:srgbClr val="FFD300">
                    <a:alpha val="16274"/>
                  </a:srgbClr>
                </a:gs>
                <a:gs pos="14286">
                  <a:srgbClr val="FFD300">
                    <a:alpha val="15062"/>
                  </a:srgbClr>
                </a:gs>
                <a:gs pos="28571">
                  <a:srgbClr val="FFD300">
                    <a:alpha val="11905"/>
                  </a:srgbClr>
                </a:gs>
                <a:gs pos="42857">
                  <a:srgbClr val="FFD300">
                    <a:alpha val="7978"/>
                  </a:srgbClr>
                </a:gs>
                <a:gs pos="57143">
                  <a:srgbClr val="FFD300">
                    <a:alpha val="4502"/>
                  </a:srgbClr>
                </a:gs>
                <a:gs pos="71429">
                  <a:srgbClr val="FFD300">
                    <a:alpha val="2133"/>
                  </a:srgbClr>
                </a:gs>
                <a:gs pos="85714">
                  <a:srgbClr val="FFD300">
                    <a:alpha val="849"/>
                  </a:srgbClr>
                </a:gs>
                <a:gs pos="100000">
                  <a:srgbClr val="FFD300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Splat 128"/>
            <p:cNvSpPr>
              <a:spLocks noGrp="1"/>
            </p:cNvSpPr>
            <p:nvPr/>
          </p:nvSpPr>
          <p:spPr>
            <a:xfrm rot="5400000">
              <a:off x="1129887" y="198132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4A97">
                    <a:alpha val="32968"/>
                  </a:srgbClr>
                </a:gs>
                <a:gs pos="14286">
                  <a:srgbClr val="004A97">
                    <a:alpha val="30764"/>
                  </a:srgbClr>
                </a:gs>
                <a:gs pos="28571">
                  <a:srgbClr val="004A97">
                    <a:alpha val="24833"/>
                  </a:srgbClr>
                </a:gs>
                <a:gs pos="42857">
                  <a:srgbClr val="004A97">
                    <a:alpha val="17075"/>
                  </a:srgbClr>
                </a:gs>
                <a:gs pos="57143">
                  <a:srgbClr val="004A97">
                    <a:alpha val="9855"/>
                  </a:srgbClr>
                </a:gs>
                <a:gs pos="71429">
                  <a:srgbClr val="004A97">
                    <a:alpha val="4740"/>
                  </a:srgbClr>
                </a:gs>
                <a:gs pos="85714">
                  <a:srgbClr val="004A97">
                    <a:alpha val="1902"/>
                  </a:srgbClr>
                </a:gs>
                <a:gs pos="100000">
                  <a:srgbClr val="004A9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Splat 129"/>
            <p:cNvSpPr>
              <a:spLocks noGrp="1"/>
            </p:cNvSpPr>
            <p:nvPr/>
          </p:nvSpPr>
          <p:spPr>
            <a:xfrm rot="5400000">
              <a:off x="1381692" y="189362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58C1">
                    <a:alpha val="19048"/>
                  </a:srgbClr>
                </a:gs>
                <a:gs pos="14286">
                  <a:srgbClr val="0058C1">
                    <a:alpha val="17652"/>
                  </a:srgbClr>
                </a:gs>
                <a:gs pos="28571">
                  <a:srgbClr val="0058C1">
                    <a:alpha val="13998"/>
                  </a:srgbClr>
                </a:gs>
                <a:gs pos="42857">
                  <a:srgbClr val="0058C1">
                    <a:alpha val="9418"/>
                  </a:srgbClr>
                </a:gs>
                <a:gs pos="57143">
                  <a:srgbClr val="0058C1">
                    <a:alpha val="5333"/>
                  </a:srgbClr>
                </a:gs>
                <a:gs pos="71429">
                  <a:srgbClr val="0058C1">
                    <a:alpha val="2533"/>
                  </a:srgbClr>
                </a:gs>
                <a:gs pos="85714">
                  <a:srgbClr val="0058C1">
                    <a:alpha val="1009"/>
                  </a:srgbClr>
                </a:gs>
                <a:gs pos="100000">
                  <a:srgbClr val="0058C1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Splat 130"/>
            <p:cNvSpPr>
              <a:spLocks noGrp="1"/>
            </p:cNvSpPr>
            <p:nvPr/>
          </p:nvSpPr>
          <p:spPr>
            <a:xfrm rot="5400000">
              <a:off x="1593802" y="195918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4471">
                    <a:alpha val="32968"/>
                  </a:srgbClr>
                </a:gs>
                <a:gs pos="14286">
                  <a:srgbClr val="004471">
                    <a:alpha val="30764"/>
                  </a:srgbClr>
                </a:gs>
                <a:gs pos="28571">
                  <a:srgbClr val="004471">
                    <a:alpha val="24833"/>
                  </a:srgbClr>
                </a:gs>
                <a:gs pos="42857">
                  <a:srgbClr val="004471">
                    <a:alpha val="17075"/>
                  </a:srgbClr>
                </a:gs>
                <a:gs pos="57143">
                  <a:srgbClr val="004471">
                    <a:alpha val="9855"/>
                  </a:srgbClr>
                </a:gs>
                <a:gs pos="71429">
                  <a:srgbClr val="004471">
                    <a:alpha val="4740"/>
                  </a:srgbClr>
                </a:gs>
                <a:gs pos="85714">
                  <a:srgbClr val="004471">
                    <a:alpha val="1902"/>
                  </a:srgbClr>
                </a:gs>
                <a:gs pos="100000">
                  <a:srgbClr val="00447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Splat 131"/>
            <p:cNvSpPr>
              <a:spLocks noGrp="1"/>
            </p:cNvSpPr>
            <p:nvPr/>
          </p:nvSpPr>
          <p:spPr>
            <a:xfrm rot="5400000">
              <a:off x="1898323" y="1950303"/>
              <a:ext cx="602456" cy="602456"/>
            </a:xfrm>
            <a:prstGeom prst="ellipse">
              <a:avLst/>
            </a:prstGeom>
            <a:gradFill>
              <a:gsLst>
                <a:gs pos="0">
                  <a:srgbClr val="706287">
                    <a:alpha val="20324"/>
                  </a:srgbClr>
                </a:gs>
                <a:gs pos="14286">
                  <a:srgbClr val="706287">
                    <a:alpha val="18847"/>
                  </a:srgbClr>
                </a:gs>
                <a:gs pos="28571">
                  <a:srgbClr val="706287">
                    <a:alpha val="14968"/>
                  </a:srgbClr>
                </a:gs>
                <a:gs pos="42857">
                  <a:srgbClr val="706287">
                    <a:alpha val="10089"/>
                  </a:srgbClr>
                </a:gs>
                <a:gs pos="57143">
                  <a:srgbClr val="706287">
                    <a:alpha val="5723"/>
                  </a:srgbClr>
                </a:gs>
                <a:gs pos="71429">
                  <a:srgbClr val="706287">
                    <a:alpha val="2721"/>
                  </a:srgbClr>
                </a:gs>
                <a:gs pos="85714">
                  <a:srgbClr val="706287">
                    <a:alpha val="1085"/>
                  </a:srgbClr>
                </a:gs>
                <a:gs pos="100000">
                  <a:srgbClr val="706287">
                    <a:alpha val="3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Splat 132"/>
            <p:cNvSpPr>
              <a:spLocks noGrp="1"/>
            </p:cNvSpPr>
            <p:nvPr/>
          </p:nvSpPr>
          <p:spPr>
            <a:xfrm rot="5400000">
              <a:off x="2072850" y="1980824"/>
              <a:ext cx="602456" cy="602456"/>
            </a:xfrm>
            <a:prstGeom prst="ellipse">
              <a:avLst/>
            </a:prstGeom>
            <a:gradFill>
              <a:gsLst>
                <a:gs pos="0">
                  <a:srgbClr val="36479B">
                    <a:alpha val="30366"/>
                  </a:srgbClr>
                </a:gs>
                <a:gs pos="14286">
                  <a:srgbClr val="36479B">
                    <a:alpha val="28298"/>
                  </a:srgbClr>
                </a:gs>
                <a:gs pos="28571">
                  <a:srgbClr val="36479B">
                    <a:alpha val="22762"/>
                  </a:srgbClr>
                </a:gs>
                <a:gs pos="42857">
                  <a:srgbClr val="36479B">
                    <a:alpha val="15584"/>
                  </a:srgbClr>
                </a:gs>
                <a:gs pos="57143">
                  <a:srgbClr val="36479B">
                    <a:alpha val="8960"/>
                  </a:srgbClr>
                </a:gs>
                <a:gs pos="71429">
                  <a:srgbClr val="36479B">
                    <a:alpha val="4299"/>
                  </a:srgbClr>
                </a:gs>
                <a:gs pos="85714">
                  <a:srgbClr val="36479B">
                    <a:alpha val="1723"/>
                  </a:srgbClr>
                </a:gs>
                <a:gs pos="100000">
                  <a:srgbClr val="36479B">
                    <a:alpha val="5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Splat 133"/>
            <p:cNvSpPr>
              <a:spLocks noGrp="1"/>
            </p:cNvSpPr>
            <p:nvPr/>
          </p:nvSpPr>
          <p:spPr>
            <a:xfrm rot="5400000">
              <a:off x="2305311" y="189452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24BD">
                    <a:alpha val="14123"/>
                  </a:srgbClr>
                </a:gs>
                <a:gs pos="14286">
                  <a:srgbClr val="0024BD">
                    <a:alpha val="13059"/>
                  </a:srgbClr>
                </a:gs>
                <a:gs pos="28571">
                  <a:srgbClr val="0024BD">
                    <a:alpha val="10296"/>
                  </a:srgbClr>
                </a:gs>
                <a:gs pos="42857">
                  <a:srgbClr val="0024BD">
                    <a:alpha val="6879"/>
                  </a:srgbClr>
                </a:gs>
                <a:gs pos="57143">
                  <a:srgbClr val="0024BD">
                    <a:alpha val="3872"/>
                  </a:srgbClr>
                </a:gs>
                <a:gs pos="71429">
                  <a:srgbClr val="0024BD">
                    <a:alpha val="1831"/>
                  </a:srgbClr>
                </a:gs>
                <a:gs pos="85714">
                  <a:srgbClr val="0024BD">
                    <a:alpha val="728"/>
                  </a:srgbClr>
                </a:gs>
                <a:gs pos="100000">
                  <a:srgbClr val="0024BD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Splat 134"/>
            <p:cNvSpPr>
              <a:spLocks noGrp="1"/>
            </p:cNvSpPr>
            <p:nvPr/>
          </p:nvSpPr>
          <p:spPr>
            <a:xfrm rot="5400000">
              <a:off x="3077322" y="192694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6FAB">
                    <a:alpha val="26700"/>
                  </a:srgbClr>
                </a:gs>
                <a:gs pos="14286">
                  <a:srgbClr val="006FAB">
                    <a:alpha val="24835"/>
                  </a:srgbClr>
                </a:gs>
                <a:gs pos="28571">
                  <a:srgbClr val="006FAB">
                    <a:alpha val="19882"/>
                  </a:srgbClr>
                </a:gs>
                <a:gs pos="42857">
                  <a:srgbClr val="006FAB">
                    <a:alpha val="13532"/>
                  </a:srgbClr>
                </a:gs>
                <a:gs pos="57143">
                  <a:srgbClr val="006FAB">
                    <a:alpha val="7740"/>
                  </a:srgbClr>
                </a:gs>
                <a:gs pos="71429">
                  <a:srgbClr val="006FAB">
                    <a:alpha val="3701"/>
                  </a:srgbClr>
                </a:gs>
                <a:gs pos="85714">
                  <a:srgbClr val="006FAB">
                    <a:alpha val="1480"/>
                  </a:srgbClr>
                </a:gs>
                <a:gs pos="100000">
                  <a:srgbClr val="006FAB">
                    <a:alpha val="4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Splat 135"/>
            <p:cNvSpPr>
              <a:spLocks noGrp="1"/>
            </p:cNvSpPr>
            <p:nvPr/>
          </p:nvSpPr>
          <p:spPr>
            <a:xfrm rot="5400000">
              <a:off x="3331345" y="198879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879D">
                    <a:alpha val="32968"/>
                  </a:srgbClr>
                </a:gs>
                <a:gs pos="14286">
                  <a:srgbClr val="00879D">
                    <a:alpha val="30764"/>
                  </a:srgbClr>
                </a:gs>
                <a:gs pos="28571">
                  <a:srgbClr val="00879D">
                    <a:alpha val="24833"/>
                  </a:srgbClr>
                </a:gs>
                <a:gs pos="42857">
                  <a:srgbClr val="00879D">
                    <a:alpha val="17075"/>
                  </a:srgbClr>
                </a:gs>
                <a:gs pos="57143">
                  <a:srgbClr val="00879D">
                    <a:alpha val="9855"/>
                  </a:srgbClr>
                </a:gs>
                <a:gs pos="71429">
                  <a:srgbClr val="00879D">
                    <a:alpha val="4740"/>
                  </a:srgbClr>
                </a:gs>
                <a:gs pos="85714">
                  <a:srgbClr val="00879D">
                    <a:alpha val="1902"/>
                  </a:srgbClr>
                </a:gs>
                <a:gs pos="100000">
                  <a:srgbClr val="00879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Splat 136"/>
            <p:cNvSpPr>
              <a:spLocks noGrp="1"/>
            </p:cNvSpPr>
            <p:nvPr/>
          </p:nvSpPr>
          <p:spPr>
            <a:xfrm rot="5400000">
              <a:off x="3569707" y="2034229"/>
              <a:ext cx="602456" cy="602456"/>
            </a:xfrm>
            <a:prstGeom prst="ellipse">
              <a:avLst/>
            </a:prstGeom>
            <a:gradFill>
              <a:gsLst>
                <a:gs pos="0">
                  <a:srgbClr val="6D0007">
                    <a:alpha val="29282"/>
                  </a:srgbClr>
                </a:gs>
                <a:gs pos="14286">
                  <a:srgbClr val="6D0007">
                    <a:alpha val="27272"/>
                  </a:srgbClr>
                </a:gs>
                <a:gs pos="28571">
                  <a:srgbClr val="6D0007">
                    <a:alpha val="21906"/>
                  </a:srgbClr>
                </a:gs>
                <a:gs pos="42857">
                  <a:srgbClr val="6D0007">
                    <a:alpha val="14971"/>
                  </a:srgbClr>
                </a:gs>
                <a:gs pos="57143">
                  <a:srgbClr val="6D0007">
                    <a:alpha val="8594"/>
                  </a:srgbClr>
                </a:gs>
                <a:gs pos="71429">
                  <a:srgbClr val="6D0007">
                    <a:alpha val="4119"/>
                  </a:srgbClr>
                </a:gs>
                <a:gs pos="85714">
                  <a:srgbClr val="6D0007">
                    <a:alpha val="1650"/>
                  </a:srgbClr>
                </a:gs>
                <a:gs pos="100000">
                  <a:srgbClr val="6D0007">
                    <a:alpha val="5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Splat 137"/>
            <p:cNvSpPr>
              <a:spLocks noGrp="1"/>
            </p:cNvSpPr>
            <p:nvPr/>
          </p:nvSpPr>
          <p:spPr>
            <a:xfrm rot="5400000">
              <a:off x="3923013" y="195343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00">
                    <a:alpha val="20294"/>
                  </a:srgbClr>
                </a:gs>
                <a:gs pos="14286">
                  <a:srgbClr val="000000">
                    <a:alpha val="18818"/>
                  </a:srgbClr>
                </a:gs>
                <a:gs pos="28571">
                  <a:srgbClr val="000000">
                    <a:alpha val="14945"/>
                  </a:srgbClr>
                </a:gs>
                <a:gs pos="42857">
                  <a:srgbClr val="000000">
                    <a:alpha val="10073"/>
                  </a:srgbClr>
                </a:gs>
                <a:gs pos="57143">
                  <a:srgbClr val="000000">
                    <a:alpha val="5714"/>
                  </a:srgbClr>
                </a:gs>
                <a:gs pos="71429">
                  <a:srgbClr val="000000">
                    <a:alpha val="2716"/>
                  </a:srgbClr>
                </a:gs>
                <a:gs pos="85714">
                  <a:srgbClr val="000000">
                    <a:alpha val="1083"/>
                  </a:srgbClr>
                </a:gs>
                <a:gs pos="100000">
                  <a:srgbClr val="000000">
                    <a:alpha val="3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Splat 138"/>
            <p:cNvSpPr>
              <a:spLocks noGrp="1"/>
            </p:cNvSpPr>
            <p:nvPr/>
          </p:nvSpPr>
          <p:spPr>
            <a:xfrm rot="5400000">
              <a:off x="126433" y="2228018"/>
              <a:ext cx="602456" cy="602456"/>
            </a:xfrm>
            <a:prstGeom prst="ellipse">
              <a:avLst/>
            </a:prstGeom>
            <a:gradFill>
              <a:gsLst>
                <a:gs pos="0">
                  <a:srgbClr val="DB6434">
                    <a:alpha val="32968"/>
                  </a:srgbClr>
                </a:gs>
                <a:gs pos="14286">
                  <a:srgbClr val="DB6434">
                    <a:alpha val="30764"/>
                  </a:srgbClr>
                </a:gs>
                <a:gs pos="28571">
                  <a:srgbClr val="DB6434">
                    <a:alpha val="24833"/>
                  </a:srgbClr>
                </a:gs>
                <a:gs pos="42857">
                  <a:srgbClr val="DB6434">
                    <a:alpha val="17075"/>
                  </a:srgbClr>
                </a:gs>
                <a:gs pos="57143">
                  <a:srgbClr val="DB6434">
                    <a:alpha val="9855"/>
                  </a:srgbClr>
                </a:gs>
                <a:gs pos="71429">
                  <a:srgbClr val="DB6434">
                    <a:alpha val="4740"/>
                  </a:srgbClr>
                </a:gs>
                <a:gs pos="85714">
                  <a:srgbClr val="DB6434">
                    <a:alpha val="1902"/>
                  </a:srgbClr>
                </a:gs>
                <a:gs pos="100000">
                  <a:srgbClr val="DB643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Splat 139"/>
            <p:cNvSpPr>
              <a:spLocks noGrp="1"/>
            </p:cNvSpPr>
            <p:nvPr/>
          </p:nvSpPr>
          <p:spPr>
            <a:xfrm rot="5400000">
              <a:off x="350242" y="2185789"/>
              <a:ext cx="602456" cy="602456"/>
            </a:xfrm>
            <a:prstGeom prst="ellipse">
              <a:avLst/>
            </a:prstGeom>
            <a:gradFill>
              <a:gsLst>
                <a:gs pos="0">
                  <a:srgbClr val="D84136">
                    <a:alpha val="32968"/>
                  </a:srgbClr>
                </a:gs>
                <a:gs pos="14286">
                  <a:srgbClr val="D84136">
                    <a:alpha val="30764"/>
                  </a:srgbClr>
                </a:gs>
                <a:gs pos="28571">
                  <a:srgbClr val="D84136">
                    <a:alpha val="24833"/>
                  </a:srgbClr>
                </a:gs>
                <a:gs pos="42857">
                  <a:srgbClr val="D84136">
                    <a:alpha val="17075"/>
                  </a:srgbClr>
                </a:gs>
                <a:gs pos="57143">
                  <a:srgbClr val="D84136">
                    <a:alpha val="9855"/>
                  </a:srgbClr>
                </a:gs>
                <a:gs pos="71429">
                  <a:srgbClr val="D84136">
                    <a:alpha val="4740"/>
                  </a:srgbClr>
                </a:gs>
                <a:gs pos="85714">
                  <a:srgbClr val="D84136">
                    <a:alpha val="1902"/>
                  </a:srgbClr>
                </a:gs>
                <a:gs pos="100000">
                  <a:srgbClr val="D8413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Splat 140"/>
            <p:cNvSpPr>
              <a:spLocks noGrp="1"/>
            </p:cNvSpPr>
            <p:nvPr/>
          </p:nvSpPr>
          <p:spPr>
            <a:xfrm rot="5400000">
              <a:off x="618821" y="2170983"/>
              <a:ext cx="602456" cy="602456"/>
            </a:xfrm>
            <a:prstGeom prst="ellipse">
              <a:avLst/>
            </a:prstGeom>
            <a:gradFill>
              <a:gsLst>
                <a:gs pos="0">
                  <a:srgbClr val="FFFF00">
                    <a:alpha val="18184"/>
                  </a:srgbClr>
                </a:gs>
                <a:gs pos="14286">
                  <a:srgbClr val="FFFF00">
                    <a:alpha val="16845"/>
                  </a:srgbClr>
                </a:gs>
                <a:gs pos="28571">
                  <a:srgbClr val="FFFF00">
                    <a:alpha val="13344"/>
                  </a:srgbClr>
                </a:gs>
                <a:gs pos="42857">
                  <a:srgbClr val="FFFF00">
                    <a:alpha val="8967"/>
                  </a:srgbClr>
                </a:gs>
                <a:gs pos="57143">
                  <a:srgbClr val="FFFF00">
                    <a:alpha val="5072"/>
                  </a:srgbClr>
                </a:gs>
                <a:gs pos="71429">
                  <a:srgbClr val="FFFF00">
                    <a:alpha val="2407"/>
                  </a:srgbClr>
                </a:gs>
                <a:gs pos="85714">
                  <a:srgbClr val="FFFF00">
                    <a:alpha val="959"/>
                  </a:srgbClr>
                </a:gs>
                <a:gs pos="100000">
                  <a:srgbClr val="FFFF00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Splat 141"/>
            <p:cNvSpPr>
              <a:spLocks noGrp="1"/>
            </p:cNvSpPr>
            <p:nvPr/>
          </p:nvSpPr>
          <p:spPr>
            <a:xfrm rot="5400000">
              <a:off x="864140" y="2284652"/>
              <a:ext cx="602456" cy="602456"/>
            </a:xfrm>
            <a:prstGeom prst="ellipse">
              <a:avLst/>
            </a:prstGeom>
            <a:gradFill>
              <a:gsLst>
                <a:gs pos="0">
                  <a:srgbClr val="FFF000">
                    <a:alpha val="20384"/>
                  </a:srgbClr>
                </a:gs>
                <a:gs pos="14286">
                  <a:srgbClr val="FFF000">
                    <a:alpha val="18902"/>
                  </a:srgbClr>
                </a:gs>
                <a:gs pos="28571">
                  <a:srgbClr val="FFF000">
                    <a:alpha val="15013"/>
                  </a:srgbClr>
                </a:gs>
                <a:gs pos="42857">
                  <a:srgbClr val="FFF000">
                    <a:alpha val="10121"/>
                  </a:srgbClr>
                </a:gs>
                <a:gs pos="57143">
                  <a:srgbClr val="FFF000">
                    <a:alpha val="5741"/>
                  </a:srgbClr>
                </a:gs>
                <a:gs pos="71429">
                  <a:srgbClr val="FFF000">
                    <a:alpha val="2730"/>
                  </a:srgbClr>
                </a:gs>
                <a:gs pos="85714">
                  <a:srgbClr val="FFF000">
                    <a:alpha val="1088"/>
                  </a:srgbClr>
                </a:gs>
                <a:gs pos="100000">
                  <a:srgbClr val="FFF000">
                    <a:alpha val="3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Splat 142"/>
            <p:cNvSpPr>
              <a:spLocks noGrp="1"/>
            </p:cNvSpPr>
            <p:nvPr/>
          </p:nvSpPr>
          <p:spPr>
            <a:xfrm rot="5400000">
              <a:off x="1269721" y="226134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00">
                    <a:alpha val="19726"/>
                  </a:srgbClr>
                </a:gs>
                <a:gs pos="14286">
                  <a:srgbClr val="000000">
                    <a:alpha val="18286"/>
                  </a:srgbClr>
                </a:gs>
                <a:gs pos="28571">
                  <a:srgbClr val="000000">
                    <a:alpha val="14513"/>
                  </a:srgbClr>
                </a:gs>
                <a:gs pos="42857">
                  <a:srgbClr val="000000">
                    <a:alpha val="9774"/>
                  </a:srgbClr>
                </a:gs>
                <a:gs pos="57143">
                  <a:srgbClr val="000000">
                    <a:alpha val="5540"/>
                  </a:srgbClr>
                </a:gs>
                <a:gs pos="71429">
                  <a:srgbClr val="000000">
                    <a:alpha val="2632"/>
                  </a:srgbClr>
                </a:gs>
                <a:gs pos="85714">
                  <a:srgbClr val="000000">
                    <a:alpha val="1049"/>
                  </a:srgbClr>
                </a:gs>
                <a:gs pos="100000">
                  <a:srgbClr val="000000">
                    <a:alpha val="3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Splat 143"/>
            <p:cNvSpPr>
              <a:spLocks noGrp="1"/>
            </p:cNvSpPr>
            <p:nvPr/>
          </p:nvSpPr>
          <p:spPr>
            <a:xfrm rot="5400000">
              <a:off x="1519868" y="2297640"/>
              <a:ext cx="602456" cy="602456"/>
            </a:xfrm>
            <a:prstGeom prst="ellipse">
              <a:avLst/>
            </a:prstGeom>
            <a:gradFill>
              <a:gsLst>
                <a:gs pos="0">
                  <a:srgbClr val="34004D">
                    <a:alpha val="32968"/>
                  </a:srgbClr>
                </a:gs>
                <a:gs pos="14286">
                  <a:srgbClr val="34004D">
                    <a:alpha val="30764"/>
                  </a:srgbClr>
                </a:gs>
                <a:gs pos="28571">
                  <a:srgbClr val="34004D">
                    <a:alpha val="24833"/>
                  </a:srgbClr>
                </a:gs>
                <a:gs pos="42857">
                  <a:srgbClr val="34004D">
                    <a:alpha val="17075"/>
                  </a:srgbClr>
                </a:gs>
                <a:gs pos="57143">
                  <a:srgbClr val="34004D">
                    <a:alpha val="9855"/>
                  </a:srgbClr>
                </a:gs>
                <a:gs pos="71429">
                  <a:srgbClr val="34004D">
                    <a:alpha val="4740"/>
                  </a:srgbClr>
                </a:gs>
                <a:gs pos="85714">
                  <a:srgbClr val="34004D">
                    <a:alpha val="1902"/>
                  </a:srgbClr>
                </a:gs>
                <a:gs pos="100000">
                  <a:srgbClr val="34004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Splat 144"/>
            <p:cNvSpPr>
              <a:spLocks noGrp="1"/>
            </p:cNvSpPr>
            <p:nvPr/>
          </p:nvSpPr>
          <p:spPr>
            <a:xfrm rot="5400000">
              <a:off x="2140925" y="223854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00">
                    <a:alpha val="11583"/>
                  </a:srgbClr>
                </a:gs>
                <a:gs pos="14286">
                  <a:srgbClr val="000000">
                    <a:alpha val="10698"/>
                  </a:srgbClr>
                </a:gs>
                <a:gs pos="28571">
                  <a:srgbClr val="000000">
                    <a:alpha val="8410"/>
                  </a:srgbClr>
                </a:gs>
                <a:gs pos="42857">
                  <a:srgbClr val="000000">
                    <a:alpha val="5599"/>
                  </a:srgbClr>
                </a:gs>
                <a:gs pos="57143">
                  <a:srgbClr val="000000">
                    <a:alpha val="3142"/>
                  </a:srgbClr>
                </a:gs>
                <a:gs pos="71429">
                  <a:srgbClr val="000000">
                    <a:alpha val="1483"/>
                  </a:srgbClr>
                </a:gs>
                <a:gs pos="85714">
                  <a:srgbClr val="000000">
                    <a:alpha val="589"/>
                  </a:srgbClr>
                </a:gs>
                <a:gs pos="100000">
                  <a:srgbClr val="000000">
                    <a:alpha val="1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Splat 145"/>
            <p:cNvSpPr>
              <a:spLocks noGrp="1"/>
            </p:cNvSpPr>
            <p:nvPr/>
          </p:nvSpPr>
          <p:spPr>
            <a:xfrm rot="5400000">
              <a:off x="2389819" y="227332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97">
                    <a:alpha val="32968"/>
                  </a:srgbClr>
                </a:gs>
                <a:gs pos="14286">
                  <a:srgbClr val="000097">
                    <a:alpha val="30764"/>
                  </a:srgbClr>
                </a:gs>
                <a:gs pos="28571">
                  <a:srgbClr val="000097">
                    <a:alpha val="24833"/>
                  </a:srgbClr>
                </a:gs>
                <a:gs pos="42857">
                  <a:srgbClr val="000097">
                    <a:alpha val="17075"/>
                  </a:srgbClr>
                </a:gs>
                <a:gs pos="57143">
                  <a:srgbClr val="000097">
                    <a:alpha val="9855"/>
                  </a:srgbClr>
                </a:gs>
                <a:gs pos="71429">
                  <a:srgbClr val="000097">
                    <a:alpha val="4740"/>
                  </a:srgbClr>
                </a:gs>
                <a:gs pos="85714">
                  <a:srgbClr val="000097">
                    <a:alpha val="1902"/>
                  </a:srgbClr>
                </a:gs>
                <a:gs pos="100000">
                  <a:srgbClr val="00009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Splat 146"/>
            <p:cNvSpPr>
              <a:spLocks noGrp="1"/>
            </p:cNvSpPr>
            <p:nvPr/>
          </p:nvSpPr>
          <p:spPr>
            <a:xfrm rot="5400000">
              <a:off x="2668456" y="217978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1165">
                    <a:alpha val="21912"/>
                  </a:srgbClr>
                </a:gs>
                <a:gs pos="14286">
                  <a:srgbClr val="001165">
                    <a:alpha val="20334"/>
                  </a:srgbClr>
                </a:gs>
                <a:gs pos="28571">
                  <a:srgbClr val="001165">
                    <a:alpha val="16180"/>
                  </a:srgbClr>
                </a:gs>
                <a:gs pos="42857">
                  <a:srgbClr val="001165">
                    <a:alpha val="10932"/>
                  </a:srgbClr>
                </a:gs>
                <a:gs pos="57143">
                  <a:srgbClr val="001165">
                    <a:alpha val="6214"/>
                  </a:srgbClr>
                </a:gs>
                <a:gs pos="71429">
                  <a:srgbClr val="001165">
                    <a:alpha val="2958"/>
                  </a:srgbClr>
                </a:gs>
                <a:gs pos="85714">
                  <a:srgbClr val="001165">
                    <a:alpha val="1180"/>
                  </a:srgbClr>
                </a:gs>
                <a:gs pos="100000">
                  <a:srgbClr val="001165">
                    <a:alpha val="3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Splat 147"/>
            <p:cNvSpPr>
              <a:spLocks noGrp="1"/>
            </p:cNvSpPr>
            <p:nvPr/>
          </p:nvSpPr>
          <p:spPr>
            <a:xfrm rot="5400000">
              <a:off x="2862061" y="215244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32B9">
                    <a:alpha val="32879"/>
                  </a:srgbClr>
                </a:gs>
                <a:gs pos="14286">
                  <a:srgbClr val="0032B9">
                    <a:alpha val="30679"/>
                  </a:srgbClr>
                </a:gs>
                <a:gs pos="28571">
                  <a:srgbClr val="0032B9">
                    <a:alpha val="24762"/>
                  </a:srgbClr>
                </a:gs>
                <a:gs pos="42857">
                  <a:srgbClr val="0032B9">
                    <a:alpha val="17024"/>
                  </a:srgbClr>
                </a:gs>
                <a:gs pos="57143">
                  <a:srgbClr val="0032B9">
                    <a:alpha val="9824"/>
                  </a:srgbClr>
                </a:gs>
                <a:gs pos="71429">
                  <a:srgbClr val="0032B9">
                    <a:alpha val="4725"/>
                  </a:srgbClr>
                </a:gs>
                <a:gs pos="85714">
                  <a:srgbClr val="0032B9">
                    <a:alpha val="1896"/>
                  </a:srgbClr>
                </a:gs>
                <a:gs pos="100000">
                  <a:srgbClr val="0032B9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Splat 148"/>
            <p:cNvSpPr>
              <a:spLocks noGrp="1"/>
            </p:cNvSpPr>
            <p:nvPr/>
          </p:nvSpPr>
          <p:spPr>
            <a:xfrm rot="5400000">
              <a:off x="3118216" y="216561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97C8">
                    <a:alpha val="32968"/>
                  </a:srgbClr>
                </a:gs>
                <a:gs pos="14286">
                  <a:srgbClr val="0097C8">
                    <a:alpha val="30764"/>
                  </a:srgbClr>
                </a:gs>
                <a:gs pos="28571">
                  <a:srgbClr val="0097C8">
                    <a:alpha val="24833"/>
                  </a:srgbClr>
                </a:gs>
                <a:gs pos="42857">
                  <a:srgbClr val="0097C8">
                    <a:alpha val="17075"/>
                  </a:srgbClr>
                </a:gs>
                <a:gs pos="57143">
                  <a:srgbClr val="0097C8">
                    <a:alpha val="9855"/>
                  </a:srgbClr>
                </a:gs>
                <a:gs pos="71429">
                  <a:srgbClr val="0097C8">
                    <a:alpha val="4740"/>
                  </a:srgbClr>
                </a:gs>
                <a:gs pos="85714">
                  <a:srgbClr val="0097C8">
                    <a:alpha val="1902"/>
                  </a:srgbClr>
                </a:gs>
                <a:gs pos="100000">
                  <a:srgbClr val="0097C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Splat 149"/>
            <p:cNvSpPr>
              <a:spLocks noGrp="1"/>
            </p:cNvSpPr>
            <p:nvPr/>
          </p:nvSpPr>
          <p:spPr>
            <a:xfrm rot="5400000">
              <a:off x="3361714" y="223487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A0">
                    <a:alpha val="9659"/>
                  </a:srgbClr>
                </a:gs>
                <a:gs pos="14286">
                  <a:srgbClr val="0000A0">
                    <a:alpha val="8914"/>
                  </a:srgbClr>
                </a:gs>
                <a:gs pos="28571">
                  <a:srgbClr val="0000A0">
                    <a:alpha val="6992"/>
                  </a:srgbClr>
                </a:gs>
                <a:gs pos="42857">
                  <a:srgbClr val="0000A0">
                    <a:alpha val="4643"/>
                  </a:srgbClr>
                </a:gs>
                <a:gs pos="57143">
                  <a:srgbClr val="0000A0">
                    <a:alpha val="2600"/>
                  </a:srgbClr>
                </a:gs>
                <a:gs pos="71429">
                  <a:srgbClr val="0000A0">
                    <a:alpha val="1226"/>
                  </a:srgbClr>
                </a:gs>
                <a:gs pos="85714">
                  <a:srgbClr val="0000A0">
                    <a:alpha val="486"/>
                  </a:srgbClr>
                </a:gs>
                <a:gs pos="100000">
                  <a:srgbClr val="0000A0">
                    <a:alpha val="1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Splat 150"/>
            <p:cNvSpPr>
              <a:spLocks noGrp="1"/>
            </p:cNvSpPr>
            <p:nvPr/>
          </p:nvSpPr>
          <p:spPr>
            <a:xfrm rot="5400000">
              <a:off x="3898057" y="2274037"/>
              <a:ext cx="602456" cy="602456"/>
            </a:xfrm>
            <a:prstGeom prst="ellipse">
              <a:avLst/>
            </a:prstGeom>
            <a:gradFill>
              <a:gsLst>
                <a:gs pos="0">
                  <a:srgbClr val="99AAFF">
                    <a:alpha val="12305"/>
                  </a:srgbClr>
                </a:gs>
                <a:gs pos="14286">
                  <a:srgbClr val="99AAFF">
                    <a:alpha val="11369"/>
                  </a:srgbClr>
                </a:gs>
                <a:gs pos="28571">
                  <a:srgbClr val="99AAFF">
                    <a:alpha val="8945"/>
                  </a:srgbClr>
                </a:gs>
                <a:gs pos="42857">
                  <a:srgbClr val="99AAFF">
                    <a:alpha val="5961"/>
                  </a:srgbClr>
                </a:gs>
                <a:gs pos="57143">
                  <a:srgbClr val="99AAFF">
                    <a:alpha val="3348"/>
                  </a:srgbClr>
                </a:gs>
                <a:gs pos="71429">
                  <a:srgbClr val="99AAFF">
                    <a:alpha val="1582"/>
                  </a:srgbClr>
                </a:gs>
                <a:gs pos="85714">
                  <a:srgbClr val="99AAFF">
                    <a:alpha val="628"/>
                  </a:srgbClr>
                </a:gs>
                <a:gs pos="100000">
                  <a:srgbClr val="99AAFF">
                    <a:alpha val="2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Splat 151"/>
            <p:cNvSpPr>
              <a:spLocks noGrp="1"/>
            </p:cNvSpPr>
            <p:nvPr/>
          </p:nvSpPr>
          <p:spPr>
            <a:xfrm rot="5400000">
              <a:off x="4105446" y="2239564"/>
              <a:ext cx="602456" cy="602456"/>
            </a:xfrm>
            <a:prstGeom prst="ellipse">
              <a:avLst/>
            </a:prstGeom>
            <a:gradFill>
              <a:gsLst>
                <a:gs pos="0">
                  <a:srgbClr val="AD8EC4">
                    <a:alpha val="24225"/>
                  </a:srgbClr>
                </a:gs>
                <a:gs pos="14286">
                  <a:srgbClr val="AD8EC4">
                    <a:alpha val="22505"/>
                  </a:srgbClr>
                </a:gs>
                <a:gs pos="28571">
                  <a:srgbClr val="AD8EC4">
                    <a:alpha val="17960"/>
                  </a:srgbClr>
                </a:gs>
                <a:gs pos="42857">
                  <a:srgbClr val="AD8EC4">
                    <a:alpha val="12177"/>
                  </a:srgbClr>
                </a:gs>
                <a:gs pos="57143">
                  <a:srgbClr val="AD8EC4">
                    <a:alpha val="6942"/>
                  </a:srgbClr>
                </a:gs>
                <a:gs pos="71429">
                  <a:srgbClr val="AD8EC4">
                    <a:alpha val="3312"/>
                  </a:srgbClr>
                </a:gs>
                <a:gs pos="85714">
                  <a:srgbClr val="AD8EC4">
                    <a:alpha val="1323"/>
                  </a:srgbClr>
                </a:gs>
                <a:gs pos="100000">
                  <a:srgbClr val="AD8EC4">
                    <a:alpha val="4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Splat 152"/>
            <p:cNvSpPr>
              <a:spLocks noGrp="1"/>
            </p:cNvSpPr>
            <p:nvPr/>
          </p:nvSpPr>
          <p:spPr>
            <a:xfrm rot="5400000">
              <a:off x="13907" y="2416820"/>
              <a:ext cx="602456" cy="602456"/>
            </a:xfrm>
            <a:prstGeom prst="ellipse">
              <a:avLst/>
            </a:prstGeom>
            <a:gradFill>
              <a:gsLst>
                <a:gs pos="0">
                  <a:srgbClr val="CD4B23">
                    <a:alpha val="32968"/>
                  </a:srgbClr>
                </a:gs>
                <a:gs pos="14286">
                  <a:srgbClr val="CD4B23">
                    <a:alpha val="30764"/>
                  </a:srgbClr>
                </a:gs>
                <a:gs pos="28571">
                  <a:srgbClr val="CD4B23">
                    <a:alpha val="24833"/>
                  </a:srgbClr>
                </a:gs>
                <a:gs pos="42857">
                  <a:srgbClr val="CD4B23">
                    <a:alpha val="17075"/>
                  </a:srgbClr>
                </a:gs>
                <a:gs pos="57143">
                  <a:srgbClr val="CD4B23">
                    <a:alpha val="9855"/>
                  </a:srgbClr>
                </a:gs>
                <a:gs pos="71429">
                  <a:srgbClr val="CD4B23">
                    <a:alpha val="4740"/>
                  </a:srgbClr>
                </a:gs>
                <a:gs pos="85714">
                  <a:srgbClr val="CD4B23">
                    <a:alpha val="1902"/>
                  </a:srgbClr>
                </a:gs>
                <a:gs pos="100000">
                  <a:srgbClr val="CD4B2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Splat 153"/>
            <p:cNvSpPr>
              <a:spLocks noGrp="1"/>
            </p:cNvSpPr>
            <p:nvPr/>
          </p:nvSpPr>
          <p:spPr>
            <a:xfrm rot="5400000">
              <a:off x="354326" y="2473956"/>
              <a:ext cx="602456" cy="602456"/>
            </a:xfrm>
            <a:prstGeom prst="ellipse">
              <a:avLst/>
            </a:prstGeom>
            <a:gradFill>
              <a:gsLst>
                <a:gs pos="0">
                  <a:srgbClr val="D64813">
                    <a:alpha val="32536"/>
                  </a:srgbClr>
                </a:gs>
                <a:gs pos="14286">
                  <a:srgbClr val="D64813">
                    <a:alpha val="30354"/>
                  </a:srgbClr>
                </a:gs>
                <a:gs pos="28571">
                  <a:srgbClr val="D64813">
                    <a:alpha val="24488"/>
                  </a:srgbClr>
                </a:gs>
                <a:gs pos="42857">
                  <a:srgbClr val="D64813">
                    <a:alpha val="16826"/>
                  </a:srgbClr>
                </a:gs>
                <a:gs pos="57143">
                  <a:srgbClr val="D64813">
                    <a:alpha val="9705"/>
                  </a:srgbClr>
                </a:gs>
                <a:gs pos="71429">
                  <a:srgbClr val="D64813">
                    <a:alpha val="4666"/>
                  </a:srgbClr>
                </a:gs>
                <a:gs pos="85714">
                  <a:srgbClr val="D64813">
                    <a:alpha val="1872"/>
                  </a:srgbClr>
                </a:gs>
                <a:gs pos="100000">
                  <a:srgbClr val="D64813">
                    <a:alpha val="6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Splat 154"/>
            <p:cNvSpPr>
              <a:spLocks noGrp="1"/>
            </p:cNvSpPr>
            <p:nvPr/>
          </p:nvSpPr>
          <p:spPr>
            <a:xfrm rot="5400000">
              <a:off x="625277" y="2517575"/>
              <a:ext cx="602456" cy="602456"/>
            </a:xfrm>
            <a:prstGeom prst="ellipse">
              <a:avLst/>
            </a:prstGeom>
            <a:gradFill>
              <a:gsLst>
                <a:gs pos="0">
                  <a:srgbClr val="F1C840">
                    <a:alpha val="32968"/>
                  </a:srgbClr>
                </a:gs>
                <a:gs pos="14286">
                  <a:srgbClr val="F1C840">
                    <a:alpha val="30764"/>
                  </a:srgbClr>
                </a:gs>
                <a:gs pos="28571">
                  <a:srgbClr val="F1C840">
                    <a:alpha val="24833"/>
                  </a:srgbClr>
                </a:gs>
                <a:gs pos="42857">
                  <a:srgbClr val="F1C840">
                    <a:alpha val="17075"/>
                  </a:srgbClr>
                </a:gs>
                <a:gs pos="57143">
                  <a:srgbClr val="F1C840">
                    <a:alpha val="9855"/>
                  </a:srgbClr>
                </a:gs>
                <a:gs pos="71429">
                  <a:srgbClr val="F1C840">
                    <a:alpha val="4740"/>
                  </a:srgbClr>
                </a:gs>
                <a:gs pos="85714">
                  <a:srgbClr val="F1C840">
                    <a:alpha val="1902"/>
                  </a:srgbClr>
                </a:gs>
                <a:gs pos="100000">
                  <a:srgbClr val="F1C84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Splat 155"/>
            <p:cNvSpPr>
              <a:spLocks noGrp="1"/>
            </p:cNvSpPr>
            <p:nvPr/>
          </p:nvSpPr>
          <p:spPr>
            <a:xfrm rot="5400000">
              <a:off x="805009" y="2556794"/>
              <a:ext cx="602456" cy="602456"/>
            </a:xfrm>
            <a:prstGeom prst="ellipse">
              <a:avLst/>
            </a:prstGeom>
            <a:gradFill>
              <a:gsLst>
                <a:gs pos="0">
                  <a:srgbClr val="FFFF4A">
                    <a:alpha val="32968"/>
                  </a:srgbClr>
                </a:gs>
                <a:gs pos="14286">
                  <a:srgbClr val="FFFF4A">
                    <a:alpha val="30764"/>
                  </a:srgbClr>
                </a:gs>
                <a:gs pos="28571">
                  <a:srgbClr val="FFFF4A">
                    <a:alpha val="24833"/>
                  </a:srgbClr>
                </a:gs>
                <a:gs pos="42857">
                  <a:srgbClr val="FFFF4A">
                    <a:alpha val="17075"/>
                  </a:srgbClr>
                </a:gs>
                <a:gs pos="57143">
                  <a:srgbClr val="FFFF4A">
                    <a:alpha val="9855"/>
                  </a:srgbClr>
                </a:gs>
                <a:gs pos="71429">
                  <a:srgbClr val="FFFF4A">
                    <a:alpha val="4740"/>
                  </a:srgbClr>
                </a:gs>
                <a:gs pos="85714">
                  <a:srgbClr val="FFFF4A">
                    <a:alpha val="1902"/>
                  </a:srgbClr>
                </a:gs>
                <a:gs pos="100000">
                  <a:srgbClr val="FFFF4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Splat 156"/>
            <p:cNvSpPr>
              <a:spLocks noGrp="1"/>
            </p:cNvSpPr>
            <p:nvPr/>
          </p:nvSpPr>
          <p:spPr>
            <a:xfrm rot="5400000">
              <a:off x="1127113" y="2448388"/>
              <a:ext cx="602456" cy="602456"/>
            </a:xfrm>
            <a:prstGeom prst="ellipse">
              <a:avLst/>
            </a:prstGeom>
            <a:gradFill>
              <a:gsLst>
                <a:gs pos="0">
                  <a:srgbClr val="DFFF00">
                    <a:alpha val="16772"/>
                  </a:srgbClr>
                </a:gs>
                <a:gs pos="14286">
                  <a:srgbClr val="DFFF00">
                    <a:alpha val="15527"/>
                  </a:srgbClr>
                </a:gs>
                <a:gs pos="28571">
                  <a:srgbClr val="DFFF00">
                    <a:alpha val="12280"/>
                  </a:srgbClr>
                </a:gs>
                <a:gs pos="42857">
                  <a:srgbClr val="DFFF00">
                    <a:alpha val="8235"/>
                  </a:srgbClr>
                </a:gs>
                <a:gs pos="57143">
                  <a:srgbClr val="DFFF00">
                    <a:alpha val="4650"/>
                  </a:srgbClr>
                </a:gs>
                <a:gs pos="71429">
                  <a:srgbClr val="DFFF00">
                    <a:alpha val="2204"/>
                  </a:srgbClr>
                </a:gs>
                <a:gs pos="85714">
                  <a:srgbClr val="DFFF00">
                    <a:alpha val="878"/>
                  </a:srgbClr>
                </a:gs>
                <a:gs pos="100000">
                  <a:srgbClr val="DFFF00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Splat 157"/>
            <p:cNvSpPr>
              <a:spLocks noGrp="1"/>
            </p:cNvSpPr>
            <p:nvPr/>
          </p:nvSpPr>
          <p:spPr>
            <a:xfrm rot="5400000">
              <a:off x="1313779" y="245596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5AFF">
                    <a:alpha val="9549"/>
                  </a:srgbClr>
                </a:gs>
                <a:gs pos="14286">
                  <a:srgbClr val="005AFF">
                    <a:alpha val="8812"/>
                  </a:srgbClr>
                </a:gs>
                <a:gs pos="28571">
                  <a:srgbClr val="005AFF">
                    <a:alpha val="6912"/>
                  </a:srgbClr>
                </a:gs>
                <a:gs pos="42857">
                  <a:srgbClr val="005AFF">
                    <a:alpha val="4589"/>
                  </a:srgbClr>
                </a:gs>
                <a:gs pos="57143">
                  <a:srgbClr val="005AFF">
                    <a:alpha val="2570"/>
                  </a:srgbClr>
                </a:gs>
                <a:gs pos="71429">
                  <a:srgbClr val="005AFF">
                    <a:alpha val="1211"/>
                  </a:srgbClr>
                </a:gs>
                <a:gs pos="85714">
                  <a:srgbClr val="005AFF">
                    <a:alpha val="481"/>
                  </a:srgbClr>
                </a:gs>
                <a:gs pos="100000">
                  <a:srgbClr val="005AFF">
                    <a:alpha val="1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Splat 158"/>
            <p:cNvSpPr>
              <a:spLocks noGrp="1"/>
            </p:cNvSpPr>
            <p:nvPr/>
          </p:nvSpPr>
          <p:spPr>
            <a:xfrm rot="5400000">
              <a:off x="1531840" y="2427193"/>
              <a:ext cx="602456" cy="602456"/>
            </a:xfrm>
            <a:prstGeom prst="ellipse">
              <a:avLst/>
            </a:prstGeom>
            <a:gradFill>
              <a:gsLst>
                <a:gs pos="0">
                  <a:srgbClr val="220000">
                    <a:alpha val="32968"/>
                  </a:srgbClr>
                </a:gs>
                <a:gs pos="14286">
                  <a:srgbClr val="220000">
                    <a:alpha val="30764"/>
                  </a:srgbClr>
                </a:gs>
                <a:gs pos="28571">
                  <a:srgbClr val="220000">
                    <a:alpha val="24833"/>
                  </a:srgbClr>
                </a:gs>
                <a:gs pos="42857">
                  <a:srgbClr val="220000">
                    <a:alpha val="17075"/>
                  </a:srgbClr>
                </a:gs>
                <a:gs pos="57143">
                  <a:srgbClr val="220000">
                    <a:alpha val="9855"/>
                  </a:srgbClr>
                </a:gs>
                <a:gs pos="71429">
                  <a:srgbClr val="220000">
                    <a:alpha val="4740"/>
                  </a:srgbClr>
                </a:gs>
                <a:gs pos="85714">
                  <a:srgbClr val="220000">
                    <a:alpha val="1902"/>
                  </a:srgbClr>
                </a:gs>
                <a:gs pos="100000">
                  <a:srgbClr val="2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Splat 159"/>
            <p:cNvSpPr>
              <a:spLocks noGrp="1"/>
            </p:cNvSpPr>
            <p:nvPr/>
          </p:nvSpPr>
          <p:spPr>
            <a:xfrm rot="5400000">
              <a:off x="2072560" y="252766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5D">
                    <a:alpha val="32968"/>
                  </a:srgbClr>
                </a:gs>
                <a:gs pos="14286">
                  <a:srgbClr val="00005D">
                    <a:alpha val="30764"/>
                  </a:srgbClr>
                </a:gs>
                <a:gs pos="28571">
                  <a:srgbClr val="00005D">
                    <a:alpha val="24833"/>
                  </a:srgbClr>
                </a:gs>
                <a:gs pos="42857">
                  <a:srgbClr val="00005D">
                    <a:alpha val="17075"/>
                  </a:srgbClr>
                </a:gs>
                <a:gs pos="57143">
                  <a:srgbClr val="00005D">
                    <a:alpha val="9855"/>
                  </a:srgbClr>
                </a:gs>
                <a:gs pos="71429">
                  <a:srgbClr val="00005D">
                    <a:alpha val="4740"/>
                  </a:srgbClr>
                </a:gs>
                <a:gs pos="85714">
                  <a:srgbClr val="00005D">
                    <a:alpha val="1902"/>
                  </a:srgbClr>
                </a:gs>
                <a:gs pos="100000">
                  <a:srgbClr val="00005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Splat 160"/>
            <p:cNvSpPr>
              <a:spLocks noGrp="1"/>
            </p:cNvSpPr>
            <p:nvPr/>
          </p:nvSpPr>
          <p:spPr>
            <a:xfrm rot="5400000">
              <a:off x="2352223" y="256331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60">
                    <a:alpha val="32968"/>
                  </a:srgbClr>
                </a:gs>
                <a:gs pos="14286">
                  <a:srgbClr val="000060">
                    <a:alpha val="30764"/>
                  </a:srgbClr>
                </a:gs>
                <a:gs pos="28571">
                  <a:srgbClr val="000060">
                    <a:alpha val="24833"/>
                  </a:srgbClr>
                </a:gs>
                <a:gs pos="42857">
                  <a:srgbClr val="000060">
                    <a:alpha val="17075"/>
                  </a:srgbClr>
                </a:gs>
                <a:gs pos="57143">
                  <a:srgbClr val="000060">
                    <a:alpha val="9855"/>
                  </a:srgbClr>
                </a:gs>
                <a:gs pos="71429">
                  <a:srgbClr val="000060">
                    <a:alpha val="4740"/>
                  </a:srgbClr>
                </a:gs>
                <a:gs pos="85714">
                  <a:srgbClr val="000060">
                    <a:alpha val="1902"/>
                  </a:srgbClr>
                </a:gs>
                <a:gs pos="100000">
                  <a:srgbClr val="00006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Splat 161"/>
            <p:cNvSpPr>
              <a:spLocks noGrp="1"/>
            </p:cNvSpPr>
            <p:nvPr/>
          </p:nvSpPr>
          <p:spPr>
            <a:xfrm rot="5400000">
              <a:off x="2641322" y="248444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22">
                    <a:alpha val="32968"/>
                  </a:srgbClr>
                </a:gs>
                <a:gs pos="14286">
                  <a:srgbClr val="000022">
                    <a:alpha val="30764"/>
                  </a:srgbClr>
                </a:gs>
                <a:gs pos="28571">
                  <a:srgbClr val="000022">
                    <a:alpha val="24833"/>
                  </a:srgbClr>
                </a:gs>
                <a:gs pos="42857">
                  <a:srgbClr val="000022">
                    <a:alpha val="17075"/>
                  </a:srgbClr>
                </a:gs>
                <a:gs pos="57143">
                  <a:srgbClr val="000022">
                    <a:alpha val="9855"/>
                  </a:srgbClr>
                </a:gs>
                <a:gs pos="71429">
                  <a:srgbClr val="000022">
                    <a:alpha val="4740"/>
                  </a:srgbClr>
                </a:gs>
                <a:gs pos="85714">
                  <a:srgbClr val="000022">
                    <a:alpha val="1902"/>
                  </a:srgbClr>
                </a:gs>
                <a:gs pos="100000">
                  <a:srgbClr val="00002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Splat 162"/>
            <p:cNvSpPr>
              <a:spLocks noGrp="1"/>
            </p:cNvSpPr>
            <p:nvPr/>
          </p:nvSpPr>
          <p:spPr>
            <a:xfrm rot="5400000">
              <a:off x="2827070" y="257203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437C">
                    <a:alpha val="32968"/>
                  </a:srgbClr>
                </a:gs>
                <a:gs pos="14286">
                  <a:srgbClr val="00437C">
                    <a:alpha val="30764"/>
                  </a:srgbClr>
                </a:gs>
                <a:gs pos="28571">
                  <a:srgbClr val="00437C">
                    <a:alpha val="24833"/>
                  </a:srgbClr>
                </a:gs>
                <a:gs pos="42857">
                  <a:srgbClr val="00437C">
                    <a:alpha val="17075"/>
                  </a:srgbClr>
                </a:gs>
                <a:gs pos="57143">
                  <a:srgbClr val="00437C">
                    <a:alpha val="9855"/>
                  </a:srgbClr>
                </a:gs>
                <a:gs pos="71429">
                  <a:srgbClr val="00437C">
                    <a:alpha val="4740"/>
                  </a:srgbClr>
                </a:gs>
                <a:gs pos="85714">
                  <a:srgbClr val="00437C">
                    <a:alpha val="1902"/>
                  </a:srgbClr>
                </a:gs>
                <a:gs pos="100000">
                  <a:srgbClr val="00437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Splat 163"/>
            <p:cNvSpPr>
              <a:spLocks noGrp="1"/>
            </p:cNvSpPr>
            <p:nvPr/>
          </p:nvSpPr>
          <p:spPr>
            <a:xfrm rot="5400000">
              <a:off x="3134849" y="2565916"/>
              <a:ext cx="602456" cy="602456"/>
            </a:xfrm>
            <a:prstGeom prst="ellipse">
              <a:avLst/>
            </a:prstGeom>
            <a:gradFill>
              <a:gsLst>
                <a:gs pos="0">
                  <a:srgbClr val="4C688F">
                    <a:alpha val="32968"/>
                  </a:srgbClr>
                </a:gs>
                <a:gs pos="14286">
                  <a:srgbClr val="4C688F">
                    <a:alpha val="30764"/>
                  </a:srgbClr>
                </a:gs>
                <a:gs pos="28571">
                  <a:srgbClr val="4C688F">
                    <a:alpha val="24833"/>
                  </a:srgbClr>
                </a:gs>
                <a:gs pos="42857">
                  <a:srgbClr val="4C688F">
                    <a:alpha val="17075"/>
                  </a:srgbClr>
                </a:gs>
                <a:gs pos="57143">
                  <a:srgbClr val="4C688F">
                    <a:alpha val="9855"/>
                  </a:srgbClr>
                </a:gs>
                <a:gs pos="71429">
                  <a:srgbClr val="4C688F">
                    <a:alpha val="4740"/>
                  </a:srgbClr>
                </a:gs>
                <a:gs pos="85714">
                  <a:srgbClr val="4C688F">
                    <a:alpha val="1902"/>
                  </a:srgbClr>
                </a:gs>
                <a:gs pos="100000">
                  <a:srgbClr val="4C688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Splat 164"/>
            <p:cNvSpPr>
              <a:spLocks noGrp="1"/>
            </p:cNvSpPr>
            <p:nvPr/>
          </p:nvSpPr>
          <p:spPr>
            <a:xfrm rot="5400000">
              <a:off x="3288616" y="2548535"/>
              <a:ext cx="602456" cy="602456"/>
            </a:xfrm>
            <a:prstGeom prst="ellipse">
              <a:avLst/>
            </a:prstGeom>
            <a:gradFill>
              <a:gsLst>
                <a:gs pos="0">
                  <a:srgbClr val="7700F5">
                    <a:alpha val="8204"/>
                  </a:srgbClr>
                </a:gs>
                <a:gs pos="14286">
                  <a:srgbClr val="7700F5">
                    <a:alpha val="7567"/>
                  </a:srgbClr>
                </a:gs>
                <a:gs pos="28571">
                  <a:srgbClr val="7700F5">
                    <a:alpha val="5926"/>
                  </a:srgbClr>
                </a:gs>
                <a:gs pos="42857">
                  <a:srgbClr val="7700F5">
                    <a:alpha val="3928"/>
                  </a:srgbClr>
                </a:gs>
                <a:gs pos="57143">
                  <a:srgbClr val="7700F5">
                    <a:alpha val="2196"/>
                  </a:srgbClr>
                </a:gs>
                <a:gs pos="71429">
                  <a:srgbClr val="7700F5">
                    <a:alpha val="1034"/>
                  </a:srgbClr>
                </a:gs>
                <a:gs pos="85714">
                  <a:srgbClr val="7700F5">
                    <a:alpha val="410"/>
                  </a:srgbClr>
                </a:gs>
                <a:gs pos="100000">
                  <a:srgbClr val="7700F5">
                    <a:alpha val="1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Splat 165"/>
            <p:cNvSpPr>
              <a:spLocks noGrp="1"/>
            </p:cNvSpPr>
            <p:nvPr/>
          </p:nvSpPr>
          <p:spPr>
            <a:xfrm rot="5400000">
              <a:off x="3625406" y="242272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59F7">
                    <a:alpha val="14222"/>
                  </a:srgbClr>
                </a:gs>
                <a:gs pos="14286">
                  <a:srgbClr val="0059F7">
                    <a:alpha val="13151"/>
                  </a:srgbClr>
                </a:gs>
                <a:gs pos="28571">
                  <a:srgbClr val="0059F7">
                    <a:alpha val="10370"/>
                  </a:srgbClr>
                </a:gs>
                <a:gs pos="42857">
                  <a:srgbClr val="0059F7">
                    <a:alpha val="6929"/>
                  </a:srgbClr>
                </a:gs>
                <a:gs pos="57143">
                  <a:srgbClr val="0059F7">
                    <a:alpha val="3901"/>
                  </a:srgbClr>
                </a:gs>
                <a:gs pos="71429">
                  <a:srgbClr val="0059F7">
                    <a:alpha val="1845"/>
                  </a:srgbClr>
                </a:gs>
                <a:gs pos="85714">
                  <a:srgbClr val="0059F7">
                    <a:alpha val="734"/>
                  </a:srgbClr>
                </a:gs>
                <a:gs pos="100000">
                  <a:srgbClr val="0059F7">
                    <a:alpha val="2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Splat 166"/>
            <p:cNvSpPr>
              <a:spLocks noGrp="1"/>
            </p:cNvSpPr>
            <p:nvPr/>
          </p:nvSpPr>
          <p:spPr>
            <a:xfrm rot="5400000">
              <a:off x="3869297" y="2520142"/>
              <a:ext cx="602456" cy="602456"/>
            </a:xfrm>
            <a:prstGeom prst="ellipse">
              <a:avLst/>
            </a:prstGeom>
            <a:gradFill>
              <a:gsLst>
                <a:gs pos="0">
                  <a:srgbClr val="9D7CB4">
                    <a:alpha val="32968"/>
                  </a:srgbClr>
                </a:gs>
                <a:gs pos="14286">
                  <a:srgbClr val="9D7CB4">
                    <a:alpha val="30764"/>
                  </a:srgbClr>
                </a:gs>
                <a:gs pos="28571">
                  <a:srgbClr val="9D7CB4">
                    <a:alpha val="24833"/>
                  </a:srgbClr>
                </a:gs>
                <a:gs pos="42857">
                  <a:srgbClr val="9D7CB4">
                    <a:alpha val="17075"/>
                  </a:srgbClr>
                </a:gs>
                <a:gs pos="57143">
                  <a:srgbClr val="9D7CB4">
                    <a:alpha val="9855"/>
                  </a:srgbClr>
                </a:gs>
                <a:gs pos="71429">
                  <a:srgbClr val="9D7CB4">
                    <a:alpha val="4740"/>
                  </a:srgbClr>
                </a:gs>
                <a:gs pos="85714">
                  <a:srgbClr val="9D7CB4">
                    <a:alpha val="1902"/>
                  </a:srgbClr>
                </a:gs>
                <a:gs pos="100000">
                  <a:srgbClr val="9D7CB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Splat 167"/>
            <p:cNvSpPr>
              <a:spLocks noGrp="1"/>
            </p:cNvSpPr>
            <p:nvPr/>
          </p:nvSpPr>
          <p:spPr>
            <a:xfrm rot="5400000">
              <a:off x="4026882" y="2480122"/>
              <a:ext cx="602456" cy="602456"/>
            </a:xfrm>
            <a:prstGeom prst="ellipse">
              <a:avLst/>
            </a:prstGeom>
            <a:gradFill>
              <a:gsLst>
                <a:gs pos="0">
                  <a:srgbClr val="A684BB">
                    <a:alpha val="31293"/>
                  </a:srgbClr>
                </a:gs>
                <a:gs pos="14286">
                  <a:srgbClr val="A684BB">
                    <a:alpha val="29175"/>
                  </a:srgbClr>
                </a:gs>
                <a:gs pos="28571">
                  <a:srgbClr val="A684BB">
                    <a:alpha val="23497"/>
                  </a:srgbClr>
                </a:gs>
                <a:gs pos="42857">
                  <a:srgbClr val="A684BB">
                    <a:alpha val="16112"/>
                  </a:srgbClr>
                </a:gs>
                <a:gs pos="57143">
                  <a:srgbClr val="A684BB">
                    <a:alpha val="9276"/>
                  </a:srgbClr>
                </a:gs>
                <a:gs pos="71429">
                  <a:srgbClr val="A684BB">
                    <a:alpha val="4454"/>
                  </a:srgbClr>
                </a:gs>
                <a:gs pos="85714">
                  <a:srgbClr val="A684BB">
                    <a:alpha val="1786"/>
                  </a:srgbClr>
                </a:gs>
                <a:gs pos="100000">
                  <a:srgbClr val="A684BB">
                    <a:alpha val="6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Splat 168"/>
            <p:cNvSpPr>
              <a:spLocks noGrp="1"/>
            </p:cNvSpPr>
            <p:nvPr/>
          </p:nvSpPr>
          <p:spPr>
            <a:xfrm rot="5400000">
              <a:off x="-122011" y="2718316"/>
              <a:ext cx="602456" cy="602456"/>
            </a:xfrm>
            <a:prstGeom prst="ellipse">
              <a:avLst/>
            </a:prstGeom>
            <a:gradFill>
              <a:gsLst>
                <a:gs pos="0">
                  <a:srgbClr val="F08E41">
                    <a:alpha val="32968"/>
                  </a:srgbClr>
                </a:gs>
                <a:gs pos="14286">
                  <a:srgbClr val="F08E41">
                    <a:alpha val="30764"/>
                  </a:srgbClr>
                </a:gs>
                <a:gs pos="28571">
                  <a:srgbClr val="F08E41">
                    <a:alpha val="24833"/>
                  </a:srgbClr>
                </a:gs>
                <a:gs pos="42857">
                  <a:srgbClr val="F08E41">
                    <a:alpha val="17075"/>
                  </a:srgbClr>
                </a:gs>
                <a:gs pos="57143">
                  <a:srgbClr val="F08E41">
                    <a:alpha val="9855"/>
                  </a:srgbClr>
                </a:gs>
                <a:gs pos="71429">
                  <a:srgbClr val="F08E41">
                    <a:alpha val="4740"/>
                  </a:srgbClr>
                </a:gs>
                <a:gs pos="85714">
                  <a:srgbClr val="F08E41">
                    <a:alpha val="1902"/>
                  </a:srgbClr>
                </a:gs>
                <a:gs pos="100000">
                  <a:srgbClr val="F08E4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Splat 169"/>
            <p:cNvSpPr>
              <a:spLocks noGrp="1"/>
            </p:cNvSpPr>
            <p:nvPr/>
          </p:nvSpPr>
          <p:spPr>
            <a:xfrm rot="5400000">
              <a:off x="69810" y="2743691"/>
              <a:ext cx="602456" cy="602456"/>
            </a:xfrm>
            <a:prstGeom prst="ellipse">
              <a:avLst/>
            </a:prstGeom>
            <a:gradFill>
              <a:gsLst>
                <a:gs pos="0">
                  <a:srgbClr val="CD5803">
                    <a:alpha val="32968"/>
                  </a:srgbClr>
                </a:gs>
                <a:gs pos="14286">
                  <a:srgbClr val="CD5803">
                    <a:alpha val="30764"/>
                  </a:srgbClr>
                </a:gs>
                <a:gs pos="28571">
                  <a:srgbClr val="CD5803">
                    <a:alpha val="24833"/>
                  </a:srgbClr>
                </a:gs>
                <a:gs pos="42857">
                  <a:srgbClr val="CD5803">
                    <a:alpha val="17075"/>
                  </a:srgbClr>
                </a:gs>
                <a:gs pos="57143">
                  <a:srgbClr val="CD5803">
                    <a:alpha val="9855"/>
                  </a:srgbClr>
                </a:gs>
                <a:gs pos="71429">
                  <a:srgbClr val="CD5803">
                    <a:alpha val="4740"/>
                  </a:srgbClr>
                </a:gs>
                <a:gs pos="85714">
                  <a:srgbClr val="CD5803">
                    <a:alpha val="1902"/>
                  </a:srgbClr>
                </a:gs>
                <a:gs pos="100000">
                  <a:srgbClr val="CD58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Splat 170"/>
            <p:cNvSpPr>
              <a:spLocks noGrp="1"/>
            </p:cNvSpPr>
            <p:nvPr/>
          </p:nvSpPr>
          <p:spPr>
            <a:xfrm rot="5400000">
              <a:off x="296051" y="2825902"/>
              <a:ext cx="602456" cy="602456"/>
            </a:xfrm>
            <a:prstGeom prst="ellipse">
              <a:avLst/>
            </a:prstGeom>
            <a:gradFill>
              <a:gsLst>
                <a:gs pos="0">
                  <a:srgbClr val="D0521D">
                    <a:alpha val="32968"/>
                  </a:srgbClr>
                </a:gs>
                <a:gs pos="14286">
                  <a:srgbClr val="D0521D">
                    <a:alpha val="30764"/>
                  </a:srgbClr>
                </a:gs>
                <a:gs pos="28571">
                  <a:srgbClr val="D0521D">
                    <a:alpha val="24833"/>
                  </a:srgbClr>
                </a:gs>
                <a:gs pos="42857">
                  <a:srgbClr val="D0521D">
                    <a:alpha val="17075"/>
                  </a:srgbClr>
                </a:gs>
                <a:gs pos="57143">
                  <a:srgbClr val="D0521D">
                    <a:alpha val="9855"/>
                  </a:srgbClr>
                </a:gs>
                <a:gs pos="71429">
                  <a:srgbClr val="D0521D">
                    <a:alpha val="4740"/>
                  </a:srgbClr>
                </a:gs>
                <a:gs pos="85714">
                  <a:srgbClr val="D0521D">
                    <a:alpha val="1902"/>
                  </a:srgbClr>
                </a:gs>
                <a:gs pos="100000">
                  <a:srgbClr val="D0521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Splat 171"/>
            <p:cNvSpPr>
              <a:spLocks noGrp="1"/>
            </p:cNvSpPr>
            <p:nvPr/>
          </p:nvSpPr>
          <p:spPr>
            <a:xfrm rot="5400000">
              <a:off x="626418" y="2686412"/>
              <a:ext cx="602456" cy="602456"/>
            </a:xfrm>
            <a:prstGeom prst="ellipse">
              <a:avLst/>
            </a:prstGeom>
            <a:gradFill>
              <a:gsLst>
                <a:gs pos="0">
                  <a:srgbClr val="F0CB20">
                    <a:alpha val="32968"/>
                  </a:srgbClr>
                </a:gs>
                <a:gs pos="14286">
                  <a:srgbClr val="F0CB20">
                    <a:alpha val="30764"/>
                  </a:srgbClr>
                </a:gs>
                <a:gs pos="28571">
                  <a:srgbClr val="F0CB20">
                    <a:alpha val="24833"/>
                  </a:srgbClr>
                </a:gs>
                <a:gs pos="42857">
                  <a:srgbClr val="F0CB20">
                    <a:alpha val="17075"/>
                  </a:srgbClr>
                </a:gs>
                <a:gs pos="57143">
                  <a:srgbClr val="F0CB20">
                    <a:alpha val="9855"/>
                  </a:srgbClr>
                </a:gs>
                <a:gs pos="71429">
                  <a:srgbClr val="F0CB20">
                    <a:alpha val="4740"/>
                  </a:srgbClr>
                </a:gs>
                <a:gs pos="85714">
                  <a:srgbClr val="F0CB20">
                    <a:alpha val="1902"/>
                  </a:srgbClr>
                </a:gs>
                <a:gs pos="100000">
                  <a:srgbClr val="F0CB2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Splat 172"/>
            <p:cNvSpPr>
              <a:spLocks noGrp="1"/>
            </p:cNvSpPr>
            <p:nvPr/>
          </p:nvSpPr>
          <p:spPr>
            <a:xfrm rot="5400000">
              <a:off x="913623" y="281912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FFFB">
                    <a:alpha val="6005"/>
                  </a:srgbClr>
                </a:gs>
                <a:gs pos="14286">
                  <a:srgbClr val="00FFFB">
                    <a:alpha val="5533"/>
                  </a:srgbClr>
                </a:gs>
                <a:gs pos="28571">
                  <a:srgbClr val="00FFFB">
                    <a:alpha val="4323"/>
                  </a:srgbClr>
                </a:gs>
                <a:gs pos="42857">
                  <a:srgbClr val="00FFFB">
                    <a:alpha val="2857"/>
                  </a:srgbClr>
                </a:gs>
                <a:gs pos="57143">
                  <a:srgbClr val="00FFFB">
                    <a:alpha val="1593"/>
                  </a:srgbClr>
                </a:gs>
                <a:gs pos="71429">
                  <a:srgbClr val="00FFFB">
                    <a:alpha val="749"/>
                  </a:srgbClr>
                </a:gs>
                <a:gs pos="85714">
                  <a:srgbClr val="00FFFB">
                    <a:alpha val="297"/>
                  </a:srgbClr>
                </a:gs>
                <a:gs pos="100000">
                  <a:srgbClr val="00FFFB">
                    <a:alpha val="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Splat 173"/>
            <p:cNvSpPr>
              <a:spLocks noGrp="1"/>
            </p:cNvSpPr>
            <p:nvPr/>
          </p:nvSpPr>
          <p:spPr>
            <a:xfrm rot="5400000">
              <a:off x="1048751" y="281182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73B7">
                    <a:alpha val="32968"/>
                  </a:srgbClr>
                </a:gs>
                <a:gs pos="14286">
                  <a:srgbClr val="0073B7">
                    <a:alpha val="30764"/>
                  </a:srgbClr>
                </a:gs>
                <a:gs pos="28571">
                  <a:srgbClr val="0073B7">
                    <a:alpha val="24833"/>
                  </a:srgbClr>
                </a:gs>
                <a:gs pos="42857">
                  <a:srgbClr val="0073B7">
                    <a:alpha val="17075"/>
                  </a:srgbClr>
                </a:gs>
                <a:gs pos="57143">
                  <a:srgbClr val="0073B7">
                    <a:alpha val="9855"/>
                  </a:srgbClr>
                </a:gs>
                <a:gs pos="71429">
                  <a:srgbClr val="0073B7">
                    <a:alpha val="4740"/>
                  </a:srgbClr>
                </a:gs>
                <a:gs pos="85714">
                  <a:srgbClr val="0073B7">
                    <a:alpha val="1902"/>
                  </a:srgbClr>
                </a:gs>
                <a:gs pos="100000">
                  <a:srgbClr val="0073B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Splat 174"/>
            <p:cNvSpPr>
              <a:spLocks noGrp="1"/>
            </p:cNvSpPr>
            <p:nvPr/>
          </p:nvSpPr>
          <p:spPr>
            <a:xfrm rot="5400000">
              <a:off x="1271575" y="283983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3281">
                    <a:alpha val="32968"/>
                  </a:srgbClr>
                </a:gs>
                <a:gs pos="14286">
                  <a:srgbClr val="003281">
                    <a:alpha val="30764"/>
                  </a:srgbClr>
                </a:gs>
                <a:gs pos="28571">
                  <a:srgbClr val="003281">
                    <a:alpha val="24833"/>
                  </a:srgbClr>
                </a:gs>
                <a:gs pos="42857">
                  <a:srgbClr val="003281">
                    <a:alpha val="17075"/>
                  </a:srgbClr>
                </a:gs>
                <a:gs pos="57143">
                  <a:srgbClr val="003281">
                    <a:alpha val="9855"/>
                  </a:srgbClr>
                </a:gs>
                <a:gs pos="71429">
                  <a:srgbClr val="003281">
                    <a:alpha val="4740"/>
                  </a:srgbClr>
                </a:gs>
                <a:gs pos="85714">
                  <a:srgbClr val="003281">
                    <a:alpha val="1902"/>
                  </a:srgbClr>
                </a:gs>
                <a:gs pos="100000">
                  <a:srgbClr val="00328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Splat 175"/>
            <p:cNvSpPr>
              <a:spLocks noGrp="1"/>
            </p:cNvSpPr>
            <p:nvPr/>
          </p:nvSpPr>
          <p:spPr>
            <a:xfrm rot="5400000">
              <a:off x="1615024" y="277957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6C">
                    <a:alpha val="32968"/>
                  </a:srgbClr>
                </a:gs>
                <a:gs pos="14286">
                  <a:srgbClr val="00006C">
                    <a:alpha val="30764"/>
                  </a:srgbClr>
                </a:gs>
                <a:gs pos="28571">
                  <a:srgbClr val="00006C">
                    <a:alpha val="24833"/>
                  </a:srgbClr>
                </a:gs>
                <a:gs pos="42857">
                  <a:srgbClr val="00006C">
                    <a:alpha val="17075"/>
                  </a:srgbClr>
                </a:gs>
                <a:gs pos="57143">
                  <a:srgbClr val="00006C">
                    <a:alpha val="9855"/>
                  </a:srgbClr>
                </a:gs>
                <a:gs pos="71429">
                  <a:srgbClr val="00006C">
                    <a:alpha val="4740"/>
                  </a:srgbClr>
                </a:gs>
                <a:gs pos="85714">
                  <a:srgbClr val="00006C">
                    <a:alpha val="1902"/>
                  </a:srgbClr>
                </a:gs>
                <a:gs pos="100000">
                  <a:srgbClr val="00006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Splat 176"/>
            <p:cNvSpPr>
              <a:spLocks noGrp="1"/>
            </p:cNvSpPr>
            <p:nvPr/>
          </p:nvSpPr>
          <p:spPr>
            <a:xfrm rot="5400000">
              <a:off x="1772726" y="282220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Splat 177"/>
            <p:cNvSpPr>
              <a:spLocks noGrp="1"/>
            </p:cNvSpPr>
            <p:nvPr/>
          </p:nvSpPr>
          <p:spPr>
            <a:xfrm rot="5400000">
              <a:off x="2014549" y="270890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7A">
                    <a:alpha val="32968"/>
                  </a:srgbClr>
                </a:gs>
                <a:gs pos="14286">
                  <a:srgbClr val="00007A">
                    <a:alpha val="30764"/>
                  </a:srgbClr>
                </a:gs>
                <a:gs pos="28571">
                  <a:srgbClr val="00007A">
                    <a:alpha val="24833"/>
                  </a:srgbClr>
                </a:gs>
                <a:gs pos="42857">
                  <a:srgbClr val="00007A">
                    <a:alpha val="17075"/>
                  </a:srgbClr>
                </a:gs>
                <a:gs pos="57143">
                  <a:srgbClr val="00007A">
                    <a:alpha val="9855"/>
                  </a:srgbClr>
                </a:gs>
                <a:gs pos="71429">
                  <a:srgbClr val="00007A">
                    <a:alpha val="4740"/>
                  </a:srgbClr>
                </a:gs>
                <a:gs pos="85714">
                  <a:srgbClr val="00007A">
                    <a:alpha val="1902"/>
                  </a:srgbClr>
                </a:gs>
                <a:gs pos="100000">
                  <a:srgbClr val="00007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Splat 178"/>
            <p:cNvSpPr>
              <a:spLocks noGrp="1"/>
            </p:cNvSpPr>
            <p:nvPr/>
          </p:nvSpPr>
          <p:spPr>
            <a:xfrm rot="5400000">
              <a:off x="2285101" y="280144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2259">
                    <a:alpha val="32968"/>
                  </a:srgbClr>
                </a:gs>
                <a:gs pos="14286">
                  <a:srgbClr val="002259">
                    <a:alpha val="30764"/>
                  </a:srgbClr>
                </a:gs>
                <a:gs pos="28571">
                  <a:srgbClr val="002259">
                    <a:alpha val="24833"/>
                  </a:srgbClr>
                </a:gs>
                <a:gs pos="42857">
                  <a:srgbClr val="002259">
                    <a:alpha val="17075"/>
                  </a:srgbClr>
                </a:gs>
                <a:gs pos="57143">
                  <a:srgbClr val="002259">
                    <a:alpha val="9855"/>
                  </a:srgbClr>
                </a:gs>
                <a:gs pos="71429">
                  <a:srgbClr val="002259">
                    <a:alpha val="4740"/>
                  </a:srgbClr>
                </a:gs>
                <a:gs pos="85714">
                  <a:srgbClr val="002259">
                    <a:alpha val="1902"/>
                  </a:srgbClr>
                </a:gs>
                <a:gs pos="100000">
                  <a:srgbClr val="00225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Splat 179"/>
            <p:cNvSpPr>
              <a:spLocks noGrp="1"/>
            </p:cNvSpPr>
            <p:nvPr/>
          </p:nvSpPr>
          <p:spPr>
            <a:xfrm rot="5400000">
              <a:off x="2546019" y="2824555"/>
              <a:ext cx="602456" cy="602456"/>
            </a:xfrm>
            <a:prstGeom prst="ellipse">
              <a:avLst/>
            </a:prstGeom>
            <a:gradFill>
              <a:gsLst>
                <a:gs pos="0">
                  <a:srgbClr val="58507C">
                    <a:alpha val="32968"/>
                  </a:srgbClr>
                </a:gs>
                <a:gs pos="14286">
                  <a:srgbClr val="58507C">
                    <a:alpha val="30764"/>
                  </a:srgbClr>
                </a:gs>
                <a:gs pos="28571">
                  <a:srgbClr val="58507C">
                    <a:alpha val="24833"/>
                  </a:srgbClr>
                </a:gs>
                <a:gs pos="42857">
                  <a:srgbClr val="58507C">
                    <a:alpha val="17075"/>
                  </a:srgbClr>
                </a:gs>
                <a:gs pos="57143">
                  <a:srgbClr val="58507C">
                    <a:alpha val="9855"/>
                  </a:srgbClr>
                </a:gs>
                <a:gs pos="71429">
                  <a:srgbClr val="58507C">
                    <a:alpha val="4740"/>
                  </a:srgbClr>
                </a:gs>
                <a:gs pos="85714">
                  <a:srgbClr val="58507C">
                    <a:alpha val="1902"/>
                  </a:srgbClr>
                </a:gs>
                <a:gs pos="100000">
                  <a:srgbClr val="58507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Splat 180"/>
            <p:cNvSpPr>
              <a:spLocks noGrp="1"/>
            </p:cNvSpPr>
            <p:nvPr/>
          </p:nvSpPr>
          <p:spPr>
            <a:xfrm rot="5400000">
              <a:off x="2872898" y="267356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2500">
                    <a:alpha val="32968"/>
                  </a:srgbClr>
                </a:gs>
                <a:gs pos="14286">
                  <a:srgbClr val="002500">
                    <a:alpha val="30764"/>
                  </a:srgbClr>
                </a:gs>
                <a:gs pos="28571">
                  <a:srgbClr val="002500">
                    <a:alpha val="24833"/>
                  </a:srgbClr>
                </a:gs>
                <a:gs pos="42857">
                  <a:srgbClr val="002500">
                    <a:alpha val="17075"/>
                  </a:srgbClr>
                </a:gs>
                <a:gs pos="57143">
                  <a:srgbClr val="002500">
                    <a:alpha val="9855"/>
                  </a:srgbClr>
                </a:gs>
                <a:gs pos="71429">
                  <a:srgbClr val="002500">
                    <a:alpha val="4740"/>
                  </a:srgbClr>
                </a:gs>
                <a:gs pos="85714">
                  <a:srgbClr val="002500">
                    <a:alpha val="1902"/>
                  </a:srgbClr>
                </a:gs>
                <a:gs pos="100000">
                  <a:srgbClr val="002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Splat 181"/>
            <p:cNvSpPr>
              <a:spLocks noGrp="1"/>
            </p:cNvSpPr>
            <p:nvPr/>
          </p:nvSpPr>
          <p:spPr>
            <a:xfrm rot="5400000">
              <a:off x="3018224" y="267623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3385">
                    <a:alpha val="32968"/>
                  </a:srgbClr>
                </a:gs>
                <a:gs pos="14286">
                  <a:srgbClr val="003385">
                    <a:alpha val="30764"/>
                  </a:srgbClr>
                </a:gs>
                <a:gs pos="28571">
                  <a:srgbClr val="003385">
                    <a:alpha val="24833"/>
                  </a:srgbClr>
                </a:gs>
                <a:gs pos="42857">
                  <a:srgbClr val="003385">
                    <a:alpha val="17075"/>
                  </a:srgbClr>
                </a:gs>
                <a:gs pos="57143">
                  <a:srgbClr val="003385">
                    <a:alpha val="9855"/>
                  </a:srgbClr>
                </a:gs>
                <a:gs pos="71429">
                  <a:srgbClr val="003385">
                    <a:alpha val="4740"/>
                  </a:srgbClr>
                </a:gs>
                <a:gs pos="85714">
                  <a:srgbClr val="003385">
                    <a:alpha val="1902"/>
                  </a:srgbClr>
                </a:gs>
                <a:gs pos="100000">
                  <a:srgbClr val="00338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Splat 182"/>
            <p:cNvSpPr>
              <a:spLocks noGrp="1"/>
            </p:cNvSpPr>
            <p:nvPr/>
          </p:nvSpPr>
          <p:spPr>
            <a:xfrm rot="5400000">
              <a:off x="3368423" y="2805707"/>
              <a:ext cx="602456" cy="602456"/>
            </a:xfrm>
            <a:prstGeom prst="ellipse">
              <a:avLst/>
            </a:prstGeom>
            <a:gradFill>
              <a:gsLst>
                <a:gs pos="0">
                  <a:srgbClr val="8F5883">
                    <a:alpha val="32968"/>
                  </a:srgbClr>
                </a:gs>
                <a:gs pos="14286">
                  <a:srgbClr val="8F5883">
                    <a:alpha val="30764"/>
                  </a:srgbClr>
                </a:gs>
                <a:gs pos="28571">
                  <a:srgbClr val="8F5883">
                    <a:alpha val="24833"/>
                  </a:srgbClr>
                </a:gs>
                <a:gs pos="42857">
                  <a:srgbClr val="8F5883">
                    <a:alpha val="17075"/>
                  </a:srgbClr>
                </a:gs>
                <a:gs pos="57143">
                  <a:srgbClr val="8F5883">
                    <a:alpha val="9855"/>
                  </a:srgbClr>
                </a:gs>
                <a:gs pos="71429">
                  <a:srgbClr val="8F5883">
                    <a:alpha val="4740"/>
                  </a:srgbClr>
                </a:gs>
                <a:gs pos="85714">
                  <a:srgbClr val="8F5883">
                    <a:alpha val="1902"/>
                  </a:srgbClr>
                </a:gs>
                <a:gs pos="100000">
                  <a:srgbClr val="8F588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Splat 183"/>
            <p:cNvSpPr>
              <a:spLocks noGrp="1"/>
            </p:cNvSpPr>
            <p:nvPr/>
          </p:nvSpPr>
          <p:spPr>
            <a:xfrm rot="5400000">
              <a:off x="3560158" y="2813982"/>
              <a:ext cx="602456" cy="602456"/>
            </a:xfrm>
            <a:prstGeom prst="ellipse">
              <a:avLst/>
            </a:prstGeom>
            <a:gradFill>
              <a:gsLst>
                <a:gs pos="0">
                  <a:srgbClr val="9C7097">
                    <a:alpha val="32968"/>
                  </a:srgbClr>
                </a:gs>
                <a:gs pos="14286">
                  <a:srgbClr val="9C7097">
                    <a:alpha val="30764"/>
                  </a:srgbClr>
                </a:gs>
                <a:gs pos="28571">
                  <a:srgbClr val="9C7097">
                    <a:alpha val="24833"/>
                  </a:srgbClr>
                </a:gs>
                <a:gs pos="42857">
                  <a:srgbClr val="9C7097">
                    <a:alpha val="17075"/>
                  </a:srgbClr>
                </a:gs>
                <a:gs pos="57143">
                  <a:srgbClr val="9C7097">
                    <a:alpha val="9855"/>
                  </a:srgbClr>
                </a:gs>
                <a:gs pos="71429">
                  <a:srgbClr val="9C7097">
                    <a:alpha val="4740"/>
                  </a:srgbClr>
                </a:gs>
                <a:gs pos="85714">
                  <a:srgbClr val="9C7097">
                    <a:alpha val="1902"/>
                  </a:srgbClr>
                </a:gs>
                <a:gs pos="100000">
                  <a:srgbClr val="9C709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Splat 184"/>
            <p:cNvSpPr>
              <a:spLocks noGrp="1"/>
            </p:cNvSpPr>
            <p:nvPr/>
          </p:nvSpPr>
          <p:spPr>
            <a:xfrm rot="5400000">
              <a:off x="3782355" y="2805618"/>
              <a:ext cx="602456" cy="602456"/>
            </a:xfrm>
            <a:prstGeom prst="ellipse">
              <a:avLst/>
            </a:prstGeom>
            <a:gradFill>
              <a:gsLst>
                <a:gs pos="0">
                  <a:srgbClr val="9B7AAD">
                    <a:alpha val="32968"/>
                  </a:srgbClr>
                </a:gs>
                <a:gs pos="14286">
                  <a:srgbClr val="9B7AAD">
                    <a:alpha val="30764"/>
                  </a:srgbClr>
                </a:gs>
                <a:gs pos="28571">
                  <a:srgbClr val="9B7AAD">
                    <a:alpha val="24833"/>
                  </a:srgbClr>
                </a:gs>
                <a:gs pos="42857">
                  <a:srgbClr val="9B7AAD">
                    <a:alpha val="17075"/>
                  </a:srgbClr>
                </a:gs>
                <a:gs pos="57143">
                  <a:srgbClr val="9B7AAD">
                    <a:alpha val="9855"/>
                  </a:srgbClr>
                </a:gs>
                <a:gs pos="71429">
                  <a:srgbClr val="9B7AAD">
                    <a:alpha val="4740"/>
                  </a:srgbClr>
                </a:gs>
                <a:gs pos="85714">
                  <a:srgbClr val="9B7AAD">
                    <a:alpha val="1902"/>
                  </a:srgbClr>
                </a:gs>
                <a:gs pos="100000">
                  <a:srgbClr val="9B7AA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Splat 185"/>
            <p:cNvSpPr>
              <a:spLocks noGrp="1"/>
            </p:cNvSpPr>
            <p:nvPr/>
          </p:nvSpPr>
          <p:spPr>
            <a:xfrm rot="5400000">
              <a:off x="4176771" y="2800635"/>
              <a:ext cx="602456" cy="602456"/>
            </a:xfrm>
            <a:prstGeom prst="ellipse">
              <a:avLst/>
            </a:prstGeom>
            <a:gradFill>
              <a:gsLst>
                <a:gs pos="0">
                  <a:srgbClr val="9093CA">
                    <a:alpha val="32968"/>
                  </a:srgbClr>
                </a:gs>
                <a:gs pos="14286">
                  <a:srgbClr val="9093CA">
                    <a:alpha val="30764"/>
                  </a:srgbClr>
                </a:gs>
                <a:gs pos="28571">
                  <a:srgbClr val="9093CA">
                    <a:alpha val="24833"/>
                  </a:srgbClr>
                </a:gs>
                <a:gs pos="42857">
                  <a:srgbClr val="9093CA">
                    <a:alpha val="17075"/>
                  </a:srgbClr>
                </a:gs>
                <a:gs pos="57143">
                  <a:srgbClr val="9093CA">
                    <a:alpha val="9855"/>
                  </a:srgbClr>
                </a:gs>
                <a:gs pos="71429">
                  <a:srgbClr val="9093CA">
                    <a:alpha val="4740"/>
                  </a:srgbClr>
                </a:gs>
                <a:gs pos="85714">
                  <a:srgbClr val="9093CA">
                    <a:alpha val="1902"/>
                  </a:srgbClr>
                </a:gs>
                <a:gs pos="100000">
                  <a:srgbClr val="9093C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Splat 186"/>
            <p:cNvSpPr>
              <a:spLocks noGrp="1"/>
            </p:cNvSpPr>
            <p:nvPr/>
          </p:nvSpPr>
          <p:spPr>
            <a:xfrm rot="5400000">
              <a:off x="-142849" y="3077651"/>
              <a:ext cx="602456" cy="602456"/>
            </a:xfrm>
            <a:prstGeom prst="ellipse">
              <a:avLst/>
            </a:prstGeom>
            <a:gradFill>
              <a:gsLst>
                <a:gs pos="0">
                  <a:srgbClr val="F5AF00">
                    <a:alpha val="15389"/>
                  </a:srgbClr>
                </a:gs>
                <a:gs pos="14286">
                  <a:srgbClr val="F5AF00">
                    <a:alpha val="14237"/>
                  </a:srgbClr>
                </a:gs>
                <a:gs pos="28571">
                  <a:srgbClr val="F5AF00">
                    <a:alpha val="11242"/>
                  </a:srgbClr>
                </a:gs>
                <a:gs pos="42857">
                  <a:srgbClr val="F5AF00">
                    <a:alpha val="7524"/>
                  </a:srgbClr>
                </a:gs>
                <a:gs pos="57143">
                  <a:srgbClr val="F5AF00">
                    <a:alpha val="4242"/>
                  </a:srgbClr>
                </a:gs>
                <a:gs pos="71429">
                  <a:srgbClr val="F5AF00">
                    <a:alpha val="2008"/>
                  </a:srgbClr>
                </a:gs>
                <a:gs pos="85714">
                  <a:srgbClr val="F5AF00">
                    <a:alpha val="799"/>
                  </a:srgbClr>
                </a:gs>
                <a:gs pos="100000">
                  <a:srgbClr val="F5AF00">
                    <a:alpha val="2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Splat 187"/>
            <p:cNvSpPr>
              <a:spLocks noGrp="1"/>
            </p:cNvSpPr>
            <p:nvPr/>
          </p:nvSpPr>
          <p:spPr>
            <a:xfrm rot="5400000">
              <a:off x="1309" y="2967800"/>
              <a:ext cx="602456" cy="602456"/>
            </a:xfrm>
            <a:prstGeom prst="ellipse">
              <a:avLst/>
            </a:prstGeom>
            <a:gradFill>
              <a:gsLst>
                <a:gs pos="0">
                  <a:srgbClr val="BF4100">
                    <a:alpha val="32968"/>
                  </a:srgbClr>
                </a:gs>
                <a:gs pos="14286">
                  <a:srgbClr val="BF4100">
                    <a:alpha val="30764"/>
                  </a:srgbClr>
                </a:gs>
                <a:gs pos="28571">
                  <a:srgbClr val="BF4100">
                    <a:alpha val="24833"/>
                  </a:srgbClr>
                </a:gs>
                <a:gs pos="42857">
                  <a:srgbClr val="BF4100">
                    <a:alpha val="17075"/>
                  </a:srgbClr>
                </a:gs>
                <a:gs pos="57143">
                  <a:srgbClr val="BF4100">
                    <a:alpha val="9855"/>
                  </a:srgbClr>
                </a:gs>
                <a:gs pos="71429">
                  <a:srgbClr val="BF4100">
                    <a:alpha val="4740"/>
                  </a:srgbClr>
                </a:gs>
                <a:gs pos="85714">
                  <a:srgbClr val="BF4100">
                    <a:alpha val="1902"/>
                  </a:srgbClr>
                </a:gs>
                <a:gs pos="100000">
                  <a:srgbClr val="BF4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Splat 188"/>
            <p:cNvSpPr>
              <a:spLocks noGrp="1"/>
            </p:cNvSpPr>
            <p:nvPr/>
          </p:nvSpPr>
          <p:spPr>
            <a:xfrm rot="5400000">
              <a:off x="267071" y="3020075"/>
              <a:ext cx="602456" cy="602456"/>
            </a:xfrm>
            <a:prstGeom prst="ellipse">
              <a:avLst/>
            </a:prstGeom>
            <a:gradFill>
              <a:gsLst>
                <a:gs pos="0">
                  <a:srgbClr val="E97B00">
                    <a:alpha val="8738"/>
                  </a:srgbClr>
                </a:gs>
                <a:gs pos="14286">
                  <a:srgbClr val="E97B00">
                    <a:alpha val="8061"/>
                  </a:srgbClr>
                </a:gs>
                <a:gs pos="28571">
                  <a:srgbClr val="E97B00">
                    <a:alpha val="6317"/>
                  </a:srgbClr>
                </a:gs>
                <a:gs pos="42857">
                  <a:srgbClr val="E97B00">
                    <a:alpha val="4190"/>
                  </a:srgbClr>
                </a:gs>
                <a:gs pos="57143">
                  <a:srgbClr val="E97B00">
                    <a:alpha val="2344"/>
                  </a:srgbClr>
                </a:gs>
                <a:gs pos="71429">
                  <a:srgbClr val="E97B00">
                    <a:alpha val="1104"/>
                  </a:srgbClr>
                </a:gs>
                <a:gs pos="85714">
                  <a:srgbClr val="E97B00">
                    <a:alpha val="438"/>
                  </a:srgbClr>
                </a:gs>
                <a:gs pos="100000">
                  <a:srgbClr val="E97B00">
                    <a:alpha val="1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Splat 189"/>
            <p:cNvSpPr>
              <a:spLocks noGrp="1"/>
            </p:cNvSpPr>
            <p:nvPr/>
          </p:nvSpPr>
          <p:spPr>
            <a:xfrm rot="5400000">
              <a:off x="620507" y="3041741"/>
              <a:ext cx="602456" cy="602456"/>
            </a:xfrm>
            <a:prstGeom prst="ellipse">
              <a:avLst/>
            </a:prstGeom>
            <a:gradFill>
              <a:gsLst>
                <a:gs pos="0">
                  <a:srgbClr val="D4FF00">
                    <a:alpha val="8378"/>
                  </a:srgbClr>
                </a:gs>
                <a:gs pos="14286">
                  <a:srgbClr val="D4FF00">
                    <a:alpha val="7728"/>
                  </a:srgbClr>
                </a:gs>
                <a:gs pos="28571">
                  <a:srgbClr val="D4FF00">
                    <a:alpha val="6054"/>
                  </a:srgbClr>
                </a:gs>
                <a:gs pos="42857">
                  <a:srgbClr val="D4FF00">
                    <a:alpha val="4013"/>
                  </a:srgbClr>
                </a:gs>
                <a:gs pos="57143">
                  <a:srgbClr val="D4FF00">
                    <a:alpha val="2244"/>
                  </a:srgbClr>
                </a:gs>
                <a:gs pos="71429">
                  <a:srgbClr val="D4FF00">
                    <a:alpha val="1057"/>
                  </a:srgbClr>
                </a:gs>
                <a:gs pos="85714">
                  <a:srgbClr val="D4FF00">
                    <a:alpha val="419"/>
                  </a:srgbClr>
                </a:gs>
                <a:gs pos="100000">
                  <a:srgbClr val="D4FF00">
                    <a:alpha val="1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Splat 190"/>
            <p:cNvSpPr>
              <a:spLocks noGrp="1"/>
            </p:cNvSpPr>
            <p:nvPr/>
          </p:nvSpPr>
          <p:spPr>
            <a:xfrm rot="5400000">
              <a:off x="889736" y="295975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1B6A">
                    <a:alpha val="32968"/>
                  </a:srgbClr>
                </a:gs>
                <a:gs pos="14286">
                  <a:srgbClr val="001B6A">
                    <a:alpha val="30764"/>
                  </a:srgbClr>
                </a:gs>
                <a:gs pos="28571">
                  <a:srgbClr val="001B6A">
                    <a:alpha val="24833"/>
                  </a:srgbClr>
                </a:gs>
                <a:gs pos="42857">
                  <a:srgbClr val="001B6A">
                    <a:alpha val="17075"/>
                  </a:srgbClr>
                </a:gs>
                <a:gs pos="57143">
                  <a:srgbClr val="001B6A">
                    <a:alpha val="9855"/>
                  </a:srgbClr>
                </a:gs>
                <a:gs pos="71429">
                  <a:srgbClr val="001B6A">
                    <a:alpha val="4740"/>
                  </a:srgbClr>
                </a:gs>
                <a:gs pos="85714">
                  <a:srgbClr val="001B6A">
                    <a:alpha val="1902"/>
                  </a:srgbClr>
                </a:gs>
                <a:gs pos="100000">
                  <a:srgbClr val="001B6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Splat 191"/>
            <p:cNvSpPr>
              <a:spLocks noGrp="1"/>
            </p:cNvSpPr>
            <p:nvPr/>
          </p:nvSpPr>
          <p:spPr>
            <a:xfrm rot="5400000">
              <a:off x="1122543" y="296629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5C9F">
                    <a:alpha val="32968"/>
                  </a:srgbClr>
                </a:gs>
                <a:gs pos="14286">
                  <a:srgbClr val="005C9F">
                    <a:alpha val="30764"/>
                  </a:srgbClr>
                </a:gs>
                <a:gs pos="28571">
                  <a:srgbClr val="005C9F">
                    <a:alpha val="24833"/>
                  </a:srgbClr>
                </a:gs>
                <a:gs pos="42857">
                  <a:srgbClr val="005C9F">
                    <a:alpha val="17075"/>
                  </a:srgbClr>
                </a:gs>
                <a:gs pos="57143">
                  <a:srgbClr val="005C9F">
                    <a:alpha val="9855"/>
                  </a:srgbClr>
                </a:gs>
                <a:gs pos="71429">
                  <a:srgbClr val="005C9F">
                    <a:alpha val="4740"/>
                  </a:srgbClr>
                </a:gs>
                <a:gs pos="85714">
                  <a:srgbClr val="005C9F">
                    <a:alpha val="1902"/>
                  </a:srgbClr>
                </a:gs>
                <a:gs pos="100000">
                  <a:srgbClr val="005C9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Splat 192"/>
            <p:cNvSpPr>
              <a:spLocks noGrp="1"/>
            </p:cNvSpPr>
            <p:nvPr/>
          </p:nvSpPr>
          <p:spPr>
            <a:xfrm rot="5400000">
              <a:off x="1298481" y="3055536"/>
              <a:ext cx="602456" cy="602456"/>
            </a:xfrm>
            <a:prstGeom prst="ellipse">
              <a:avLst/>
            </a:prstGeom>
            <a:gradFill>
              <a:gsLst>
                <a:gs pos="0">
                  <a:srgbClr val="3E3500">
                    <a:alpha val="32968"/>
                  </a:srgbClr>
                </a:gs>
                <a:gs pos="14286">
                  <a:srgbClr val="3E3500">
                    <a:alpha val="30764"/>
                  </a:srgbClr>
                </a:gs>
                <a:gs pos="28571">
                  <a:srgbClr val="3E3500">
                    <a:alpha val="24833"/>
                  </a:srgbClr>
                </a:gs>
                <a:gs pos="42857">
                  <a:srgbClr val="3E3500">
                    <a:alpha val="17075"/>
                  </a:srgbClr>
                </a:gs>
                <a:gs pos="57143">
                  <a:srgbClr val="3E3500">
                    <a:alpha val="9855"/>
                  </a:srgbClr>
                </a:gs>
                <a:gs pos="71429">
                  <a:srgbClr val="3E3500">
                    <a:alpha val="4740"/>
                  </a:srgbClr>
                </a:gs>
                <a:gs pos="85714">
                  <a:srgbClr val="3E3500">
                    <a:alpha val="1902"/>
                  </a:srgbClr>
                </a:gs>
                <a:gs pos="100000">
                  <a:srgbClr val="3E3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Splat 193"/>
            <p:cNvSpPr>
              <a:spLocks noGrp="1"/>
            </p:cNvSpPr>
            <p:nvPr/>
          </p:nvSpPr>
          <p:spPr>
            <a:xfrm rot="5400000">
              <a:off x="1666518" y="303855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1D62">
                    <a:alpha val="32968"/>
                  </a:srgbClr>
                </a:gs>
                <a:gs pos="14286">
                  <a:srgbClr val="001D62">
                    <a:alpha val="30764"/>
                  </a:srgbClr>
                </a:gs>
                <a:gs pos="28571">
                  <a:srgbClr val="001D62">
                    <a:alpha val="24833"/>
                  </a:srgbClr>
                </a:gs>
                <a:gs pos="42857">
                  <a:srgbClr val="001D62">
                    <a:alpha val="17075"/>
                  </a:srgbClr>
                </a:gs>
                <a:gs pos="57143">
                  <a:srgbClr val="001D62">
                    <a:alpha val="9855"/>
                  </a:srgbClr>
                </a:gs>
                <a:gs pos="71429">
                  <a:srgbClr val="001D62">
                    <a:alpha val="4740"/>
                  </a:srgbClr>
                </a:gs>
                <a:gs pos="85714">
                  <a:srgbClr val="001D62">
                    <a:alpha val="1902"/>
                  </a:srgbClr>
                </a:gs>
                <a:gs pos="100000">
                  <a:srgbClr val="001D6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Splat 194"/>
            <p:cNvSpPr>
              <a:spLocks noGrp="1"/>
            </p:cNvSpPr>
            <p:nvPr/>
          </p:nvSpPr>
          <p:spPr>
            <a:xfrm rot="5400000">
              <a:off x="1766841" y="303937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Splat 195"/>
            <p:cNvSpPr>
              <a:spLocks noGrp="1"/>
            </p:cNvSpPr>
            <p:nvPr/>
          </p:nvSpPr>
          <p:spPr>
            <a:xfrm rot="5400000">
              <a:off x="2016735" y="308562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62">
                    <a:alpha val="27068"/>
                  </a:srgbClr>
                </a:gs>
                <a:gs pos="14286">
                  <a:srgbClr val="000062">
                    <a:alpha val="25182"/>
                  </a:srgbClr>
                </a:gs>
                <a:gs pos="28571">
                  <a:srgbClr val="000062">
                    <a:alpha val="20169"/>
                  </a:srgbClr>
                </a:gs>
                <a:gs pos="42857">
                  <a:srgbClr val="000062">
                    <a:alpha val="13735"/>
                  </a:srgbClr>
                </a:gs>
                <a:gs pos="57143">
                  <a:srgbClr val="000062">
                    <a:alpha val="7861"/>
                  </a:srgbClr>
                </a:gs>
                <a:gs pos="71429">
                  <a:srgbClr val="000062">
                    <a:alpha val="3760"/>
                  </a:srgbClr>
                </a:gs>
                <a:gs pos="85714">
                  <a:srgbClr val="000062">
                    <a:alpha val="1504"/>
                  </a:srgbClr>
                </a:gs>
                <a:gs pos="100000">
                  <a:srgbClr val="000062">
                    <a:alpha val="5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Splat 196"/>
            <p:cNvSpPr>
              <a:spLocks noGrp="1"/>
            </p:cNvSpPr>
            <p:nvPr/>
          </p:nvSpPr>
          <p:spPr>
            <a:xfrm rot="5400000">
              <a:off x="2377860" y="2962853"/>
              <a:ext cx="602456" cy="602456"/>
            </a:xfrm>
            <a:prstGeom prst="ellipse">
              <a:avLst/>
            </a:prstGeom>
            <a:gradFill>
              <a:gsLst>
                <a:gs pos="0">
                  <a:srgbClr val="D286FF">
                    <a:alpha val="3806"/>
                  </a:srgbClr>
                </a:gs>
                <a:gs pos="14286">
                  <a:srgbClr val="D286FF">
                    <a:alpha val="3504"/>
                  </a:srgbClr>
                </a:gs>
                <a:gs pos="28571">
                  <a:srgbClr val="D286FF">
                    <a:alpha val="2731"/>
                  </a:srgbClr>
                </a:gs>
                <a:gs pos="42857">
                  <a:srgbClr val="D286FF">
                    <a:alpha val="1800"/>
                  </a:srgbClr>
                </a:gs>
                <a:gs pos="57143">
                  <a:srgbClr val="D286FF">
                    <a:alpha val="1001"/>
                  </a:srgbClr>
                </a:gs>
                <a:gs pos="71429">
                  <a:srgbClr val="D286FF">
                    <a:alpha val="470"/>
                  </a:srgbClr>
                </a:gs>
                <a:gs pos="85714">
                  <a:srgbClr val="D286FF">
                    <a:alpha val="186"/>
                  </a:srgbClr>
                </a:gs>
                <a:gs pos="100000">
                  <a:srgbClr val="D286FF">
                    <a:alpha val="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Splat 197"/>
            <p:cNvSpPr>
              <a:spLocks noGrp="1"/>
            </p:cNvSpPr>
            <p:nvPr/>
          </p:nvSpPr>
          <p:spPr>
            <a:xfrm rot="5400000">
              <a:off x="2528585" y="296464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3B">
                    <a:alpha val="32968"/>
                  </a:srgbClr>
                </a:gs>
                <a:gs pos="14286">
                  <a:srgbClr val="00003B">
                    <a:alpha val="30764"/>
                  </a:srgbClr>
                </a:gs>
                <a:gs pos="28571">
                  <a:srgbClr val="00003B">
                    <a:alpha val="24833"/>
                  </a:srgbClr>
                </a:gs>
                <a:gs pos="42857">
                  <a:srgbClr val="00003B">
                    <a:alpha val="17075"/>
                  </a:srgbClr>
                </a:gs>
                <a:gs pos="57143">
                  <a:srgbClr val="00003B">
                    <a:alpha val="9855"/>
                  </a:srgbClr>
                </a:gs>
                <a:gs pos="71429">
                  <a:srgbClr val="00003B">
                    <a:alpha val="4740"/>
                  </a:srgbClr>
                </a:gs>
                <a:gs pos="85714">
                  <a:srgbClr val="00003B">
                    <a:alpha val="1902"/>
                  </a:srgbClr>
                </a:gs>
                <a:gs pos="100000">
                  <a:srgbClr val="00003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Splat 198"/>
            <p:cNvSpPr>
              <a:spLocks noGrp="1"/>
            </p:cNvSpPr>
            <p:nvPr/>
          </p:nvSpPr>
          <p:spPr>
            <a:xfrm rot="5400000">
              <a:off x="2925906" y="3012137"/>
              <a:ext cx="602456" cy="602456"/>
            </a:xfrm>
            <a:prstGeom prst="ellipse">
              <a:avLst/>
            </a:prstGeom>
            <a:gradFill>
              <a:gsLst>
                <a:gs pos="0">
                  <a:srgbClr val="570B4C">
                    <a:alpha val="28988"/>
                  </a:srgbClr>
                </a:gs>
                <a:gs pos="14286">
                  <a:srgbClr val="570B4C">
                    <a:alpha val="26994"/>
                  </a:srgbClr>
                </a:gs>
                <a:gs pos="28571">
                  <a:srgbClr val="570B4C">
                    <a:alpha val="21675"/>
                  </a:srgbClr>
                </a:gs>
                <a:gs pos="42857">
                  <a:srgbClr val="570B4C">
                    <a:alpha val="14806"/>
                  </a:srgbClr>
                </a:gs>
                <a:gs pos="57143">
                  <a:srgbClr val="570B4C">
                    <a:alpha val="8496"/>
                  </a:srgbClr>
                </a:gs>
                <a:gs pos="71429">
                  <a:srgbClr val="570B4C">
                    <a:alpha val="4071"/>
                  </a:srgbClr>
                </a:gs>
                <a:gs pos="85714">
                  <a:srgbClr val="570B4C">
                    <a:alpha val="1630"/>
                  </a:srgbClr>
                </a:gs>
                <a:gs pos="100000">
                  <a:srgbClr val="570B4C">
                    <a:alpha val="5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Splat 199"/>
            <p:cNvSpPr>
              <a:spLocks noGrp="1"/>
            </p:cNvSpPr>
            <p:nvPr/>
          </p:nvSpPr>
          <p:spPr>
            <a:xfrm rot="5400000">
              <a:off x="3145708" y="3042846"/>
              <a:ext cx="602456" cy="602456"/>
            </a:xfrm>
            <a:prstGeom prst="ellipse">
              <a:avLst/>
            </a:prstGeom>
            <a:gradFill>
              <a:gsLst>
                <a:gs pos="0">
                  <a:srgbClr val="77426F">
                    <a:alpha val="32968"/>
                  </a:srgbClr>
                </a:gs>
                <a:gs pos="14286">
                  <a:srgbClr val="77426F">
                    <a:alpha val="30764"/>
                  </a:srgbClr>
                </a:gs>
                <a:gs pos="28571">
                  <a:srgbClr val="77426F">
                    <a:alpha val="24833"/>
                  </a:srgbClr>
                </a:gs>
                <a:gs pos="42857">
                  <a:srgbClr val="77426F">
                    <a:alpha val="17075"/>
                  </a:srgbClr>
                </a:gs>
                <a:gs pos="57143">
                  <a:srgbClr val="77426F">
                    <a:alpha val="9855"/>
                  </a:srgbClr>
                </a:gs>
                <a:gs pos="71429">
                  <a:srgbClr val="77426F">
                    <a:alpha val="4740"/>
                  </a:srgbClr>
                </a:gs>
                <a:gs pos="85714">
                  <a:srgbClr val="77426F">
                    <a:alpha val="1902"/>
                  </a:srgbClr>
                </a:gs>
                <a:gs pos="100000">
                  <a:srgbClr val="77426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Splat 200"/>
            <p:cNvSpPr>
              <a:spLocks noGrp="1"/>
            </p:cNvSpPr>
            <p:nvPr/>
          </p:nvSpPr>
          <p:spPr>
            <a:xfrm rot="5400000">
              <a:off x="3362936" y="2958018"/>
              <a:ext cx="602456" cy="602456"/>
            </a:xfrm>
            <a:prstGeom prst="ellipse">
              <a:avLst/>
            </a:prstGeom>
            <a:gradFill>
              <a:gsLst>
                <a:gs pos="0">
                  <a:srgbClr val="705D86">
                    <a:alpha val="32968"/>
                  </a:srgbClr>
                </a:gs>
                <a:gs pos="14286">
                  <a:srgbClr val="705D86">
                    <a:alpha val="30764"/>
                  </a:srgbClr>
                </a:gs>
                <a:gs pos="28571">
                  <a:srgbClr val="705D86">
                    <a:alpha val="24833"/>
                  </a:srgbClr>
                </a:gs>
                <a:gs pos="42857">
                  <a:srgbClr val="705D86">
                    <a:alpha val="17075"/>
                  </a:srgbClr>
                </a:gs>
                <a:gs pos="57143">
                  <a:srgbClr val="705D86">
                    <a:alpha val="9855"/>
                  </a:srgbClr>
                </a:gs>
                <a:gs pos="71429">
                  <a:srgbClr val="705D86">
                    <a:alpha val="4740"/>
                  </a:srgbClr>
                </a:gs>
                <a:gs pos="85714">
                  <a:srgbClr val="705D86">
                    <a:alpha val="1902"/>
                  </a:srgbClr>
                </a:gs>
                <a:gs pos="100000">
                  <a:srgbClr val="705D8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Splat 201"/>
            <p:cNvSpPr>
              <a:spLocks noGrp="1"/>
            </p:cNvSpPr>
            <p:nvPr/>
          </p:nvSpPr>
          <p:spPr>
            <a:xfrm rot="5400000">
              <a:off x="3675988" y="2984991"/>
              <a:ext cx="602456" cy="602456"/>
            </a:xfrm>
            <a:prstGeom prst="ellipse">
              <a:avLst/>
            </a:prstGeom>
            <a:gradFill>
              <a:gsLst>
                <a:gs pos="0">
                  <a:srgbClr val="9C778E">
                    <a:alpha val="32968"/>
                  </a:srgbClr>
                </a:gs>
                <a:gs pos="14286">
                  <a:srgbClr val="9C778E">
                    <a:alpha val="30764"/>
                  </a:srgbClr>
                </a:gs>
                <a:gs pos="28571">
                  <a:srgbClr val="9C778E">
                    <a:alpha val="24833"/>
                  </a:srgbClr>
                </a:gs>
                <a:gs pos="42857">
                  <a:srgbClr val="9C778E">
                    <a:alpha val="17075"/>
                  </a:srgbClr>
                </a:gs>
                <a:gs pos="57143">
                  <a:srgbClr val="9C778E">
                    <a:alpha val="9855"/>
                  </a:srgbClr>
                </a:gs>
                <a:gs pos="71429">
                  <a:srgbClr val="9C778E">
                    <a:alpha val="4740"/>
                  </a:srgbClr>
                </a:gs>
                <a:gs pos="85714">
                  <a:srgbClr val="9C778E">
                    <a:alpha val="1902"/>
                  </a:srgbClr>
                </a:gs>
                <a:gs pos="100000">
                  <a:srgbClr val="9C778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Splat 202"/>
            <p:cNvSpPr>
              <a:spLocks noGrp="1"/>
            </p:cNvSpPr>
            <p:nvPr/>
          </p:nvSpPr>
          <p:spPr>
            <a:xfrm rot="5400000">
              <a:off x="3867620" y="3053787"/>
              <a:ext cx="602456" cy="602456"/>
            </a:xfrm>
            <a:prstGeom prst="ellipse">
              <a:avLst/>
            </a:prstGeom>
            <a:gradFill>
              <a:gsLst>
                <a:gs pos="0">
                  <a:srgbClr val="9C84A4">
                    <a:alpha val="32968"/>
                  </a:srgbClr>
                </a:gs>
                <a:gs pos="14286">
                  <a:srgbClr val="9C84A4">
                    <a:alpha val="30764"/>
                  </a:srgbClr>
                </a:gs>
                <a:gs pos="28571">
                  <a:srgbClr val="9C84A4">
                    <a:alpha val="24833"/>
                  </a:srgbClr>
                </a:gs>
                <a:gs pos="42857">
                  <a:srgbClr val="9C84A4">
                    <a:alpha val="17075"/>
                  </a:srgbClr>
                </a:gs>
                <a:gs pos="57143">
                  <a:srgbClr val="9C84A4">
                    <a:alpha val="9855"/>
                  </a:srgbClr>
                </a:gs>
                <a:gs pos="71429">
                  <a:srgbClr val="9C84A4">
                    <a:alpha val="4740"/>
                  </a:srgbClr>
                </a:gs>
                <a:gs pos="85714">
                  <a:srgbClr val="9C84A4">
                    <a:alpha val="1902"/>
                  </a:srgbClr>
                </a:gs>
                <a:gs pos="100000">
                  <a:srgbClr val="9C84A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Splat 203"/>
            <p:cNvSpPr>
              <a:spLocks noGrp="1"/>
            </p:cNvSpPr>
            <p:nvPr/>
          </p:nvSpPr>
          <p:spPr>
            <a:xfrm rot="5400000">
              <a:off x="4131163" y="3095369"/>
              <a:ext cx="602456" cy="602456"/>
            </a:xfrm>
            <a:prstGeom prst="ellipse">
              <a:avLst/>
            </a:prstGeom>
            <a:gradFill>
              <a:gsLst>
                <a:gs pos="0">
                  <a:srgbClr val="9599C8">
                    <a:alpha val="20375"/>
                  </a:srgbClr>
                </a:gs>
                <a:gs pos="14286">
                  <a:srgbClr val="9599C8">
                    <a:alpha val="18894"/>
                  </a:srgbClr>
                </a:gs>
                <a:gs pos="28571">
                  <a:srgbClr val="9599C8">
                    <a:alpha val="15007"/>
                  </a:srgbClr>
                </a:gs>
                <a:gs pos="42857">
                  <a:srgbClr val="9599C8">
                    <a:alpha val="10116"/>
                  </a:srgbClr>
                </a:gs>
                <a:gs pos="57143">
                  <a:srgbClr val="9599C8">
                    <a:alpha val="5738"/>
                  </a:srgbClr>
                </a:gs>
                <a:gs pos="71429">
                  <a:srgbClr val="9599C8">
                    <a:alpha val="2728"/>
                  </a:srgbClr>
                </a:gs>
                <a:gs pos="85714">
                  <a:srgbClr val="9599C8">
                    <a:alpha val="1088"/>
                  </a:srgbClr>
                </a:gs>
                <a:gs pos="100000">
                  <a:srgbClr val="9599C8">
                    <a:alpha val="3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Splat 204"/>
            <p:cNvSpPr>
              <a:spLocks noGrp="1"/>
            </p:cNvSpPr>
            <p:nvPr/>
          </p:nvSpPr>
          <p:spPr>
            <a:xfrm rot="5400000">
              <a:off x="-232845" y="3286377"/>
              <a:ext cx="602456" cy="602456"/>
            </a:xfrm>
            <a:prstGeom prst="ellipse">
              <a:avLst/>
            </a:prstGeom>
            <a:gradFill>
              <a:gsLst>
                <a:gs pos="0">
                  <a:srgbClr val="E7C800">
                    <a:alpha val="21183"/>
                  </a:srgbClr>
                </a:gs>
                <a:gs pos="14286">
                  <a:srgbClr val="E7C800">
                    <a:alpha val="19651"/>
                  </a:srgbClr>
                </a:gs>
                <a:gs pos="28571">
                  <a:srgbClr val="E7C800">
                    <a:alpha val="15623"/>
                  </a:srgbClr>
                </a:gs>
                <a:gs pos="42857">
                  <a:srgbClr val="E7C800">
                    <a:alpha val="10544"/>
                  </a:srgbClr>
                </a:gs>
                <a:gs pos="57143">
                  <a:srgbClr val="E7C800">
                    <a:alpha val="5987"/>
                  </a:srgbClr>
                </a:gs>
                <a:gs pos="71429">
                  <a:srgbClr val="E7C800">
                    <a:alpha val="2849"/>
                  </a:srgbClr>
                </a:gs>
                <a:gs pos="85714">
                  <a:srgbClr val="E7C800">
                    <a:alpha val="1136"/>
                  </a:srgbClr>
                </a:gs>
                <a:gs pos="100000">
                  <a:srgbClr val="E7C800">
                    <a:alpha val="3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Splat 205"/>
            <p:cNvSpPr>
              <a:spLocks noGrp="1"/>
            </p:cNvSpPr>
            <p:nvPr/>
          </p:nvSpPr>
          <p:spPr>
            <a:xfrm rot="5400000">
              <a:off x="60885" y="3280474"/>
              <a:ext cx="602456" cy="602456"/>
            </a:xfrm>
            <a:prstGeom prst="ellipse">
              <a:avLst/>
            </a:prstGeom>
            <a:gradFill>
              <a:gsLst>
                <a:gs pos="0">
                  <a:srgbClr val="B74500">
                    <a:alpha val="32968"/>
                  </a:srgbClr>
                </a:gs>
                <a:gs pos="14286">
                  <a:srgbClr val="B74500">
                    <a:alpha val="30764"/>
                  </a:srgbClr>
                </a:gs>
                <a:gs pos="28571">
                  <a:srgbClr val="B74500">
                    <a:alpha val="24833"/>
                  </a:srgbClr>
                </a:gs>
                <a:gs pos="42857">
                  <a:srgbClr val="B74500">
                    <a:alpha val="17075"/>
                  </a:srgbClr>
                </a:gs>
                <a:gs pos="57143">
                  <a:srgbClr val="B74500">
                    <a:alpha val="9855"/>
                  </a:srgbClr>
                </a:gs>
                <a:gs pos="71429">
                  <a:srgbClr val="B74500">
                    <a:alpha val="4740"/>
                  </a:srgbClr>
                </a:gs>
                <a:gs pos="85714">
                  <a:srgbClr val="B74500">
                    <a:alpha val="1902"/>
                  </a:srgbClr>
                </a:gs>
                <a:gs pos="100000">
                  <a:srgbClr val="B74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Splat 206"/>
            <p:cNvSpPr>
              <a:spLocks noGrp="1"/>
            </p:cNvSpPr>
            <p:nvPr/>
          </p:nvSpPr>
          <p:spPr>
            <a:xfrm rot="5400000">
              <a:off x="266137" y="3221755"/>
              <a:ext cx="602456" cy="602456"/>
            </a:xfrm>
            <a:prstGeom prst="ellipse">
              <a:avLst/>
            </a:prstGeom>
            <a:gradFill>
              <a:gsLst>
                <a:gs pos="0">
                  <a:srgbClr val="D46200">
                    <a:alpha val="25199"/>
                  </a:srgbClr>
                </a:gs>
                <a:gs pos="14286">
                  <a:srgbClr val="D46200">
                    <a:alpha val="23421"/>
                  </a:srgbClr>
                </a:gs>
                <a:gs pos="28571">
                  <a:srgbClr val="D46200">
                    <a:alpha val="18714"/>
                  </a:srgbClr>
                </a:gs>
                <a:gs pos="42857">
                  <a:srgbClr val="D46200">
                    <a:alpha val="12707"/>
                  </a:srgbClr>
                </a:gs>
                <a:gs pos="57143">
                  <a:srgbClr val="D46200">
                    <a:alpha val="7254"/>
                  </a:srgbClr>
                </a:gs>
                <a:gs pos="71429">
                  <a:srgbClr val="D46200">
                    <a:alpha val="3464"/>
                  </a:srgbClr>
                </a:gs>
                <a:gs pos="85714">
                  <a:srgbClr val="D46200">
                    <a:alpha val="1384"/>
                  </a:srgbClr>
                </a:gs>
                <a:gs pos="100000">
                  <a:srgbClr val="D46200">
                    <a:alpha val="4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Splat 207"/>
            <p:cNvSpPr>
              <a:spLocks noGrp="1"/>
            </p:cNvSpPr>
            <p:nvPr/>
          </p:nvSpPr>
          <p:spPr>
            <a:xfrm rot="5400000">
              <a:off x="544029" y="3251213"/>
              <a:ext cx="602456" cy="602456"/>
            </a:xfrm>
            <a:prstGeom prst="ellipse">
              <a:avLst/>
            </a:prstGeom>
            <a:gradFill>
              <a:gsLst>
                <a:gs pos="0">
                  <a:srgbClr val="F8FF00">
                    <a:alpha val="21448"/>
                  </a:srgbClr>
                </a:gs>
                <a:gs pos="14286">
                  <a:srgbClr val="F8FF00">
                    <a:alpha val="19899"/>
                  </a:srgbClr>
                </a:gs>
                <a:gs pos="28571">
                  <a:srgbClr val="F8FF00">
                    <a:alpha val="15826"/>
                  </a:srgbClr>
                </a:gs>
                <a:gs pos="42857">
                  <a:srgbClr val="F8FF00">
                    <a:alpha val="10685"/>
                  </a:srgbClr>
                </a:gs>
                <a:gs pos="57143">
                  <a:srgbClr val="F8FF00">
                    <a:alpha val="6070"/>
                  </a:srgbClr>
                </a:gs>
                <a:gs pos="71429">
                  <a:srgbClr val="F8FF00">
                    <a:alpha val="2888"/>
                  </a:srgbClr>
                </a:gs>
                <a:gs pos="85714">
                  <a:srgbClr val="F8FF00">
                    <a:alpha val="1152"/>
                  </a:srgbClr>
                </a:gs>
                <a:gs pos="100000">
                  <a:srgbClr val="F8FF00">
                    <a:alpha val="3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Splat 208"/>
            <p:cNvSpPr>
              <a:spLocks noGrp="1"/>
            </p:cNvSpPr>
            <p:nvPr/>
          </p:nvSpPr>
          <p:spPr>
            <a:xfrm rot="5400000">
              <a:off x="820443" y="330409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E4FB">
                    <a:alpha val="13201"/>
                  </a:srgbClr>
                </a:gs>
                <a:gs pos="14286">
                  <a:srgbClr val="00E4FB">
                    <a:alpha val="12201"/>
                  </a:srgbClr>
                </a:gs>
                <a:gs pos="28571">
                  <a:srgbClr val="00E4FB">
                    <a:alpha val="9610"/>
                  </a:srgbClr>
                </a:gs>
                <a:gs pos="42857">
                  <a:srgbClr val="00E4FB">
                    <a:alpha val="6412"/>
                  </a:srgbClr>
                </a:gs>
                <a:gs pos="57143">
                  <a:srgbClr val="00E4FB">
                    <a:alpha val="3606"/>
                  </a:srgbClr>
                </a:gs>
                <a:gs pos="71429">
                  <a:srgbClr val="00E4FB">
                    <a:alpha val="1704"/>
                  </a:srgbClr>
                </a:gs>
                <a:gs pos="85714">
                  <a:srgbClr val="00E4FB">
                    <a:alpha val="677"/>
                  </a:srgbClr>
                </a:gs>
                <a:gs pos="100000">
                  <a:srgbClr val="00E4FB">
                    <a:alpha val="2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Splat 209"/>
            <p:cNvSpPr>
              <a:spLocks noGrp="1"/>
            </p:cNvSpPr>
            <p:nvPr/>
          </p:nvSpPr>
          <p:spPr>
            <a:xfrm rot="5400000">
              <a:off x="1106172" y="3269707"/>
              <a:ext cx="602456" cy="602456"/>
            </a:xfrm>
            <a:prstGeom prst="ellipse">
              <a:avLst/>
            </a:prstGeom>
            <a:gradFill>
              <a:gsLst>
                <a:gs pos="0">
                  <a:srgbClr val="492200">
                    <a:alpha val="22327"/>
                  </a:srgbClr>
                </a:gs>
                <a:gs pos="14286">
                  <a:srgbClr val="492200">
                    <a:alpha val="20724"/>
                  </a:srgbClr>
                </a:gs>
                <a:gs pos="28571">
                  <a:srgbClr val="492200">
                    <a:alpha val="16499"/>
                  </a:srgbClr>
                </a:gs>
                <a:gs pos="42857">
                  <a:srgbClr val="492200">
                    <a:alpha val="11155"/>
                  </a:srgbClr>
                </a:gs>
                <a:gs pos="57143">
                  <a:srgbClr val="492200">
                    <a:alpha val="6343"/>
                  </a:srgbClr>
                </a:gs>
                <a:gs pos="71429">
                  <a:srgbClr val="492200">
                    <a:alpha val="3021"/>
                  </a:srgbClr>
                </a:gs>
                <a:gs pos="85714">
                  <a:srgbClr val="492200">
                    <a:alpha val="1206"/>
                  </a:srgbClr>
                </a:gs>
                <a:gs pos="100000">
                  <a:srgbClr val="492200">
                    <a:alpha val="4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Splat 210"/>
            <p:cNvSpPr>
              <a:spLocks noGrp="1"/>
            </p:cNvSpPr>
            <p:nvPr/>
          </p:nvSpPr>
          <p:spPr>
            <a:xfrm rot="5400000">
              <a:off x="1321079" y="3236178"/>
              <a:ext cx="602456" cy="602456"/>
            </a:xfrm>
            <a:prstGeom prst="ellipse">
              <a:avLst/>
            </a:prstGeom>
            <a:gradFill>
              <a:gsLst>
                <a:gs pos="0">
                  <a:srgbClr val="786600">
                    <a:alpha val="32968"/>
                  </a:srgbClr>
                </a:gs>
                <a:gs pos="14286">
                  <a:srgbClr val="786600">
                    <a:alpha val="30764"/>
                  </a:srgbClr>
                </a:gs>
                <a:gs pos="28571">
                  <a:srgbClr val="786600">
                    <a:alpha val="24833"/>
                  </a:srgbClr>
                </a:gs>
                <a:gs pos="42857">
                  <a:srgbClr val="786600">
                    <a:alpha val="17075"/>
                  </a:srgbClr>
                </a:gs>
                <a:gs pos="57143">
                  <a:srgbClr val="786600">
                    <a:alpha val="9855"/>
                  </a:srgbClr>
                </a:gs>
                <a:gs pos="71429">
                  <a:srgbClr val="786600">
                    <a:alpha val="4740"/>
                  </a:srgbClr>
                </a:gs>
                <a:gs pos="85714">
                  <a:srgbClr val="786600">
                    <a:alpha val="1902"/>
                  </a:srgbClr>
                </a:gs>
                <a:gs pos="100000">
                  <a:srgbClr val="786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Splat 211"/>
            <p:cNvSpPr>
              <a:spLocks noGrp="1"/>
            </p:cNvSpPr>
            <p:nvPr/>
          </p:nvSpPr>
          <p:spPr>
            <a:xfrm rot="5400000">
              <a:off x="1602355" y="325334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86">
                    <a:alpha val="32968"/>
                  </a:srgbClr>
                </a:gs>
                <a:gs pos="14286">
                  <a:srgbClr val="000086">
                    <a:alpha val="30764"/>
                  </a:srgbClr>
                </a:gs>
                <a:gs pos="28571">
                  <a:srgbClr val="000086">
                    <a:alpha val="24833"/>
                  </a:srgbClr>
                </a:gs>
                <a:gs pos="42857">
                  <a:srgbClr val="000086">
                    <a:alpha val="17075"/>
                  </a:srgbClr>
                </a:gs>
                <a:gs pos="57143">
                  <a:srgbClr val="000086">
                    <a:alpha val="9855"/>
                  </a:srgbClr>
                </a:gs>
                <a:gs pos="71429">
                  <a:srgbClr val="000086">
                    <a:alpha val="4740"/>
                  </a:srgbClr>
                </a:gs>
                <a:gs pos="85714">
                  <a:srgbClr val="000086">
                    <a:alpha val="1902"/>
                  </a:srgbClr>
                </a:gs>
                <a:gs pos="100000">
                  <a:srgbClr val="00008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Splat 212"/>
            <p:cNvSpPr>
              <a:spLocks noGrp="1"/>
            </p:cNvSpPr>
            <p:nvPr/>
          </p:nvSpPr>
          <p:spPr>
            <a:xfrm rot="5400000">
              <a:off x="2087428" y="323755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EF">
                    <a:alpha val="9479"/>
                  </a:srgbClr>
                </a:gs>
                <a:gs pos="14286">
                  <a:srgbClr val="0000EF">
                    <a:alpha val="8747"/>
                  </a:srgbClr>
                </a:gs>
                <a:gs pos="28571">
                  <a:srgbClr val="0000EF">
                    <a:alpha val="6860"/>
                  </a:srgbClr>
                </a:gs>
                <a:gs pos="42857">
                  <a:srgbClr val="0000EF">
                    <a:alpha val="4554"/>
                  </a:srgbClr>
                </a:gs>
                <a:gs pos="57143">
                  <a:srgbClr val="0000EF">
                    <a:alpha val="2550"/>
                  </a:srgbClr>
                </a:gs>
                <a:gs pos="71429">
                  <a:srgbClr val="0000EF">
                    <a:alpha val="1202"/>
                  </a:srgbClr>
                </a:gs>
                <a:gs pos="85714">
                  <a:srgbClr val="0000EF">
                    <a:alpha val="477"/>
                  </a:srgbClr>
                </a:gs>
                <a:gs pos="100000">
                  <a:srgbClr val="0000EF">
                    <a:alpha val="1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Splat 213"/>
            <p:cNvSpPr>
              <a:spLocks noGrp="1"/>
            </p:cNvSpPr>
            <p:nvPr/>
          </p:nvSpPr>
          <p:spPr>
            <a:xfrm rot="5400000">
              <a:off x="2355410" y="3296291"/>
              <a:ext cx="602456" cy="602456"/>
            </a:xfrm>
            <a:prstGeom prst="ellipse">
              <a:avLst/>
            </a:prstGeom>
            <a:gradFill>
              <a:gsLst>
                <a:gs pos="0">
                  <a:srgbClr val="430055">
                    <a:alpha val="32968"/>
                  </a:srgbClr>
                </a:gs>
                <a:gs pos="14286">
                  <a:srgbClr val="430055">
                    <a:alpha val="30764"/>
                  </a:srgbClr>
                </a:gs>
                <a:gs pos="28571">
                  <a:srgbClr val="430055">
                    <a:alpha val="24833"/>
                  </a:srgbClr>
                </a:gs>
                <a:gs pos="42857">
                  <a:srgbClr val="430055">
                    <a:alpha val="17075"/>
                  </a:srgbClr>
                </a:gs>
                <a:gs pos="57143">
                  <a:srgbClr val="430055">
                    <a:alpha val="9855"/>
                  </a:srgbClr>
                </a:gs>
                <a:gs pos="71429">
                  <a:srgbClr val="430055">
                    <a:alpha val="4740"/>
                  </a:srgbClr>
                </a:gs>
                <a:gs pos="85714">
                  <a:srgbClr val="430055">
                    <a:alpha val="1902"/>
                  </a:srgbClr>
                </a:gs>
                <a:gs pos="100000">
                  <a:srgbClr val="43005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Splat 214"/>
            <p:cNvSpPr>
              <a:spLocks noGrp="1"/>
            </p:cNvSpPr>
            <p:nvPr/>
          </p:nvSpPr>
          <p:spPr>
            <a:xfrm rot="5400000">
              <a:off x="2628503" y="3310480"/>
              <a:ext cx="602456" cy="602456"/>
            </a:xfrm>
            <a:prstGeom prst="ellipse">
              <a:avLst/>
            </a:prstGeom>
            <a:gradFill>
              <a:gsLst>
                <a:gs pos="0">
                  <a:srgbClr val="5C194A">
                    <a:alpha val="32968"/>
                  </a:srgbClr>
                </a:gs>
                <a:gs pos="14286">
                  <a:srgbClr val="5C194A">
                    <a:alpha val="30764"/>
                  </a:srgbClr>
                </a:gs>
                <a:gs pos="28571">
                  <a:srgbClr val="5C194A">
                    <a:alpha val="24833"/>
                  </a:srgbClr>
                </a:gs>
                <a:gs pos="42857">
                  <a:srgbClr val="5C194A">
                    <a:alpha val="17075"/>
                  </a:srgbClr>
                </a:gs>
                <a:gs pos="57143">
                  <a:srgbClr val="5C194A">
                    <a:alpha val="9855"/>
                  </a:srgbClr>
                </a:gs>
                <a:gs pos="71429">
                  <a:srgbClr val="5C194A">
                    <a:alpha val="4740"/>
                  </a:srgbClr>
                </a:gs>
                <a:gs pos="85714">
                  <a:srgbClr val="5C194A">
                    <a:alpha val="1902"/>
                  </a:srgbClr>
                </a:gs>
                <a:gs pos="100000">
                  <a:srgbClr val="5C194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Splat 215"/>
            <p:cNvSpPr>
              <a:spLocks noGrp="1"/>
            </p:cNvSpPr>
            <p:nvPr/>
          </p:nvSpPr>
          <p:spPr>
            <a:xfrm rot="5400000">
              <a:off x="2872271" y="3253201"/>
              <a:ext cx="602456" cy="602456"/>
            </a:xfrm>
            <a:prstGeom prst="ellipse">
              <a:avLst/>
            </a:prstGeom>
            <a:gradFill>
              <a:gsLst>
                <a:gs pos="0">
                  <a:srgbClr val="49075F">
                    <a:alpha val="32968"/>
                  </a:srgbClr>
                </a:gs>
                <a:gs pos="14286">
                  <a:srgbClr val="49075F">
                    <a:alpha val="30764"/>
                  </a:srgbClr>
                </a:gs>
                <a:gs pos="28571">
                  <a:srgbClr val="49075F">
                    <a:alpha val="24833"/>
                  </a:srgbClr>
                </a:gs>
                <a:gs pos="42857">
                  <a:srgbClr val="49075F">
                    <a:alpha val="17075"/>
                  </a:srgbClr>
                </a:gs>
                <a:gs pos="57143">
                  <a:srgbClr val="49075F">
                    <a:alpha val="9855"/>
                  </a:srgbClr>
                </a:gs>
                <a:gs pos="71429">
                  <a:srgbClr val="49075F">
                    <a:alpha val="4740"/>
                  </a:srgbClr>
                </a:gs>
                <a:gs pos="85714">
                  <a:srgbClr val="49075F">
                    <a:alpha val="1902"/>
                  </a:srgbClr>
                </a:gs>
                <a:gs pos="100000">
                  <a:srgbClr val="49075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Splat 216"/>
            <p:cNvSpPr>
              <a:spLocks noGrp="1"/>
            </p:cNvSpPr>
            <p:nvPr/>
          </p:nvSpPr>
          <p:spPr>
            <a:xfrm rot="5400000">
              <a:off x="3146257" y="3293420"/>
              <a:ext cx="602456" cy="602456"/>
            </a:xfrm>
            <a:prstGeom prst="ellipse">
              <a:avLst/>
            </a:prstGeom>
            <a:gradFill>
              <a:gsLst>
                <a:gs pos="0">
                  <a:srgbClr val="5D2B52">
                    <a:alpha val="29624"/>
                  </a:srgbClr>
                </a:gs>
                <a:gs pos="14286">
                  <a:srgbClr val="5D2B52">
                    <a:alpha val="27595"/>
                  </a:srgbClr>
                </a:gs>
                <a:gs pos="28571">
                  <a:srgbClr val="5D2B52">
                    <a:alpha val="22176"/>
                  </a:srgbClr>
                </a:gs>
                <a:gs pos="42857">
                  <a:srgbClr val="5D2B52">
                    <a:alpha val="15164"/>
                  </a:srgbClr>
                </a:gs>
                <a:gs pos="57143">
                  <a:srgbClr val="5D2B52">
                    <a:alpha val="8709"/>
                  </a:srgbClr>
                </a:gs>
                <a:gs pos="71429">
                  <a:srgbClr val="5D2B52">
                    <a:alpha val="4176"/>
                  </a:srgbClr>
                </a:gs>
                <a:gs pos="85714">
                  <a:srgbClr val="5D2B52">
                    <a:alpha val="1673"/>
                  </a:srgbClr>
                </a:gs>
                <a:gs pos="100000">
                  <a:srgbClr val="5D2B52">
                    <a:alpha val="5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Splat 217"/>
            <p:cNvSpPr>
              <a:spLocks noGrp="1"/>
            </p:cNvSpPr>
            <p:nvPr/>
          </p:nvSpPr>
          <p:spPr>
            <a:xfrm rot="5400000">
              <a:off x="3339852" y="3306693"/>
              <a:ext cx="602456" cy="602456"/>
            </a:xfrm>
            <a:prstGeom prst="ellipse">
              <a:avLst/>
            </a:prstGeom>
            <a:gradFill>
              <a:gsLst>
                <a:gs pos="0">
                  <a:srgbClr val="8A556E">
                    <a:alpha val="32968"/>
                  </a:srgbClr>
                </a:gs>
                <a:gs pos="14286">
                  <a:srgbClr val="8A556E">
                    <a:alpha val="30764"/>
                  </a:srgbClr>
                </a:gs>
                <a:gs pos="28571">
                  <a:srgbClr val="8A556E">
                    <a:alpha val="24833"/>
                  </a:srgbClr>
                </a:gs>
                <a:gs pos="42857">
                  <a:srgbClr val="8A556E">
                    <a:alpha val="17075"/>
                  </a:srgbClr>
                </a:gs>
                <a:gs pos="57143">
                  <a:srgbClr val="8A556E">
                    <a:alpha val="9855"/>
                  </a:srgbClr>
                </a:gs>
                <a:gs pos="71429">
                  <a:srgbClr val="8A556E">
                    <a:alpha val="4740"/>
                  </a:srgbClr>
                </a:gs>
                <a:gs pos="85714">
                  <a:srgbClr val="8A556E">
                    <a:alpha val="1902"/>
                  </a:srgbClr>
                </a:gs>
                <a:gs pos="100000">
                  <a:srgbClr val="8A556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Splat 218"/>
            <p:cNvSpPr>
              <a:spLocks noGrp="1"/>
            </p:cNvSpPr>
            <p:nvPr/>
          </p:nvSpPr>
          <p:spPr>
            <a:xfrm rot="5400000">
              <a:off x="3580150" y="3287134"/>
              <a:ext cx="602456" cy="602456"/>
            </a:xfrm>
            <a:prstGeom prst="ellipse">
              <a:avLst/>
            </a:prstGeom>
            <a:gradFill>
              <a:gsLst>
                <a:gs pos="0">
                  <a:srgbClr val="8A6084">
                    <a:alpha val="32968"/>
                  </a:srgbClr>
                </a:gs>
                <a:gs pos="14286">
                  <a:srgbClr val="8A6084">
                    <a:alpha val="30764"/>
                  </a:srgbClr>
                </a:gs>
                <a:gs pos="28571">
                  <a:srgbClr val="8A6084">
                    <a:alpha val="24833"/>
                  </a:srgbClr>
                </a:gs>
                <a:gs pos="42857">
                  <a:srgbClr val="8A6084">
                    <a:alpha val="17075"/>
                  </a:srgbClr>
                </a:gs>
                <a:gs pos="57143">
                  <a:srgbClr val="8A6084">
                    <a:alpha val="9855"/>
                  </a:srgbClr>
                </a:gs>
                <a:gs pos="71429">
                  <a:srgbClr val="8A6084">
                    <a:alpha val="4740"/>
                  </a:srgbClr>
                </a:gs>
                <a:gs pos="85714">
                  <a:srgbClr val="8A6084">
                    <a:alpha val="1902"/>
                  </a:srgbClr>
                </a:gs>
                <a:gs pos="100000">
                  <a:srgbClr val="8A608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Splat 219"/>
            <p:cNvSpPr>
              <a:spLocks noGrp="1"/>
            </p:cNvSpPr>
            <p:nvPr/>
          </p:nvSpPr>
          <p:spPr>
            <a:xfrm rot="5400000">
              <a:off x="3893601" y="3351654"/>
              <a:ext cx="602456" cy="602456"/>
            </a:xfrm>
            <a:prstGeom prst="ellipse">
              <a:avLst/>
            </a:prstGeom>
            <a:gradFill>
              <a:gsLst>
                <a:gs pos="0">
                  <a:srgbClr val="A57F92">
                    <a:alpha val="32968"/>
                  </a:srgbClr>
                </a:gs>
                <a:gs pos="14286">
                  <a:srgbClr val="A57F92">
                    <a:alpha val="30764"/>
                  </a:srgbClr>
                </a:gs>
                <a:gs pos="28571">
                  <a:srgbClr val="A57F92">
                    <a:alpha val="24833"/>
                  </a:srgbClr>
                </a:gs>
                <a:gs pos="42857">
                  <a:srgbClr val="A57F92">
                    <a:alpha val="17075"/>
                  </a:srgbClr>
                </a:gs>
                <a:gs pos="57143">
                  <a:srgbClr val="A57F92">
                    <a:alpha val="9855"/>
                  </a:srgbClr>
                </a:gs>
                <a:gs pos="71429">
                  <a:srgbClr val="A57F92">
                    <a:alpha val="4740"/>
                  </a:srgbClr>
                </a:gs>
                <a:gs pos="85714">
                  <a:srgbClr val="A57F92">
                    <a:alpha val="1902"/>
                  </a:srgbClr>
                </a:gs>
                <a:gs pos="100000">
                  <a:srgbClr val="A57F9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Splat 220"/>
            <p:cNvSpPr>
              <a:spLocks noGrp="1"/>
            </p:cNvSpPr>
            <p:nvPr/>
          </p:nvSpPr>
          <p:spPr>
            <a:xfrm rot="5400000">
              <a:off x="4175668" y="3285562"/>
              <a:ext cx="602456" cy="602456"/>
            </a:xfrm>
            <a:prstGeom prst="ellipse">
              <a:avLst/>
            </a:prstGeom>
            <a:gradFill>
              <a:gsLst>
                <a:gs pos="0">
                  <a:srgbClr val="A6664D">
                    <a:alpha val="31855"/>
                  </a:srgbClr>
                </a:gs>
                <a:gs pos="14286">
                  <a:srgbClr val="A6664D">
                    <a:alpha val="29708"/>
                  </a:srgbClr>
                </a:gs>
                <a:gs pos="28571">
                  <a:srgbClr val="A6664D">
                    <a:alpha val="23945"/>
                  </a:srgbClr>
                </a:gs>
                <a:gs pos="42857">
                  <a:srgbClr val="A6664D">
                    <a:alpha val="16434"/>
                  </a:srgbClr>
                </a:gs>
                <a:gs pos="57143">
                  <a:srgbClr val="A6664D">
                    <a:alpha val="9469"/>
                  </a:srgbClr>
                </a:gs>
                <a:gs pos="71429">
                  <a:srgbClr val="A6664D">
                    <a:alpha val="4550"/>
                  </a:srgbClr>
                </a:gs>
                <a:gs pos="85714">
                  <a:srgbClr val="A6664D">
                    <a:alpha val="1825"/>
                  </a:srgbClr>
                </a:gs>
                <a:gs pos="100000">
                  <a:srgbClr val="A6664D">
                    <a:alpha val="6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Splat 221"/>
            <p:cNvSpPr>
              <a:spLocks noGrp="1"/>
            </p:cNvSpPr>
            <p:nvPr/>
          </p:nvSpPr>
          <p:spPr>
            <a:xfrm rot="5400000">
              <a:off x="-171967" y="3602354"/>
              <a:ext cx="602456" cy="602456"/>
            </a:xfrm>
            <a:prstGeom prst="ellipse">
              <a:avLst/>
            </a:prstGeom>
            <a:gradFill>
              <a:gsLst>
                <a:gs pos="0">
                  <a:srgbClr val="E3B400">
                    <a:alpha val="29999"/>
                  </a:srgbClr>
                </a:gs>
                <a:gs pos="14286">
                  <a:srgbClr val="E3B400">
                    <a:alpha val="27951"/>
                  </a:srgbClr>
                </a:gs>
                <a:gs pos="28571">
                  <a:srgbClr val="E3B400">
                    <a:alpha val="22472"/>
                  </a:srgbClr>
                </a:gs>
                <a:gs pos="42857">
                  <a:srgbClr val="E3B400">
                    <a:alpha val="15376"/>
                  </a:srgbClr>
                </a:gs>
                <a:gs pos="57143">
                  <a:srgbClr val="E3B400">
                    <a:alpha val="8836"/>
                  </a:srgbClr>
                </a:gs>
                <a:gs pos="71429">
                  <a:srgbClr val="E3B400">
                    <a:alpha val="4238"/>
                  </a:srgbClr>
                </a:gs>
                <a:gs pos="85714">
                  <a:srgbClr val="E3B400">
                    <a:alpha val="1698"/>
                  </a:srgbClr>
                </a:gs>
                <a:gs pos="100000">
                  <a:srgbClr val="E3B400">
                    <a:alpha val="5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Splat 222"/>
            <p:cNvSpPr>
              <a:spLocks noGrp="1"/>
            </p:cNvSpPr>
            <p:nvPr/>
          </p:nvSpPr>
          <p:spPr>
            <a:xfrm rot="5400000">
              <a:off x="46218" y="3608831"/>
              <a:ext cx="602456" cy="602456"/>
            </a:xfrm>
            <a:prstGeom prst="ellipse">
              <a:avLst/>
            </a:prstGeom>
            <a:gradFill>
              <a:gsLst>
                <a:gs pos="0">
                  <a:srgbClr val="B23D00">
                    <a:alpha val="32968"/>
                  </a:srgbClr>
                </a:gs>
                <a:gs pos="14286">
                  <a:srgbClr val="B23D00">
                    <a:alpha val="30764"/>
                  </a:srgbClr>
                </a:gs>
                <a:gs pos="28571">
                  <a:srgbClr val="B23D00">
                    <a:alpha val="24833"/>
                  </a:srgbClr>
                </a:gs>
                <a:gs pos="42857">
                  <a:srgbClr val="B23D00">
                    <a:alpha val="17075"/>
                  </a:srgbClr>
                </a:gs>
                <a:gs pos="57143">
                  <a:srgbClr val="B23D00">
                    <a:alpha val="9855"/>
                  </a:srgbClr>
                </a:gs>
                <a:gs pos="71429">
                  <a:srgbClr val="B23D00">
                    <a:alpha val="4740"/>
                  </a:srgbClr>
                </a:gs>
                <a:gs pos="85714">
                  <a:srgbClr val="B23D00">
                    <a:alpha val="1902"/>
                  </a:srgbClr>
                </a:gs>
                <a:gs pos="100000">
                  <a:srgbClr val="B23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Splat 223"/>
            <p:cNvSpPr>
              <a:spLocks noGrp="1"/>
            </p:cNvSpPr>
            <p:nvPr/>
          </p:nvSpPr>
          <p:spPr>
            <a:xfrm rot="5400000">
              <a:off x="327521" y="3484247"/>
              <a:ext cx="602456" cy="602456"/>
            </a:xfrm>
            <a:prstGeom prst="ellipse">
              <a:avLst/>
            </a:prstGeom>
            <a:gradFill>
              <a:gsLst>
                <a:gs pos="0">
                  <a:srgbClr val="FFCF00">
                    <a:alpha val="17153"/>
                  </a:srgbClr>
                </a:gs>
                <a:gs pos="14286">
                  <a:srgbClr val="FFCF00">
                    <a:alpha val="15882"/>
                  </a:srgbClr>
                </a:gs>
                <a:gs pos="28571">
                  <a:srgbClr val="FFCF00">
                    <a:alpha val="12566"/>
                  </a:srgbClr>
                </a:gs>
                <a:gs pos="42857">
                  <a:srgbClr val="FFCF00">
                    <a:alpha val="8431"/>
                  </a:srgbClr>
                </a:gs>
                <a:gs pos="57143">
                  <a:srgbClr val="FFCF00">
                    <a:alpha val="4763"/>
                  </a:srgbClr>
                </a:gs>
                <a:gs pos="71429">
                  <a:srgbClr val="FFCF00">
                    <a:alpha val="2259"/>
                  </a:srgbClr>
                </a:gs>
                <a:gs pos="85714">
                  <a:srgbClr val="FFCF00">
                    <a:alpha val="899"/>
                  </a:srgbClr>
                </a:gs>
                <a:gs pos="100000">
                  <a:srgbClr val="FFCF00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Splat 224"/>
            <p:cNvSpPr>
              <a:spLocks noGrp="1"/>
            </p:cNvSpPr>
            <p:nvPr/>
          </p:nvSpPr>
          <p:spPr>
            <a:xfrm rot="5400000">
              <a:off x="510299" y="3609627"/>
              <a:ext cx="602456" cy="602456"/>
            </a:xfrm>
            <a:prstGeom prst="ellipse">
              <a:avLst/>
            </a:prstGeom>
            <a:gradFill>
              <a:gsLst>
                <a:gs pos="0">
                  <a:srgbClr val="AFFF00">
                    <a:alpha val="5937"/>
                  </a:srgbClr>
                </a:gs>
                <a:gs pos="14286">
                  <a:srgbClr val="AFFF00">
                    <a:alpha val="5471"/>
                  </a:srgbClr>
                </a:gs>
                <a:gs pos="28571">
                  <a:srgbClr val="AFFF00">
                    <a:alpha val="4274"/>
                  </a:srgbClr>
                </a:gs>
                <a:gs pos="42857">
                  <a:srgbClr val="AFFF00">
                    <a:alpha val="2825"/>
                  </a:srgbClr>
                </a:gs>
                <a:gs pos="57143">
                  <a:srgbClr val="AFFF00">
                    <a:alpha val="1575"/>
                  </a:srgbClr>
                </a:gs>
                <a:gs pos="71429">
                  <a:srgbClr val="AFFF00">
                    <a:alpha val="740"/>
                  </a:srgbClr>
                </a:gs>
                <a:gs pos="85714">
                  <a:srgbClr val="AFFF00">
                    <a:alpha val="293"/>
                  </a:srgbClr>
                </a:gs>
                <a:gs pos="100000">
                  <a:srgbClr val="AFFF00">
                    <a:alpha val="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Splat 225"/>
            <p:cNvSpPr>
              <a:spLocks noGrp="1"/>
            </p:cNvSpPr>
            <p:nvPr/>
          </p:nvSpPr>
          <p:spPr>
            <a:xfrm rot="5400000">
              <a:off x="759483" y="351269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8EC8">
                    <a:alpha val="32968"/>
                  </a:srgbClr>
                </a:gs>
                <a:gs pos="14286">
                  <a:srgbClr val="008EC8">
                    <a:alpha val="30764"/>
                  </a:srgbClr>
                </a:gs>
                <a:gs pos="28571">
                  <a:srgbClr val="008EC8">
                    <a:alpha val="24833"/>
                  </a:srgbClr>
                </a:gs>
                <a:gs pos="42857">
                  <a:srgbClr val="008EC8">
                    <a:alpha val="17075"/>
                  </a:srgbClr>
                </a:gs>
                <a:gs pos="57143">
                  <a:srgbClr val="008EC8">
                    <a:alpha val="9855"/>
                  </a:srgbClr>
                </a:gs>
                <a:gs pos="71429">
                  <a:srgbClr val="008EC8">
                    <a:alpha val="4740"/>
                  </a:srgbClr>
                </a:gs>
                <a:gs pos="85714">
                  <a:srgbClr val="008EC8">
                    <a:alpha val="1902"/>
                  </a:srgbClr>
                </a:gs>
                <a:gs pos="100000">
                  <a:srgbClr val="008EC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Splat 226"/>
            <p:cNvSpPr>
              <a:spLocks noGrp="1"/>
            </p:cNvSpPr>
            <p:nvPr/>
          </p:nvSpPr>
          <p:spPr>
            <a:xfrm rot="5400000">
              <a:off x="1056973" y="349411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CD">
                    <a:alpha val="13901"/>
                  </a:srgbClr>
                </a:gs>
                <a:gs pos="14286">
                  <a:srgbClr val="0000CD">
                    <a:alpha val="12852"/>
                  </a:srgbClr>
                </a:gs>
                <a:gs pos="28571">
                  <a:srgbClr val="0000CD">
                    <a:alpha val="10130"/>
                  </a:srgbClr>
                </a:gs>
                <a:gs pos="42857">
                  <a:srgbClr val="0000CD">
                    <a:alpha val="6766"/>
                  </a:srgbClr>
                </a:gs>
                <a:gs pos="57143">
                  <a:srgbClr val="0000CD">
                    <a:alpha val="3808"/>
                  </a:srgbClr>
                </a:gs>
                <a:gs pos="71429">
                  <a:srgbClr val="0000CD">
                    <a:alpha val="1801"/>
                  </a:srgbClr>
                </a:gs>
                <a:gs pos="85714">
                  <a:srgbClr val="0000CD">
                    <a:alpha val="716"/>
                  </a:srgbClr>
                </a:gs>
                <a:gs pos="100000">
                  <a:srgbClr val="0000CD">
                    <a:alpha val="2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Splat 227"/>
            <p:cNvSpPr>
              <a:spLocks noGrp="1"/>
            </p:cNvSpPr>
            <p:nvPr/>
          </p:nvSpPr>
          <p:spPr>
            <a:xfrm rot="5400000">
              <a:off x="1508439" y="360706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98">
                    <a:alpha val="20531"/>
                  </a:srgbClr>
                </a:gs>
                <a:gs pos="14286">
                  <a:srgbClr val="000098">
                    <a:alpha val="19040"/>
                  </a:srgbClr>
                </a:gs>
                <a:gs pos="28571">
                  <a:srgbClr val="000098">
                    <a:alpha val="15126"/>
                  </a:srgbClr>
                </a:gs>
                <a:gs pos="42857">
                  <a:srgbClr val="000098">
                    <a:alpha val="10199"/>
                  </a:srgbClr>
                </a:gs>
                <a:gs pos="57143">
                  <a:srgbClr val="000098">
                    <a:alpha val="5786"/>
                  </a:srgbClr>
                </a:gs>
                <a:gs pos="71429">
                  <a:srgbClr val="000098">
                    <a:alpha val="2751"/>
                  </a:srgbClr>
                </a:gs>
                <a:gs pos="85714">
                  <a:srgbClr val="000098">
                    <a:alpha val="1097"/>
                  </a:srgbClr>
                </a:gs>
                <a:gs pos="100000">
                  <a:srgbClr val="000098">
                    <a:alpha val="3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Splat 228"/>
            <p:cNvSpPr>
              <a:spLocks noGrp="1"/>
            </p:cNvSpPr>
            <p:nvPr/>
          </p:nvSpPr>
          <p:spPr>
            <a:xfrm rot="5400000">
              <a:off x="1898156" y="3528520"/>
              <a:ext cx="602456" cy="602456"/>
            </a:xfrm>
            <a:prstGeom prst="ellipse">
              <a:avLst/>
            </a:prstGeom>
            <a:gradFill>
              <a:gsLst>
                <a:gs pos="0">
                  <a:srgbClr val="793A6C">
                    <a:alpha val="32968"/>
                  </a:srgbClr>
                </a:gs>
                <a:gs pos="14286">
                  <a:srgbClr val="793A6C">
                    <a:alpha val="30764"/>
                  </a:srgbClr>
                </a:gs>
                <a:gs pos="28571">
                  <a:srgbClr val="793A6C">
                    <a:alpha val="24833"/>
                  </a:srgbClr>
                </a:gs>
                <a:gs pos="42857">
                  <a:srgbClr val="793A6C">
                    <a:alpha val="17075"/>
                  </a:srgbClr>
                </a:gs>
                <a:gs pos="57143">
                  <a:srgbClr val="793A6C">
                    <a:alpha val="9855"/>
                  </a:srgbClr>
                </a:gs>
                <a:gs pos="71429">
                  <a:srgbClr val="793A6C">
                    <a:alpha val="4740"/>
                  </a:srgbClr>
                </a:gs>
                <a:gs pos="85714">
                  <a:srgbClr val="793A6C">
                    <a:alpha val="1902"/>
                  </a:srgbClr>
                </a:gs>
                <a:gs pos="100000">
                  <a:srgbClr val="793A6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Splat 229"/>
            <p:cNvSpPr>
              <a:spLocks noGrp="1"/>
            </p:cNvSpPr>
            <p:nvPr/>
          </p:nvSpPr>
          <p:spPr>
            <a:xfrm rot="5400000">
              <a:off x="2034952" y="3567988"/>
              <a:ext cx="602456" cy="602456"/>
            </a:xfrm>
            <a:prstGeom prst="ellipse">
              <a:avLst/>
            </a:prstGeom>
            <a:gradFill>
              <a:gsLst>
                <a:gs pos="0">
                  <a:srgbClr val="803B68">
                    <a:alpha val="32968"/>
                  </a:srgbClr>
                </a:gs>
                <a:gs pos="14286">
                  <a:srgbClr val="803B68">
                    <a:alpha val="30764"/>
                  </a:srgbClr>
                </a:gs>
                <a:gs pos="28571">
                  <a:srgbClr val="803B68">
                    <a:alpha val="24833"/>
                  </a:srgbClr>
                </a:gs>
                <a:gs pos="42857">
                  <a:srgbClr val="803B68">
                    <a:alpha val="17075"/>
                  </a:srgbClr>
                </a:gs>
                <a:gs pos="57143">
                  <a:srgbClr val="803B68">
                    <a:alpha val="9855"/>
                  </a:srgbClr>
                </a:gs>
                <a:gs pos="71429">
                  <a:srgbClr val="803B68">
                    <a:alpha val="4740"/>
                  </a:srgbClr>
                </a:gs>
                <a:gs pos="85714">
                  <a:srgbClr val="803B68">
                    <a:alpha val="1902"/>
                  </a:srgbClr>
                </a:gs>
                <a:gs pos="100000">
                  <a:srgbClr val="803B6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Splat 230"/>
            <p:cNvSpPr>
              <a:spLocks noGrp="1"/>
            </p:cNvSpPr>
            <p:nvPr/>
          </p:nvSpPr>
          <p:spPr>
            <a:xfrm rot="5400000">
              <a:off x="2281278" y="3527252"/>
              <a:ext cx="602456" cy="602456"/>
            </a:xfrm>
            <a:prstGeom prst="ellipse">
              <a:avLst/>
            </a:prstGeom>
            <a:gradFill>
              <a:gsLst>
                <a:gs pos="0">
                  <a:srgbClr val="4A0054">
                    <a:alpha val="32968"/>
                  </a:srgbClr>
                </a:gs>
                <a:gs pos="14286">
                  <a:srgbClr val="4A0054">
                    <a:alpha val="30764"/>
                  </a:srgbClr>
                </a:gs>
                <a:gs pos="28571">
                  <a:srgbClr val="4A0054">
                    <a:alpha val="24833"/>
                  </a:srgbClr>
                </a:gs>
                <a:gs pos="42857">
                  <a:srgbClr val="4A0054">
                    <a:alpha val="17075"/>
                  </a:srgbClr>
                </a:gs>
                <a:gs pos="57143">
                  <a:srgbClr val="4A0054">
                    <a:alpha val="9855"/>
                  </a:srgbClr>
                </a:gs>
                <a:gs pos="71429">
                  <a:srgbClr val="4A0054">
                    <a:alpha val="4740"/>
                  </a:srgbClr>
                </a:gs>
                <a:gs pos="85714">
                  <a:srgbClr val="4A0054">
                    <a:alpha val="1902"/>
                  </a:srgbClr>
                </a:gs>
                <a:gs pos="100000">
                  <a:srgbClr val="4A005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Splat 231"/>
            <p:cNvSpPr>
              <a:spLocks noGrp="1"/>
            </p:cNvSpPr>
            <p:nvPr/>
          </p:nvSpPr>
          <p:spPr>
            <a:xfrm rot="5400000">
              <a:off x="2670486" y="3636126"/>
              <a:ext cx="602456" cy="602456"/>
            </a:xfrm>
            <a:prstGeom prst="ellipse">
              <a:avLst/>
            </a:prstGeom>
            <a:gradFill>
              <a:gsLst>
                <a:gs pos="0">
                  <a:srgbClr val="51003A">
                    <a:alpha val="32968"/>
                  </a:srgbClr>
                </a:gs>
                <a:gs pos="14286">
                  <a:srgbClr val="51003A">
                    <a:alpha val="30764"/>
                  </a:srgbClr>
                </a:gs>
                <a:gs pos="28571">
                  <a:srgbClr val="51003A">
                    <a:alpha val="24833"/>
                  </a:srgbClr>
                </a:gs>
                <a:gs pos="42857">
                  <a:srgbClr val="51003A">
                    <a:alpha val="17075"/>
                  </a:srgbClr>
                </a:gs>
                <a:gs pos="57143">
                  <a:srgbClr val="51003A">
                    <a:alpha val="9855"/>
                  </a:srgbClr>
                </a:gs>
                <a:gs pos="71429">
                  <a:srgbClr val="51003A">
                    <a:alpha val="4740"/>
                  </a:srgbClr>
                </a:gs>
                <a:gs pos="85714">
                  <a:srgbClr val="51003A">
                    <a:alpha val="1902"/>
                  </a:srgbClr>
                </a:gs>
                <a:gs pos="100000">
                  <a:srgbClr val="51003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Splat 232"/>
            <p:cNvSpPr>
              <a:spLocks noGrp="1"/>
            </p:cNvSpPr>
            <p:nvPr/>
          </p:nvSpPr>
          <p:spPr>
            <a:xfrm rot="5400000">
              <a:off x="2891864" y="3517935"/>
              <a:ext cx="602456" cy="602456"/>
            </a:xfrm>
            <a:prstGeom prst="ellipse">
              <a:avLst/>
            </a:prstGeom>
            <a:gradFill>
              <a:gsLst>
                <a:gs pos="0">
                  <a:srgbClr val="4E003E">
                    <a:alpha val="32968"/>
                  </a:srgbClr>
                </a:gs>
                <a:gs pos="14286">
                  <a:srgbClr val="4E003E">
                    <a:alpha val="30764"/>
                  </a:srgbClr>
                </a:gs>
                <a:gs pos="28571">
                  <a:srgbClr val="4E003E">
                    <a:alpha val="24833"/>
                  </a:srgbClr>
                </a:gs>
                <a:gs pos="42857">
                  <a:srgbClr val="4E003E">
                    <a:alpha val="17075"/>
                  </a:srgbClr>
                </a:gs>
                <a:gs pos="57143">
                  <a:srgbClr val="4E003E">
                    <a:alpha val="9855"/>
                  </a:srgbClr>
                </a:gs>
                <a:gs pos="71429">
                  <a:srgbClr val="4E003E">
                    <a:alpha val="4740"/>
                  </a:srgbClr>
                </a:gs>
                <a:gs pos="85714">
                  <a:srgbClr val="4E003E">
                    <a:alpha val="1902"/>
                  </a:srgbClr>
                </a:gs>
                <a:gs pos="100000">
                  <a:srgbClr val="4E003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Splat 233"/>
            <p:cNvSpPr>
              <a:spLocks noGrp="1"/>
            </p:cNvSpPr>
            <p:nvPr/>
          </p:nvSpPr>
          <p:spPr>
            <a:xfrm rot="5400000">
              <a:off x="3129922" y="3586043"/>
              <a:ext cx="602456" cy="602456"/>
            </a:xfrm>
            <a:prstGeom prst="ellipse">
              <a:avLst/>
            </a:prstGeom>
            <a:gradFill>
              <a:gsLst>
                <a:gs pos="0">
                  <a:srgbClr val="85404F">
                    <a:alpha val="32968"/>
                  </a:srgbClr>
                </a:gs>
                <a:gs pos="14286">
                  <a:srgbClr val="85404F">
                    <a:alpha val="30764"/>
                  </a:srgbClr>
                </a:gs>
                <a:gs pos="28571">
                  <a:srgbClr val="85404F">
                    <a:alpha val="24833"/>
                  </a:srgbClr>
                </a:gs>
                <a:gs pos="42857">
                  <a:srgbClr val="85404F">
                    <a:alpha val="17075"/>
                  </a:srgbClr>
                </a:gs>
                <a:gs pos="57143">
                  <a:srgbClr val="85404F">
                    <a:alpha val="9855"/>
                  </a:srgbClr>
                </a:gs>
                <a:gs pos="71429">
                  <a:srgbClr val="85404F">
                    <a:alpha val="4740"/>
                  </a:srgbClr>
                </a:gs>
                <a:gs pos="85714">
                  <a:srgbClr val="85404F">
                    <a:alpha val="1902"/>
                  </a:srgbClr>
                </a:gs>
                <a:gs pos="100000">
                  <a:srgbClr val="85404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Splat 234"/>
            <p:cNvSpPr>
              <a:spLocks noGrp="1"/>
            </p:cNvSpPr>
            <p:nvPr/>
          </p:nvSpPr>
          <p:spPr>
            <a:xfrm rot="5400000">
              <a:off x="3332717" y="3574903"/>
              <a:ext cx="602456" cy="602456"/>
            </a:xfrm>
            <a:prstGeom prst="ellipse">
              <a:avLst/>
            </a:prstGeom>
            <a:gradFill>
              <a:gsLst>
                <a:gs pos="0">
                  <a:srgbClr val="85474F">
                    <a:alpha val="32968"/>
                  </a:srgbClr>
                </a:gs>
                <a:gs pos="14286">
                  <a:srgbClr val="85474F">
                    <a:alpha val="30764"/>
                  </a:srgbClr>
                </a:gs>
                <a:gs pos="28571">
                  <a:srgbClr val="85474F">
                    <a:alpha val="24833"/>
                  </a:srgbClr>
                </a:gs>
                <a:gs pos="42857">
                  <a:srgbClr val="85474F">
                    <a:alpha val="17075"/>
                  </a:srgbClr>
                </a:gs>
                <a:gs pos="57143">
                  <a:srgbClr val="85474F">
                    <a:alpha val="9855"/>
                  </a:srgbClr>
                </a:gs>
                <a:gs pos="71429">
                  <a:srgbClr val="85474F">
                    <a:alpha val="4740"/>
                  </a:srgbClr>
                </a:gs>
                <a:gs pos="85714">
                  <a:srgbClr val="85474F">
                    <a:alpha val="1902"/>
                  </a:srgbClr>
                </a:gs>
                <a:gs pos="100000">
                  <a:srgbClr val="85474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Splat 235"/>
            <p:cNvSpPr>
              <a:spLocks noGrp="1"/>
            </p:cNvSpPr>
            <p:nvPr/>
          </p:nvSpPr>
          <p:spPr>
            <a:xfrm rot="5400000">
              <a:off x="3522858" y="3500340"/>
              <a:ext cx="602456" cy="602456"/>
            </a:xfrm>
            <a:prstGeom prst="ellipse">
              <a:avLst/>
            </a:prstGeom>
            <a:gradFill>
              <a:gsLst>
                <a:gs pos="0">
                  <a:srgbClr val="735258">
                    <a:alpha val="32968"/>
                  </a:srgbClr>
                </a:gs>
                <a:gs pos="14286">
                  <a:srgbClr val="735258">
                    <a:alpha val="30764"/>
                  </a:srgbClr>
                </a:gs>
                <a:gs pos="28571">
                  <a:srgbClr val="735258">
                    <a:alpha val="24833"/>
                  </a:srgbClr>
                </a:gs>
                <a:gs pos="42857">
                  <a:srgbClr val="735258">
                    <a:alpha val="17075"/>
                  </a:srgbClr>
                </a:gs>
                <a:gs pos="57143">
                  <a:srgbClr val="735258">
                    <a:alpha val="9855"/>
                  </a:srgbClr>
                </a:gs>
                <a:gs pos="71429">
                  <a:srgbClr val="735258">
                    <a:alpha val="4740"/>
                  </a:srgbClr>
                </a:gs>
                <a:gs pos="85714">
                  <a:srgbClr val="735258">
                    <a:alpha val="1902"/>
                  </a:srgbClr>
                </a:gs>
                <a:gs pos="100000">
                  <a:srgbClr val="73525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Splat 236"/>
            <p:cNvSpPr>
              <a:spLocks noGrp="1"/>
            </p:cNvSpPr>
            <p:nvPr/>
          </p:nvSpPr>
          <p:spPr>
            <a:xfrm rot="5400000">
              <a:off x="3858955" y="3492517"/>
              <a:ext cx="602456" cy="602456"/>
            </a:xfrm>
            <a:prstGeom prst="ellipse">
              <a:avLst/>
            </a:prstGeom>
            <a:gradFill>
              <a:gsLst>
                <a:gs pos="0">
                  <a:srgbClr val="6F483C">
                    <a:alpha val="32968"/>
                  </a:srgbClr>
                </a:gs>
                <a:gs pos="14286">
                  <a:srgbClr val="6F483C">
                    <a:alpha val="30764"/>
                  </a:srgbClr>
                </a:gs>
                <a:gs pos="28571">
                  <a:srgbClr val="6F483C">
                    <a:alpha val="24833"/>
                  </a:srgbClr>
                </a:gs>
                <a:gs pos="42857">
                  <a:srgbClr val="6F483C">
                    <a:alpha val="17075"/>
                  </a:srgbClr>
                </a:gs>
                <a:gs pos="57143">
                  <a:srgbClr val="6F483C">
                    <a:alpha val="9855"/>
                  </a:srgbClr>
                </a:gs>
                <a:gs pos="71429">
                  <a:srgbClr val="6F483C">
                    <a:alpha val="4740"/>
                  </a:srgbClr>
                </a:gs>
                <a:gs pos="85714">
                  <a:srgbClr val="6F483C">
                    <a:alpha val="1902"/>
                  </a:srgbClr>
                </a:gs>
                <a:gs pos="100000">
                  <a:srgbClr val="6F483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Splat 237"/>
            <p:cNvSpPr>
              <a:spLocks noGrp="1"/>
            </p:cNvSpPr>
            <p:nvPr/>
          </p:nvSpPr>
          <p:spPr>
            <a:xfrm rot="5400000">
              <a:off x="4052031" y="3608645"/>
              <a:ext cx="602456" cy="602456"/>
            </a:xfrm>
            <a:prstGeom prst="ellipse">
              <a:avLst/>
            </a:prstGeom>
            <a:gradFill>
              <a:gsLst>
                <a:gs pos="0">
                  <a:srgbClr val="8D8678">
                    <a:alpha val="25028"/>
                  </a:srgbClr>
                </a:gs>
                <a:gs pos="14286">
                  <a:srgbClr val="8D8678">
                    <a:alpha val="23261"/>
                  </a:srgbClr>
                </a:gs>
                <a:gs pos="28571">
                  <a:srgbClr val="8D8678">
                    <a:alpha val="18582"/>
                  </a:srgbClr>
                </a:gs>
                <a:gs pos="42857">
                  <a:srgbClr val="8D8678">
                    <a:alpha val="12614"/>
                  </a:srgbClr>
                </a:gs>
                <a:gs pos="57143">
                  <a:srgbClr val="8D8678">
                    <a:alpha val="7199"/>
                  </a:srgbClr>
                </a:gs>
                <a:gs pos="71429">
                  <a:srgbClr val="8D8678">
                    <a:alpha val="3437"/>
                  </a:srgbClr>
                </a:gs>
                <a:gs pos="85714">
                  <a:srgbClr val="8D8678">
                    <a:alpha val="1373"/>
                  </a:srgbClr>
                </a:gs>
                <a:gs pos="100000">
                  <a:srgbClr val="8D8678">
                    <a:alpha val="4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Splat 238"/>
            <p:cNvSpPr>
              <a:spLocks noGrp="1"/>
            </p:cNvSpPr>
            <p:nvPr/>
          </p:nvSpPr>
          <p:spPr>
            <a:xfrm rot="5400000">
              <a:off x="-95204" y="3825882"/>
              <a:ext cx="602456" cy="602456"/>
            </a:xfrm>
            <a:prstGeom prst="ellipse">
              <a:avLst/>
            </a:prstGeom>
            <a:gradFill>
              <a:gsLst>
                <a:gs pos="0">
                  <a:srgbClr val="D09900">
                    <a:alpha val="32968"/>
                  </a:srgbClr>
                </a:gs>
                <a:gs pos="14286">
                  <a:srgbClr val="D09900">
                    <a:alpha val="30764"/>
                  </a:srgbClr>
                </a:gs>
                <a:gs pos="28571">
                  <a:srgbClr val="D09900">
                    <a:alpha val="24833"/>
                  </a:srgbClr>
                </a:gs>
                <a:gs pos="42857">
                  <a:srgbClr val="D09900">
                    <a:alpha val="17075"/>
                  </a:srgbClr>
                </a:gs>
                <a:gs pos="57143">
                  <a:srgbClr val="D09900">
                    <a:alpha val="9855"/>
                  </a:srgbClr>
                </a:gs>
                <a:gs pos="71429">
                  <a:srgbClr val="D09900">
                    <a:alpha val="4740"/>
                  </a:srgbClr>
                </a:gs>
                <a:gs pos="85714">
                  <a:srgbClr val="D09900">
                    <a:alpha val="1902"/>
                  </a:srgbClr>
                </a:gs>
                <a:gs pos="100000">
                  <a:srgbClr val="D09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Splat 239"/>
            <p:cNvSpPr>
              <a:spLocks noGrp="1"/>
            </p:cNvSpPr>
            <p:nvPr/>
          </p:nvSpPr>
          <p:spPr>
            <a:xfrm rot="5400000">
              <a:off x="269801" y="380728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EF00">
                    <a:alpha val="2330"/>
                  </a:srgbClr>
                </a:gs>
                <a:gs pos="14286">
                  <a:srgbClr val="00EF00">
                    <a:alpha val="2144"/>
                  </a:srgbClr>
                </a:gs>
                <a:gs pos="28571">
                  <a:srgbClr val="00EF00">
                    <a:alpha val="1668"/>
                  </a:srgbClr>
                </a:gs>
                <a:gs pos="42857">
                  <a:srgbClr val="00EF00">
                    <a:alpha val="1097"/>
                  </a:srgbClr>
                </a:gs>
                <a:gs pos="57143">
                  <a:srgbClr val="00EF00">
                    <a:alpha val="610"/>
                  </a:srgbClr>
                </a:gs>
                <a:gs pos="71429">
                  <a:srgbClr val="00EF00">
                    <a:alpha val="286"/>
                  </a:srgbClr>
                </a:gs>
                <a:gs pos="85714">
                  <a:srgbClr val="00EF00">
                    <a:alpha val="113"/>
                  </a:srgbClr>
                </a:gs>
                <a:gs pos="100000">
                  <a:srgbClr val="00EF00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Splat 240"/>
            <p:cNvSpPr>
              <a:spLocks noGrp="1"/>
            </p:cNvSpPr>
            <p:nvPr/>
          </p:nvSpPr>
          <p:spPr>
            <a:xfrm rot="5400000">
              <a:off x="874051" y="380478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5CA9">
                    <a:alpha val="32968"/>
                  </a:srgbClr>
                </a:gs>
                <a:gs pos="14286">
                  <a:srgbClr val="005CA9">
                    <a:alpha val="30764"/>
                  </a:srgbClr>
                </a:gs>
                <a:gs pos="28571">
                  <a:srgbClr val="005CA9">
                    <a:alpha val="24833"/>
                  </a:srgbClr>
                </a:gs>
                <a:gs pos="42857">
                  <a:srgbClr val="005CA9">
                    <a:alpha val="17075"/>
                  </a:srgbClr>
                </a:gs>
                <a:gs pos="57143">
                  <a:srgbClr val="005CA9">
                    <a:alpha val="9855"/>
                  </a:srgbClr>
                </a:gs>
                <a:gs pos="71429">
                  <a:srgbClr val="005CA9">
                    <a:alpha val="4740"/>
                  </a:srgbClr>
                </a:gs>
                <a:gs pos="85714">
                  <a:srgbClr val="005CA9">
                    <a:alpha val="1902"/>
                  </a:srgbClr>
                </a:gs>
                <a:gs pos="100000">
                  <a:srgbClr val="005CA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Splat 241"/>
            <p:cNvSpPr>
              <a:spLocks noGrp="1"/>
            </p:cNvSpPr>
            <p:nvPr/>
          </p:nvSpPr>
          <p:spPr>
            <a:xfrm rot="5400000">
              <a:off x="1079108" y="375590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6BAA">
                    <a:alpha val="32968"/>
                  </a:srgbClr>
                </a:gs>
                <a:gs pos="14286">
                  <a:srgbClr val="006BAA">
                    <a:alpha val="30764"/>
                  </a:srgbClr>
                </a:gs>
                <a:gs pos="28571">
                  <a:srgbClr val="006BAA">
                    <a:alpha val="24833"/>
                  </a:srgbClr>
                </a:gs>
                <a:gs pos="42857">
                  <a:srgbClr val="006BAA">
                    <a:alpha val="17075"/>
                  </a:srgbClr>
                </a:gs>
                <a:gs pos="57143">
                  <a:srgbClr val="006BAA">
                    <a:alpha val="9855"/>
                  </a:srgbClr>
                </a:gs>
                <a:gs pos="71429">
                  <a:srgbClr val="006BAA">
                    <a:alpha val="4740"/>
                  </a:srgbClr>
                </a:gs>
                <a:gs pos="85714">
                  <a:srgbClr val="006BAA">
                    <a:alpha val="1902"/>
                  </a:srgbClr>
                </a:gs>
                <a:gs pos="100000">
                  <a:srgbClr val="006BA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Splat 242"/>
            <p:cNvSpPr>
              <a:spLocks noGrp="1"/>
            </p:cNvSpPr>
            <p:nvPr/>
          </p:nvSpPr>
          <p:spPr>
            <a:xfrm rot="5400000">
              <a:off x="1283774" y="3886511"/>
              <a:ext cx="602456" cy="602456"/>
            </a:xfrm>
            <a:prstGeom prst="ellipse">
              <a:avLst/>
            </a:prstGeom>
            <a:gradFill>
              <a:gsLst>
                <a:gs pos="0">
                  <a:srgbClr val="87384C">
                    <a:alpha val="32968"/>
                  </a:srgbClr>
                </a:gs>
                <a:gs pos="14286">
                  <a:srgbClr val="87384C">
                    <a:alpha val="30764"/>
                  </a:srgbClr>
                </a:gs>
                <a:gs pos="28571">
                  <a:srgbClr val="87384C">
                    <a:alpha val="24833"/>
                  </a:srgbClr>
                </a:gs>
                <a:gs pos="42857">
                  <a:srgbClr val="87384C">
                    <a:alpha val="17075"/>
                  </a:srgbClr>
                </a:gs>
                <a:gs pos="57143">
                  <a:srgbClr val="87384C">
                    <a:alpha val="9855"/>
                  </a:srgbClr>
                </a:gs>
                <a:gs pos="71429">
                  <a:srgbClr val="87384C">
                    <a:alpha val="4740"/>
                  </a:srgbClr>
                </a:gs>
                <a:gs pos="85714">
                  <a:srgbClr val="87384C">
                    <a:alpha val="1902"/>
                  </a:srgbClr>
                </a:gs>
                <a:gs pos="100000">
                  <a:srgbClr val="87384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Splat 243"/>
            <p:cNvSpPr>
              <a:spLocks noGrp="1"/>
            </p:cNvSpPr>
            <p:nvPr/>
          </p:nvSpPr>
          <p:spPr>
            <a:xfrm rot="5400000">
              <a:off x="1513345" y="3770090"/>
              <a:ext cx="602456" cy="602456"/>
            </a:xfrm>
            <a:prstGeom prst="ellipse">
              <a:avLst/>
            </a:prstGeom>
            <a:gradFill>
              <a:gsLst>
                <a:gs pos="0">
                  <a:srgbClr val="6A0C1E">
                    <a:alpha val="32968"/>
                  </a:srgbClr>
                </a:gs>
                <a:gs pos="14286">
                  <a:srgbClr val="6A0C1E">
                    <a:alpha val="30764"/>
                  </a:srgbClr>
                </a:gs>
                <a:gs pos="28571">
                  <a:srgbClr val="6A0C1E">
                    <a:alpha val="24833"/>
                  </a:srgbClr>
                </a:gs>
                <a:gs pos="42857">
                  <a:srgbClr val="6A0C1E">
                    <a:alpha val="17075"/>
                  </a:srgbClr>
                </a:gs>
                <a:gs pos="57143">
                  <a:srgbClr val="6A0C1E">
                    <a:alpha val="9855"/>
                  </a:srgbClr>
                </a:gs>
                <a:gs pos="71429">
                  <a:srgbClr val="6A0C1E">
                    <a:alpha val="4740"/>
                  </a:srgbClr>
                </a:gs>
                <a:gs pos="85714">
                  <a:srgbClr val="6A0C1E">
                    <a:alpha val="1902"/>
                  </a:srgbClr>
                </a:gs>
                <a:gs pos="100000">
                  <a:srgbClr val="6A0C1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Splat 244"/>
            <p:cNvSpPr>
              <a:spLocks noGrp="1"/>
            </p:cNvSpPr>
            <p:nvPr/>
          </p:nvSpPr>
          <p:spPr>
            <a:xfrm rot="5400000">
              <a:off x="1805735" y="3814525"/>
              <a:ext cx="602456" cy="602456"/>
            </a:xfrm>
            <a:prstGeom prst="ellipse">
              <a:avLst/>
            </a:prstGeom>
            <a:gradFill>
              <a:gsLst>
                <a:gs pos="0">
                  <a:srgbClr val="3C0050">
                    <a:alpha val="32968"/>
                  </a:srgbClr>
                </a:gs>
                <a:gs pos="14286">
                  <a:srgbClr val="3C0050">
                    <a:alpha val="30764"/>
                  </a:srgbClr>
                </a:gs>
                <a:gs pos="28571">
                  <a:srgbClr val="3C0050">
                    <a:alpha val="24833"/>
                  </a:srgbClr>
                </a:gs>
                <a:gs pos="42857">
                  <a:srgbClr val="3C0050">
                    <a:alpha val="17075"/>
                  </a:srgbClr>
                </a:gs>
                <a:gs pos="57143">
                  <a:srgbClr val="3C0050">
                    <a:alpha val="9855"/>
                  </a:srgbClr>
                </a:gs>
                <a:gs pos="71429">
                  <a:srgbClr val="3C0050">
                    <a:alpha val="4740"/>
                  </a:srgbClr>
                </a:gs>
                <a:gs pos="85714">
                  <a:srgbClr val="3C0050">
                    <a:alpha val="1902"/>
                  </a:srgbClr>
                </a:gs>
                <a:gs pos="100000">
                  <a:srgbClr val="3C005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Splat 245"/>
            <p:cNvSpPr>
              <a:spLocks noGrp="1"/>
            </p:cNvSpPr>
            <p:nvPr/>
          </p:nvSpPr>
          <p:spPr>
            <a:xfrm rot="5400000">
              <a:off x="2105817" y="3815059"/>
              <a:ext cx="602456" cy="602456"/>
            </a:xfrm>
            <a:prstGeom prst="ellipse">
              <a:avLst/>
            </a:prstGeom>
            <a:gradFill>
              <a:gsLst>
                <a:gs pos="0">
                  <a:srgbClr val="61003D">
                    <a:alpha val="32968"/>
                  </a:srgbClr>
                </a:gs>
                <a:gs pos="14286">
                  <a:srgbClr val="61003D">
                    <a:alpha val="30764"/>
                  </a:srgbClr>
                </a:gs>
                <a:gs pos="28571">
                  <a:srgbClr val="61003D">
                    <a:alpha val="24833"/>
                  </a:srgbClr>
                </a:gs>
                <a:gs pos="42857">
                  <a:srgbClr val="61003D">
                    <a:alpha val="17075"/>
                  </a:srgbClr>
                </a:gs>
                <a:gs pos="57143">
                  <a:srgbClr val="61003D">
                    <a:alpha val="9855"/>
                  </a:srgbClr>
                </a:gs>
                <a:gs pos="71429">
                  <a:srgbClr val="61003D">
                    <a:alpha val="4740"/>
                  </a:srgbClr>
                </a:gs>
                <a:gs pos="85714">
                  <a:srgbClr val="61003D">
                    <a:alpha val="1902"/>
                  </a:srgbClr>
                </a:gs>
                <a:gs pos="100000">
                  <a:srgbClr val="61003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Splat 246"/>
            <p:cNvSpPr>
              <a:spLocks noGrp="1"/>
            </p:cNvSpPr>
            <p:nvPr/>
          </p:nvSpPr>
          <p:spPr>
            <a:xfrm rot="5400000">
              <a:off x="2275456" y="3771958"/>
              <a:ext cx="602456" cy="602456"/>
            </a:xfrm>
            <a:prstGeom prst="ellipse">
              <a:avLst/>
            </a:prstGeom>
            <a:gradFill>
              <a:gsLst>
                <a:gs pos="0">
                  <a:srgbClr val="5E0030">
                    <a:alpha val="32968"/>
                  </a:srgbClr>
                </a:gs>
                <a:gs pos="14286">
                  <a:srgbClr val="5E0030">
                    <a:alpha val="30764"/>
                  </a:srgbClr>
                </a:gs>
                <a:gs pos="28571">
                  <a:srgbClr val="5E0030">
                    <a:alpha val="24833"/>
                  </a:srgbClr>
                </a:gs>
                <a:gs pos="42857">
                  <a:srgbClr val="5E0030">
                    <a:alpha val="17075"/>
                  </a:srgbClr>
                </a:gs>
                <a:gs pos="57143">
                  <a:srgbClr val="5E0030">
                    <a:alpha val="9855"/>
                  </a:srgbClr>
                </a:gs>
                <a:gs pos="71429">
                  <a:srgbClr val="5E0030">
                    <a:alpha val="4740"/>
                  </a:srgbClr>
                </a:gs>
                <a:gs pos="85714">
                  <a:srgbClr val="5E0030">
                    <a:alpha val="1902"/>
                  </a:srgbClr>
                </a:gs>
                <a:gs pos="100000">
                  <a:srgbClr val="5E003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Splat 247"/>
            <p:cNvSpPr>
              <a:spLocks noGrp="1"/>
            </p:cNvSpPr>
            <p:nvPr/>
          </p:nvSpPr>
          <p:spPr>
            <a:xfrm rot="5400000">
              <a:off x="2651684" y="3839975"/>
              <a:ext cx="602456" cy="602456"/>
            </a:xfrm>
            <a:prstGeom prst="ellipse">
              <a:avLst/>
            </a:prstGeom>
            <a:gradFill>
              <a:gsLst>
                <a:gs pos="0">
                  <a:srgbClr val="5F002D">
                    <a:alpha val="32968"/>
                  </a:srgbClr>
                </a:gs>
                <a:gs pos="14286">
                  <a:srgbClr val="5F002D">
                    <a:alpha val="30764"/>
                  </a:srgbClr>
                </a:gs>
                <a:gs pos="28571">
                  <a:srgbClr val="5F002D">
                    <a:alpha val="24833"/>
                  </a:srgbClr>
                </a:gs>
                <a:gs pos="42857">
                  <a:srgbClr val="5F002D">
                    <a:alpha val="17075"/>
                  </a:srgbClr>
                </a:gs>
                <a:gs pos="57143">
                  <a:srgbClr val="5F002D">
                    <a:alpha val="9855"/>
                  </a:srgbClr>
                </a:gs>
                <a:gs pos="71429">
                  <a:srgbClr val="5F002D">
                    <a:alpha val="4740"/>
                  </a:srgbClr>
                </a:gs>
                <a:gs pos="85714">
                  <a:srgbClr val="5F002D">
                    <a:alpha val="1902"/>
                  </a:srgbClr>
                </a:gs>
                <a:gs pos="100000">
                  <a:srgbClr val="5F002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Splat 248"/>
            <p:cNvSpPr>
              <a:spLocks noGrp="1"/>
            </p:cNvSpPr>
            <p:nvPr/>
          </p:nvSpPr>
          <p:spPr>
            <a:xfrm rot="5400000">
              <a:off x="2871733" y="3845606"/>
              <a:ext cx="602456" cy="602456"/>
            </a:xfrm>
            <a:prstGeom prst="ellipse">
              <a:avLst/>
            </a:prstGeom>
            <a:gradFill>
              <a:gsLst>
                <a:gs pos="0">
                  <a:srgbClr val="3E001F">
                    <a:alpha val="32968"/>
                  </a:srgbClr>
                </a:gs>
                <a:gs pos="14286">
                  <a:srgbClr val="3E001F">
                    <a:alpha val="30764"/>
                  </a:srgbClr>
                </a:gs>
                <a:gs pos="28571">
                  <a:srgbClr val="3E001F">
                    <a:alpha val="24833"/>
                  </a:srgbClr>
                </a:gs>
                <a:gs pos="42857">
                  <a:srgbClr val="3E001F">
                    <a:alpha val="17075"/>
                  </a:srgbClr>
                </a:gs>
                <a:gs pos="57143">
                  <a:srgbClr val="3E001F">
                    <a:alpha val="9855"/>
                  </a:srgbClr>
                </a:gs>
                <a:gs pos="71429">
                  <a:srgbClr val="3E001F">
                    <a:alpha val="4740"/>
                  </a:srgbClr>
                </a:gs>
                <a:gs pos="85714">
                  <a:srgbClr val="3E001F">
                    <a:alpha val="1902"/>
                  </a:srgbClr>
                </a:gs>
                <a:gs pos="100000">
                  <a:srgbClr val="3E001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Splat 249"/>
            <p:cNvSpPr>
              <a:spLocks noGrp="1"/>
            </p:cNvSpPr>
            <p:nvPr/>
          </p:nvSpPr>
          <p:spPr>
            <a:xfrm rot="5400000">
              <a:off x="3142240" y="3739918"/>
              <a:ext cx="602456" cy="602456"/>
            </a:xfrm>
            <a:prstGeom prst="ellipse">
              <a:avLst/>
            </a:prstGeom>
            <a:gradFill>
              <a:gsLst>
                <a:gs pos="0">
                  <a:srgbClr val="4E0013">
                    <a:alpha val="32968"/>
                  </a:srgbClr>
                </a:gs>
                <a:gs pos="14286">
                  <a:srgbClr val="4E0013">
                    <a:alpha val="30764"/>
                  </a:srgbClr>
                </a:gs>
                <a:gs pos="28571">
                  <a:srgbClr val="4E0013">
                    <a:alpha val="24833"/>
                  </a:srgbClr>
                </a:gs>
                <a:gs pos="42857">
                  <a:srgbClr val="4E0013">
                    <a:alpha val="17075"/>
                  </a:srgbClr>
                </a:gs>
                <a:gs pos="57143">
                  <a:srgbClr val="4E0013">
                    <a:alpha val="9855"/>
                  </a:srgbClr>
                </a:gs>
                <a:gs pos="71429">
                  <a:srgbClr val="4E0013">
                    <a:alpha val="4740"/>
                  </a:srgbClr>
                </a:gs>
                <a:gs pos="85714">
                  <a:srgbClr val="4E0013">
                    <a:alpha val="1902"/>
                  </a:srgbClr>
                </a:gs>
                <a:gs pos="100000">
                  <a:srgbClr val="4E001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Splat 250"/>
            <p:cNvSpPr>
              <a:spLocks noGrp="1"/>
            </p:cNvSpPr>
            <p:nvPr/>
          </p:nvSpPr>
          <p:spPr>
            <a:xfrm rot="5400000">
              <a:off x="3329241" y="3823043"/>
              <a:ext cx="602456" cy="602456"/>
            </a:xfrm>
            <a:prstGeom prst="ellipse">
              <a:avLst/>
            </a:prstGeom>
            <a:gradFill>
              <a:gsLst>
                <a:gs pos="0">
                  <a:srgbClr val="5B1309">
                    <a:alpha val="32968"/>
                  </a:srgbClr>
                </a:gs>
                <a:gs pos="14286">
                  <a:srgbClr val="5B1309">
                    <a:alpha val="30764"/>
                  </a:srgbClr>
                </a:gs>
                <a:gs pos="28571">
                  <a:srgbClr val="5B1309">
                    <a:alpha val="24833"/>
                  </a:srgbClr>
                </a:gs>
                <a:gs pos="42857">
                  <a:srgbClr val="5B1309">
                    <a:alpha val="17075"/>
                  </a:srgbClr>
                </a:gs>
                <a:gs pos="57143">
                  <a:srgbClr val="5B1309">
                    <a:alpha val="9855"/>
                  </a:srgbClr>
                </a:gs>
                <a:gs pos="71429">
                  <a:srgbClr val="5B1309">
                    <a:alpha val="4740"/>
                  </a:srgbClr>
                </a:gs>
                <a:gs pos="85714">
                  <a:srgbClr val="5B1309">
                    <a:alpha val="1902"/>
                  </a:srgbClr>
                </a:gs>
                <a:gs pos="100000">
                  <a:srgbClr val="5B130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Splat 251"/>
            <p:cNvSpPr>
              <a:spLocks noGrp="1"/>
            </p:cNvSpPr>
            <p:nvPr/>
          </p:nvSpPr>
          <p:spPr>
            <a:xfrm rot="5400000">
              <a:off x="3576515" y="3875698"/>
              <a:ext cx="602456" cy="602456"/>
            </a:xfrm>
            <a:prstGeom prst="ellipse">
              <a:avLst/>
            </a:prstGeom>
            <a:gradFill>
              <a:gsLst>
                <a:gs pos="0">
                  <a:srgbClr val="7C4B42">
                    <a:alpha val="32968"/>
                  </a:srgbClr>
                </a:gs>
                <a:gs pos="14286">
                  <a:srgbClr val="7C4B42">
                    <a:alpha val="30764"/>
                  </a:srgbClr>
                </a:gs>
                <a:gs pos="28571">
                  <a:srgbClr val="7C4B42">
                    <a:alpha val="24833"/>
                  </a:srgbClr>
                </a:gs>
                <a:gs pos="42857">
                  <a:srgbClr val="7C4B42">
                    <a:alpha val="17075"/>
                  </a:srgbClr>
                </a:gs>
                <a:gs pos="57143">
                  <a:srgbClr val="7C4B42">
                    <a:alpha val="9855"/>
                  </a:srgbClr>
                </a:gs>
                <a:gs pos="71429">
                  <a:srgbClr val="7C4B42">
                    <a:alpha val="4740"/>
                  </a:srgbClr>
                </a:gs>
                <a:gs pos="85714">
                  <a:srgbClr val="7C4B42">
                    <a:alpha val="1902"/>
                  </a:srgbClr>
                </a:gs>
                <a:gs pos="100000">
                  <a:srgbClr val="7C4B4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Splat 252"/>
            <p:cNvSpPr>
              <a:spLocks noGrp="1"/>
            </p:cNvSpPr>
            <p:nvPr/>
          </p:nvSpPr>
          <p:spPr>
            <a:xfrm rot="5400000">
              <a:off x="3851994" y="3862601"/>
              <a:ext cx="602456" cy="602456"/>
            </a:xfrm>
            <a:prstGeom prst="ellipse">
              <a:avLst/>
            </a:prstGeom>
            <a:gradFill>
              <a:gsLst>
                <a:gs pos="0">
                  <a:srgbClr val="8A6151">
                    <a:alpha val="32968"/>
                  </a:srgbClr>
                </a:gs>
                <a:gs pos="14286">
                  <a:srgbClr val="8A6151">
                    <a:alpha val="30764"/>
                  </a:srgbClr>
                </a:gs>
                <a:gs pos="28571">
                  <a:srgbClr val="8A6151">
                    <a:alpha val="24833"/>
                  </a:srgbClr>
                </a:gs>
                <a:gs pos="42857">
                  <a:srgbClr val="8A6151">
                    <a:alpha val="17075"/>
                  </a:srgbClr>
                </a:gs>
                <a:gs pos="57143">
                  <a:srgbClr val="8A6151">
                    <a:alpha val="9855"/>
                  </a:srgbClr>
                </a:gs>
                <a:gs pos="71429">
                  <a:srgbClr val="8A6151">
                    <a:alpha val="4740"/>
                  </a:srgbClr>
                </a:gs>
                <a:gs pos="85714">
                  <a:srgbClr val="8A6151">
                    <a:alpha val="1902"/>
                  </a:srgbClr>
                </a:gs>
                <a:gs pos="100000">
                  <a:srgbClr val="8A615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Splat 253"/>
            <p:cNvSpPr>
              <a:spLocks noGrp="1"/>
            </p:cNvSpPr>
            <p:nvPr/>
          </p:nvSpPr>
          <p:spPr>
            <a:xfrm rot="5400000">
              <a:off x="4164364" y="3817045"/>
              <a:ext cx="602456" cy="602456"/>
            </a:xfrm>
            <a:prstGeom prst="ellipse">
              <a:avLst/>
            </a:prstGeom>
            <a:gradFill>
              <a:gsLst>
                <a:gs pos="0">
                  <a:srgbClr val="8E755A">
                    <a:alpha val="32968"/>
                  </a:srgbClr>
                </a:gs>
                <a:gs pos="14286">
                  <a:srgbClr val="8E755A">
                    <a:alpha val="30764"/>
                  </a:srgbClr>
                </a:gs>
                <a:gs pos="28571">
                  <a:srgbClr val="8E755A">
                    <a:alpha val="24833"/>
                  </a:srgbClr>
                </a:gs>
                <a:gs pos="42857">
                  <a:srgbClr val="8E755A">
                    <a:alpha val="17075"/>
                  </a:srgbClr>
                </a:gs>
                <a:gs pos="57143">
                  <a:srgbClr val="8E755A">
                    <a:alpha val="9855"/>
                  </a:srgbClr>
                </a:gs>
                <a:gs pos="71429">
                  <a:srgbClr val="8E755A">
                    <a:alpha val="4740"/>
                  </a:srgbClr>
                </a:gs>
                <a:gs pos="85714">
                  <a:srgbClr val="8E755A">
                    <a:alpha val="1902"/>
                  </a:srgbClr>
                </a:gs>
                <a:gs pos="100000">
                  <a:srgbClr val="8E755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Splat 254"/>
            <p:cNvSpPr>
              <a:spLocks noGrp="1"/>
            </p:cNvSpPr>
            <p:nvPr/>
          </p:nvSpPr>
          <p:spPr>
            <a:xfrm rot="5400000">
              <a:off x="-108233" y="4096903"/>
              <a:ext cx="602456" cy="602456"/>
            </a:xfrm>
            <a:prstGeom prst="ellipse">
              <a:avLst/>
            </a:prstGeom>
            <a:gradFill>
              <a:gsLst>
                <a:gs pos="0">
                  <a:srgbClr val="FFFFFF">
                    <a:alpha val="5547"/>
                  </a:srgbClr>
                </a:gs>
                <a:gs pos="14286">
                  <a:srgbClr val="FFFFFF">
                    <a:alpha val="5110"/>
                  </a:srgbClr>
                </a:gs>
                <a:gs pos="28571">
                  <a:srgbClr val="FFFFFF">
                    <a:alpha val="3991"/>
                  </a:srgbClr>
                </a:gs>
                <a:gs pos="42857">
                  <a:srgbClr val="FFFFFF">
                    <a:alpha val="2636"/>
                  </a:srgbClr>
                </a:gs>
                <a:gs pos="57143">
                  <a:srgbClr val="FFFFFF">
                    <a:alpha val="1469"/>
                  </a:srgbClr>
                </a:gs>
                <a:gs pos="71429">
                  <a:srgbClr val="FFFFFF">
                    <a:alpha val="690"/>
                  </a:srgbClr>
                </a:gs>
                <a:gs pos="85714">
                  <a:srgbClr val="FFFFFF">
                    <a:alpha val="274"/>
                  </a:srgbClr>
                </a:gs>
                <a:gs pos="100000">
                  <a:srgbClr val="FFFFFF">
                    <a:alpha val="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Splat 255"/>
            <p:cNvSpPr>
              <a:spLocks noGrp="1"/>
            </p:cNvSpPr>
            <p:nvPr/>
          </p:nvSpPr>
          <p:spPr>
            <a:xfrm rot="5400000">
              <a:off x="133945" y="4054335"/>
              <a:ext cx="602456" cy="602456"/>
            </a:xfrm>
            <a:prstGeom prst="ellipse">
              <a:avLst/>
            </a:prstGeom>
            <a:gradFill>
              <a:gsLst>
                <a:gs pos="0">
                  <a:srgbClr val="FFA7FF">
                    <a:alpha val="7779"/>
                  </a:srgbClr>
                </a:gs>
                <a:gs pos="14286">
                  <a:srgbClr val="FFA7FF">
                    <a:alpha val="7173"/>
                  </a:srgbClr>
                </a:gs>
                <a:gs pos="28571">
                  <a:srgbClr val="FFA7FF">
                    <a:alpha val="5615"/>
                  </a:srgbClr>
                </a:gs>
                <a:gs pos="42857">
                  <a:srgbClr val="FFA7FF">
                    <a:alpha val="3720"/>
                  </a:srgbClr>
                </a:gs>
                <a:gs pos="57143">
                  <a:srgbClr val="FFA7FF">
                    <a:alpha val="2079"/>
                  </a:srgbClr>
                </a:gs>
                <a:gs pos="71429">
                  <a:srgbClr val="FFA7FF">
                    <a:alpha val="978"/>
                  </a:srgbClr>
                </a:gs>
                <a:gs pos="85714">
                  <a:srgbClr val="FFA7FF">
                    <a:alpha val="388"/>
                  </a:srgbClr>
                </a:gs>
                <a:gs pos="100000">
                  <a:srgbClr val="FFA7FF">
                    <a:alpha val="1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Splat 256"/>
            <p:cNvSpPr>
              <a:spLocks noGrp="1"/>
            </p:cNvSpPr>
            <p:nvPr/>
          </p:nvSpPr>
          <p:spPr>
            <a:xfrm rot="5400000">
              <a:off x="328287" y="4087283"/>
              <a:ext cx="602456" cy="602456"/>
            </a:xfrm>
            <a:prstGeom prst="ellipse">
              <a:avLst/>
            </a:prstGeom>
            <a:gradFill>
              <a:gsLst>
                <a:gs pos="0">
                  <a:srgbClr val="ED9FFF">
                    <a:alpha val="5249"/>
                  </a:srgbClr>
                </a:gs>
                <a:gs pos="14286">
                  <a:srgbClr val="ED9FFF">
                    <a:alpha val="4835"/>
                  </a:srgbClr>
                </a:gs>
                <a:gs pos="28571">
                  <a:srgbClr val="ED9FFF">
                    <a:alpha val="3775"/>
                  </a:srgbClr>
                </a:gs>
                <a:gs pos="42857">
                  <a:srgbClr val="ED9FFF">
                    <a:alpha val="2492"/>
                  </a:srgbClr>
                </a:gs>
                <a:gs pos="57143">
                  <a:srgbClr val="ED9FFF">
                    <a:alpha val="1389"/>
                  </a:srgbClr>
                </a:gs>
                <a:gs pos="71429">
                  <a:srgbClr val="ED9FFF">
                    <a:alpha val="652"/>
                  </a:srgbClr>
                </a:gs>
                <a:gs pos="85714">
                  <a:srgbClr val="ED9FFF">
                    <a:alpha val="259"/>
                  </a:srgbClr>
                </a:gs>
                <a:gs pos="100000">
                  <a:srgbClr val="ED9FFF">
                    <a:alpha val="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Splat 257"/>
            <p:cNvSpPr>
              <a:spLocks noGrp="1"/>
            </p:cNvSpPr>
            <p:nvPr/>
          </p:nvSpPr>
          <p:spPr>
            <a:xfrm rot="5400000">
              <a:off x="515689" y="4064343"/>
              <a:ext cx="602456" cy="602456"/>
            </a:xfrm>
            <a:prstGeom prst="ellipse">
              <a:avLst/>
            </a:prstGeom>
            <a:gradFill>
              <a:gsLst>
                <a:gs pos="0">
                  <a:srgbClr val="DF758A">
                    <a:alpha val="30461"/>
                  </a:srgbClr>
                </a:gs>
                <a:gs pos="14286">
                  <a:srgbClr val="DF758A">
                    <a:alpha val="28388"/>
                  </a:srgbClr>
                </a:gs>
                <a:gs pos="28571">
                  <a:srgbClr val="DF758A">
                    <a:alpha val="22838"/>
                  </a:srgbClr>
                </a:gs>
                <a:gs pos="42857">
                  <a:srgbClr val="DF758A">
                    <a:alpha val="15638"/>
                  </a:srgbClr>
                </a:gs>
                <a:gs pos="57143">
                  <a:srgbClr val="DF758A">
                    <a:alpha val="8992"/>
                  </a:srgbClr>
                </a:gs>
                <a:gs pos="71429">
                  <a:srgbClr val="DF758A">
                    <a:alpha val="4315"/>
                  </a:srgbClr>
                </a:gs>
                <a:gs pos="85714">
                  <a:srgbClr val="DF758A">
                    <a:alpha val="1729"/>
                  </a:srgbClr>
                </a:gs>
                <a:gs pos="100000">
                  <a:srgbClr val="DF758A">
                    <a:alpha val="5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Splat 258"/>
            <p:cNvSpPr>
              <a:spLocks noGrp="1"/>
            </p:cNvSpPr>
            <p:nvPr/>
          </p:nvSpPr>
          <p:spPr>
            <a:xfrm rot="5400000">
              <a:off x="900575" y="410445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1600">
                    <a:alpha val="29137"/>
                  </a:srgbClr>
                </a:gs>
                <a:gs pos="14286">
                  <a:srgbClr val="001600">
                    <a:alpha val="27135"/>
                  </a:srgbClr>
                </a:gs>
                <a:gs pos="28571">
                  <a:srgbClr val="001600">
                    <a:alpha val="21792"/>
                  </a:srgbClr>
                </a:gs>
                <a:gs pos="42857">
                  <a:srgbClr val="001600">
                    <a:alpha val="14890"/>
                  </a:srgbClr>
                </a:gs>
                <a:gs pos="57143">
                  <a:srgbClr val="001600">
                    <a:alpha val="8546"/>
                  </a:srgbClr>
                </a:gs>
                <a:gs pos="71429">
                  <a:srgbClr val="001600">
                    <a:alpha val="4095"/>
                  </a:srgbClr>
                </a:gs>
                <a:gs pos="85714">
                  <a:srgbClr val="001600">
                    <a:alpha val="1640"/>
                  </a:srgbClr>
                </a:gs>
                <a:gs pos="100000">
                  <a:srgbClr val="001600">
                    <a:alpha val="5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Splat 259"/>
            <p:cNvSpPr>
              <a:spLocks noGrp="1"/>
            </p:cNvSpPr>
            <p:nvPr/>
          </p:nvSpPr>
          <p:spPr>
            <a:xfrm rot="5400000">
              <a:off x="1031330" y="405403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4891">
                    <a:alpha val="32968"/>
                  </a:srgbClr>
                </a:gs>
                <a:gs pos="14286">
                  <a:srgbClr val="004891">
                    <a:alpha val="30764"/>
                  </a:srgbClr>
                </a:gs>
                <a:gs pos="28571">
                  <a:srgbClr val="004891">
                    <a:alpha val="24833"/>
                  </a:srgbClr>
                </a:gs>
                <a:gs pos="42857">
                  <a:srgbClr val="004891">
                    <a:alpha val="17075"/>
                  </a:srgbClr>
                </a:gs>
                <a:gs pos="57143">
                  <a:srgbClr val="004891">
                    <a:alpha val="9855"/>
                  </a:srgbClr>
                </a:gs>
                <a:gs pos="71429">
                  <a:srgbClr val="004891">
                    <a:alpha val="4740"/>
                  </a:srgbClr>
                </a:gs>
                <a:gs pos="85714">
                  <a:srgbClr val="004891">
                    <a:alpha val="1902"/>
                  </a:srgbClr>
                </a:gs>
                <a:gs pos="100000">
                  <a:srgbClr val="00489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Splat 260"/>
            <p:cNvSpPr>
              <a:spLocks noGrp="1"/>
            </p:cNvSpPr>
            <p:nvPr/>
          </p:nvSpPr>
          <p:spPr>
            <a:xfrm rot="5400000">
              <a:off x="1285522" y="399981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36">
                    <a:alpha val="32968"/>
                  </a:srgbClr>
                </a:gs>
                <a:gs pos="14286">
                  <a:srgbClr val="000036">
                    <a:alpha val="30764"/>
                  </a:srgbClr>
                </a:gs>
                <a:gs pos="28571">
                  <a:srgbClr val="000036">
                    <a:alpha val="24833"/>
                  </a:srgbClr>
                </a:gs>
                <a:gs pos="42857">
                  <a:srgbClr val="000036">
                    <a:alpha val="17075"/>
                  </a:srgbClr>
                </a:gs>
                <a:gs pos="57143">
                  <a:srgbClr val="000036">
                    <a:alpha val="9855"/>
                  </a:srgbClr>
                </a:gs>
                <a:gs pos="71429">
                  <a:srgbClr val="000036">
                    <a:alpha val="4740"/>
                  </a:srgbClr>
                </a:gs>
                <a:gs pos="85714">
                  <a:srgbClr val="000036">
                    <a:alpha val="1902"/>
                  </a:srgbClr>
                </a:gs>
                <a:gs pos="100000">
                  <a:srgbClr val="00003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Splat 261"/>
            <p:cNvSpPr>
              <a:spLocks noGrp="1"/>
            </p:cNvSpPr>
            <p:nvPr/>
          </p:nvSpPr>
          <p:spPr>
            <a:xfrm rot="5400000">
              <a:off x="1657883" y="4072917"/>
              <a:ext cx="602456" cy="602456"/>
            </a:xfrm>
            <a:prstGeom prst="ellipse">
              <a:avLst/>
            </a:prstGeom>
            <a:gradFill>
              <a:gsLst>
                <a:gs pos="0">
                  <a:srgbClr val="650027">
                    <a:alpha val="32968"/>
                  </a:srgbClr>
                </a:gs>
                <a:gs pos="14286">
                  <a:srgbClr val="650027">
                    <a:alpha val="30764"/>
                  </a:srgbClr>
                </a:gs>
                <a:gs pos="28571">
                  <a:srgbClr val="650027">
                    <a:alpha val="24833"/>
                  </a:srgbClr>
                </a:gs>
                <a:gs pos="42857">
                  <a:srgbClr val="650027">
                    <a:alpha val="17075"/>
                  </a:srgbClr>
                </a:gs>
                <a:gs pos="57143">
                  <a:srgbClr val="650027">
                    <a:alpha val="9855"/>
                  </a:srgbClr>
                </a:gs>
                <a:gs pos="71429">
                  <a:srgbClr val="650027">
                    <a:alpha val="4740"/>
                  </a:srgbClr>
                </a:gs>
                <a:gs pos="85714">
                  <a:srgbClr val="650027">
                    <a:alpha val="1902"/>
                  </a:srgbClr>
                </a:gs>
                <a:gs pos="100000">
                  <a:srgbClr val="65002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Splat 262"/>
            <p:cNvSpPr>
              <a:spLocks noGrp="1"/>
            </p:cNvSpPr>
            <p:nvPr/>
          </p:nvSpPr>
          <p:spPr>
            <a:xfrm rot="5400000">
              <a:off x="1808269" y="4098863"/>
              <a:ext cx="602456" cy="602456"/>
            </a:xfrm>
            <a:prstGeom prst="ellipse">
              <a:avLst/>
            </a:prstGeom>
            <a:gradFill>
              <a:gsLst>
                <a:gs pos="0">
                  <a:srgbClr val="8C0030">
                    <a:alpha val="32968"/>
                  </a:srgbClr>
                </a:gs>
                <a:gs pos="14286">
                  <a:srgbClr val="8C0030">
                    <a:alpha val="30764"/>
                  </a:srgbClr>
                </a:gs>
                <a:gs pos="28571">
                  <a:srgbClr val="8C0030">
                    <a:alpha val="24833"/>
                  </a:srgbClr>
                </a:gs>
                <a:gs pos="42857">
                  <a:srgbClr val="8C0030">
                    <a:alpha val="17075"/>
                  </a:srgbClr>
                </a:gs>
                <a:gs pos="57143">
                  <a:srgbClr val="8C0030">
                    <a:alpha val="9855"/>
                  </a:srgbClr>
                </a:gs>
                <a:gs pos="71429">
                  <a:srgbClr val="8C0030">
                    <a:alpha val="4740"/>
                  </a:srgbClr>
                </a:gs>
                <a:gs pos="85714">
                  <a:srgbClr val="8C0030">
                    <a:alpha val="1902"/>
                  </a:srgbClr>
                </a:gs>
                <a:gs pos="100000">
                  <a:srgbClr val="8C003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Splat 263"/>
            <p:cNvSpPr>
              <a:spLocks noGrp="1"/>
            </p:cNvSpPr>
            <p:nvPr/>
          </p:nvSpPr>
          <p:spPr>
            <a:xfrm rot="5400000">
              <a:off x="2010999" y="404353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25">
                    <a:alpha val="32968"/>
                  </a:srgbClr>
                </a:gs>
                <a:gs pos="14286">
                  <a:srgbClr val="000025">
                    <a:alpha val="30764"/>
                  </a:srgbClr>
                </a:gs>
                <a:gs pos="28571">
                  <a:srgbClr val="000025">
                    <a:alpha val="24833"/>
                  </a:srgbClr>
                </a:gs>
                <a:gs pos="42857">
                  <a:srgbClr val="000025">
                    <a:alpha val="17075"/>
                  </a:srgbClr>
                </a:gs>
                <a:gs pos="57143">
                  <a:srgbClr val="000025">
                    <a:alpha val="9855"/>
                  </a:srgbClr>
                </a:gs>
                <a:gs pos="71429">
                  <a:srgbClr val="000025">
                    <a:alpha val="4740"/>
                  </a:srgbClr>
                </a:gs>
                <a:gs pos="85714">
                  <a:srgbClr val="000025">
                    <a:alpha val="1902"/>
                  </a:srgbClr>
                </a:gs>
                <a:gs pos="100000">
                  <a:srgbClr val="00002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Splat 264"/>
            <p:cNvSpPr>
              <a:spLocks noGrp="1"/>
            </p:cNvSpPr>
            <p:nvPr/>
          </p:nvSpPr>
          <p:spPr>
            <a:xfrm rot="5400000">
              <a:off x="2376788" y="410495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11">
                    <a:alpha val="32968"/>
                  </a:srgbClr>
                </a:gs>
                <a:gs pos="14286">
                  <a:srgbClr val="000011">
                    <a:alpha val="30764"/>
                  </a:srgbClr>
                </a:gs>
                <a:gs pos="28571">
                  <a:srgbClr val="000011">
                    <a:alpha val="24833"/>
                  </a:srgbClr>
                </a:gs>
                <a:gs pos="42857">
                  <a:srgbClr val="000011">
                    <a:alpha val="17075"/>
                  </a:srgbClr>
                </a:gs>
                <a:gs pos="57143">
                  <a:srgbClr val="000011">
                    <a:alpha val="9855"/>
                  </a:srgbClr>
                </a:gs>
                <a:gs pos="71429">
                  <a:srgbClr val="000011">
                    <a:alpha val="4740"/>
                  </a:srgbClr>
                </a:gs>
                <a:gs pos="85714">
                  <a:srgbClr val="000011">
                    <a:alpha val="1902"/>
                  </a:srgbClr>
                </a:gs>
                <a:gs pos="100000">
                  <a:srgbClr val="00001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Splat 265"/>
            <p:cNvSpPr>
              <a:spLocks noGrp="1"/>
            </p:cNvSpPr>
            <p:nvPr/>
          </p:nvSpPr>
          <p:spPr>
            <a:xfrm rot="5400000">
              <a:off x="2674314" y="4102641"/>
              <a:ext cx="602456" cy="602456"/>
            </a:xfrm>
            <a:prstGeom prst="ellipse">
              <a:avLst/>
            </a:prstGeom>
            <a:gradFill>
              <a:gsLst>
                <a:gs pos="0">
                  <a:srgbClr val="5F001A">
                    <a:alpha val="32968"/>
                  </a:srgbClr>
                </a:gs>
                <a:gs pos="14286">
                  <a:srgbClr val="5F001A">
                    <a:alpha val="30764"/>
                  </a:srgbClr>
                </a:gs>
                <a:gs pos="28571">
                  <a:srgbClr val="5F001A">
                    <a:alpha val="24833"/>
                  </a:srgbClr>
                </a:gs>
                <a:gs pos="42857">
                  <a:srgbClr val="5F001A">
                    <a:alpha val="17075"/>
                  </a:srgbClr>
                </a:gs>
                <a:gs pos="57143">
                  <a:srgbClr val="5F001A">
                    <a:alpha val="9855"/>
                  </a:srgbClr>
                </a:gs>
                <a:gs pos="71429">
                  <a:srgbClr val="5F001A">
                    <a:alpha val="4740"/>
                  </a:srgbClr>
                </a:gs>
                <a:gs pos="85714">
                  <a:srgbClr val="5F001A">
                    <a:alpha val="1902"/>
                  </a:srgbClr>
                </a:gs>
                <a:gs pos="100000">
                  <a:srgbClr val="5F001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Splat 266"/>
            <p:cNvSpPr>
              <a:spLocks noGrp="1"/>
            </p:cNvSpPr>
            <p:nvPr/>
          </p:nvSpPr>
          <p:spPr>
            <a:xfrm rot="5400000">
              <a:off x="2843631" y="4127000"/>
              <a:ext cx="602456" cy="602456"/>
            </a:xfrm>
            <a:prstGeom prst="ellipse">
              <a:avLst/>
            </a:prstGeom>
            <a:gradFill>
              <a:gsLst>
                <a:gs pos="0">
                  <a:srgbClr val="440000">
                    <a:alpha val="32968"/>
                  </a:srgbClr>
                </a:gs>
                <a:gs pos="14286">
                  <a:srgbClr val="440000">
                    <a:alpha val="30764"/>
                  </a:srgbClr>
                </a:gs>
                <a:gs pos="28571">
                  <a:srgbClr val="440000">
                    <a:alpha val="24833"/>
                  </a:srgbClr>
                </a:gs>
                <a:gs pos="42857">
                  <a:srgbClr val="440000">
                    <a:alpha val="17075"/>
                  </a:srgbClr>
                </a:gs>
                <a:gs pos="57143">
                  <a:srgbClr val="440000">
                    <a:alpha val="9855"/>
                  </a:srgbClr>
                </a:gs>
                <a:gs pos="71429">
                  <a:srgbClr val="440000">
                    <a:alpha val="4740"/>
                  </a:srgbClr>
                </a:gs>
                <a:gs pos="85714">
                  <a:srgbClr val="440000">
                    <a:alpha val="1902"/>
                  </a:srgbClr>
                </a:gs>
                <a:gs pos="100000">
                  <a:srgbClr val="4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Splat 267"/>
            <p:cNvSpPr>
              <a:spLocks noGrp="1"/>
            </p:cNvSpPr>
            <p:nvPr/>
          </p:nvSpPr>
          <p:spPr>
            <a:xfrm rot="5400000">
              <a:off x="3165232" y="411996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Splat 268"/>
            <p:cNvSpPr>
              <a:spLocks noGrp="1"/>
            </p:cNvSpPr>
            <p:nvPr/>
          </p:nvSpPr>
          <p:spPr>
            <a:xfrm rot="5400000">
              <a:off x="3426919" y="4130553"/>
              <a:ext cx="602456" cy="602456"/>
            </a:xfrm>
            <a:prstGeom prst="ellipse">
              <a:avLst/>
            </a:prstGeom>
            <a:gradFill>
              <a:gsLst>
                <a:gs pos="0">
                  <a:srgbClr val="602600">
                    <a:alpha val="32968"/>
                  </a:srgbClr>
                </a:gs>
                <a:gs pos="14286">
                  <a:srgbClr val="602600">
                    <a:alpha val="30764"/>
                  </a:srgbClr>
                </a:gs>
                <a:gs pos="28571">
                  <a:srgbClr val="602600">
                    <a:alpha val="24833"/>
                  </a:srgbClr>
                </a:gs>
                <a:gs pos="42857">
                  <a:srgbClr val="602600">
                    <a:alpha val="17075"/>
                  </a:srgbClr>
                </a:gs>
                <a:gs pos="57143">
                  <a:srgbClr val="602600">
                    <a:alpha val="9855"/>
                  </a:srgbClr>
                </a:gs>
                <a:gs pos="71429">
                  <a:srgbClr val="602600">
                    <a:alpha val="4740"/>
                  </a:srgbClr>
                </a:gs>
                <a:gs pos="85714">
                  <a:srgbClr val="602600">
                    <a:alpha val="1902"/>
                  </a:srgbClr>
                </a:gs>
                <a:gs pos="100000">
                  <a:srgbClr val="602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Splat 269"/>
            <p:cNvSpPr>
              <a:spLocks noGrp="1"/>
            </p:cNvSpPr>
            <p:nvPr/>
          </p:nvSpPr>
          <p:spPr>
            <a:xfrm rot="5400000">
              <a:off x="3663018" y="4015228"/>
              <a:ext cx="602456" cy="602456"/>
            </a:xfrm>
            <a:prstGeom prst="ellipse">
              <a:avLst/>
            </a:prstGeom>
            <a:gradFill>
              <a:gsLst>
                <a:gs pos="0">
                  <a:srgbClr val="794715">
                    <a:alpha val="29420"/>
                  </a:srgbClr>
                </a:gs>
                <a:gs pos="14286">
                  <a:srgbClr val="794715">
                    <a:alpha val="27403"/>
                  </a:srgbClr>
                </a:gs>
                <a:gs pos="28571">
                  <a:srgbClr val="794715">
                    <a:alpha val="22015"/>
                  </a:srgbClr>
                </a:gs>
                <a:gs pos="42857">
                  <a:srgbClr val="794715">
                    <a:alpha val="15049"/>
                  </a:srgbClr>
                </a:gs>
                <a:gs pos="57143">
                  <a:srgbClr val="794715">
                    <a:alpha val="8641"/>
                  </a:srgbClr>
                </a:gs>
                <a:gs pos="71429">
                  <a:srgbClr val="794715">
                    <a:alpha val="4142"/>
                  </a:srgbClr>
                </a:gs>
                <a:gs pos="85714">
                  <a:srgbClr val="794715">
                    <a:alpha val="1659"/>
                  </a:srgbClr>
                </a:gs>
                <a:gs pos="100000">
                  <a:srgbClr val="794715">
                    <a:alpha val="5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Splat 270"/>
            <p:cNvSpPr>
              <a:spLocks noGrp="1"/>
            </p:cNvSpPr>
            <p:nvPr/>
          </p:nvSpPr>
          <p:spPr>
            <a:xfrm rot="5400000">
              <a:off x="3892899" y="4071515"/>
              <a:ext cx="602456" cy="602456"/>
            </a:xfrm>
            <a:prstGeom prst="ellipse">
              <a:avLst/>
            </a:prstGeom>
            <a:gradFill>
              <a:gsLst>
                <a:gs pos="0">
                  <a:srgbClr val="865431">
                    <a:alpha val="32968"/>
                  </a:srgbClr>
                </a:gs>
                <a:gs pos="14286">
                  <a:srgbClr val="865431">
                    <a:alpha val="30764"/>
                  </a:srgbClr>
                </a:gs>
                <a:gs pos="28571">
                  <a:srgbClr val="865431">
                    <a:alpha val="24833"/>
                  </a:srgbClr>
                </a:gs>
                <a:gs pos="42857">
                  <a:srgbClr val="865431">
                    <a:alpha val="17075"/>
                  </a:srgbClr>
                </a:gs>
                <a:gs pos="57143">
                  <a:srgbClr val="865431">
                    <a:alpha val="9855"/>
                  </a:srgbClr>
                </a:gs>
                <a:gs pos="71429">
                  <a:srgbClr val="865431">
                    <a:alpha val="4740"/>
                  </a:srgbClr>
                </a:gs>
                <a:gs pos="85714">
                  <a:srgbClr val="865431">
                    <a:alpha val="1902"/>
                  </a:srgbClr>
                </a:gs>
                <a:gs pos="100000">
                  <a:srgbClr val="86543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Splat 271"/>
            <p:cNvSpPr>
              <a:spLocks noGrp="1"/>
            </p:cNvSpPr>
            <p:nvPr/>
          </p:nvSpPr>
          <p:spPr>
            <a:xfrm rot="5400000">
              <a:off x="4115425" y="4108468"/>
              <a:ext cx="602456" cy="602456"/>
            </a:xfrm>
            <a:prstGeom prst="ellipse">
              <a:avLst/>
            </a:prstGeom>
            <a:gradFill>
              <a:gsLst>
                <a:gs pos="0">
                  <a:srgbClr val="7B6534">
                    <a:alpha val="32968"/>
                  </a:srgbClr>
                </a:gs>
                <a:gs pos="14286">
                  <a:srgbClr val="7B6534">
                    <a:alpha val="30764"/>
                  </a:srgbClr>
                </a:gs>
                <a:gs pos="28571">
                  <a:srgbClr val="7B6534">
                    <a:alpha val="24833"/>
                  </a:srgbClr>
                </a:gs>
                <a:gs pos="42857">
                  <a:srgbClr val="7B6534">
                    <a:alpha val="17075"/>
                  </a:srgbClr>
                </a:gs>
                <a:gs pos="57143">
                  <a:srgbClr val="7B6534">
                    <a:alpha val="9855"/>
                  </a:srgbClr>
                </a:gs>
                <a:gs pos="71429">
                  <a:srgbClr val="7B6534">
                    <a:alpha val="4740"/>
                  </a:srgbClr>
                </a:gs>
                <a:gs pos="85714">
                  <a:srgbClr val="7B6534">
                    <a:alpha val="1902"/>
                  </a:srgbClr>
                </a:gs>
                <a:gs pos="100000">
                  <a:srgbClr val="7B653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Splat 272"/>
            <p:cNvSpPr>
              <a:spLocks noGrp="1"/>
            </p:cNvSpPr>
            <p:nvPr/>
          </p:nvSpPr>
          <p:spPr>
            <a:xfrm rot="5400000">
              <a:off x="-98366" y="4431172"/>
              <a:ext cx="602456" cy="602456"/>
            </a:xfrm>
            <a:prstGeom prst="ellipse">
              <a:avLst/>
            </a:prstGeom>
            <a:gradFill>
              <a:gsLst>
                <a:gs pos="0">
                  <a:srgbClr val="E2777D">
                    <a:alpha val="32968"/>
                  </a:srgbClr>
                </a:gs>
                <a:gs pos="14286">
                  <a:srgbClr val="E2777D">
                    <a:alpha val="30764"/>
                  </a:srgbClr>
                </a:gs>
                <a:gs pos="28571">
                  <a:srgbClr val="E2777D">
                    <a:alpha val="24833"/>
                  </a:srgbClr>
                </a:gs>
                <a:gs pos="42857">
                  <a:srgbClr val="E2777D">
                    <a:alpha val="17075"/>
                  </a:srgbClr>
                </a:gs>
                <a:gs pos="57143">
                  <a:srgbClr val="E2777D">
                    <a:alpha val="9855"/>
                  </a:srgbClr>
                </a:gs>
                <a:gs pos="71429">
                  <a:srgbClr val="E2777D">
                    <a:alpha val="4740"/>
                  </a:srgbClr>
                </a:gs>
                <a:gs pos="85714">
                  <a:srgbClr val="E2777D">
                    <a:alpha val="1902"/>
                  </a:srgbClr>
                </a:gs>
                <a:gs pos="100000">
                  <a:srgbClr val="E2777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Splat 273"/>
            <p:cNvSpPr>
              <a:spLocks noGrp="1"/>
            </p:cNvSpPr>
            <p:nvPr/>
          </p:nvSpPr>
          <p:spPr>
            <a:xfrm rot="5400000">
              <a:off x="41925" y="4387863"/>
              <a:ext cx="602456" cy="602456"/>
            </a:xfrm>
            <a:prstGeom prst="ellipse">
              <a:avLst/>
            </a:prstGeom>
            <a:gradFill>
              <a:gsLst>
                <a:gs pos="0">
                  <a:srgbClr val="E06B6E">
                    <a:alpha val="32968"/>
                  </a:srgbClr>
                </a:gs>
                <a:gs pos="14286">
                  <a:srgbClr val="E06B6E">
                    <a:alpha val="30764"/>
                  </a:srgbClr>
                </a:gs>
                <a:gs pos="28571">
                  <a:srgbClr val="E06B6E">
                    <a:alpha val="24833"/>
                  </a:srgbClr>
                </a:gs>
                <a:gs pos="42857">
                  <a:srgbClr val="E06B6E">
                    <a:alpha val="17075"/>
                  </a:srgbClr>
                </a:gs>
                <a:gs pos="57143">
                  <a:srgbClr val="E06B6E">
                    <a:alpha val="9855"/>
                  </a:srgbClr>
                </a:gs>
                <a:gs pos="71429">
                  <a:srgbClr val="E06B6E">
                    <a:alpha val="4740"/>
                  </a:srgbClr>
                </a:gs>
                <a:gs pos="85714">
                  <a:srgbClr val="E06B6E">
                    <a:alpha val="1902"/>
                  </a:srgbClr>
                </a:gs>
                <a:gs pos="100000">
                  <a:srgbClr val="E06B6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Splat 274"/>
            <p:cNvSpPr>
              <a:spLocks noGrp="1"/>
            </p:cNvSpPr>
            <p:nvPr/>
          </p:nvSpPr>
          <p:spPr>
            <a:xfrm rot="5400000">
              <a:off x="369409" y="4320996"/>
              <a:ext cx="602456" cy="602456"/>
            </a:xfrm>
            <a:prstGeom prst="ellipse">
              <a:avLst/>
            </a:prstGeom>
            <a:gradFill>
              <a:gsLst>
                <a:gs pos="0">
                  <a:srgbClr val="D66A60">
                    <a:alpha val="32968"/>
                  </a:srgbClr>
                </a:gs>
                <a:gs pos="14286">
                  <a:srgbClr val="D66A60">
                    <a:alpha val="30764"/>
                  </a:srgbClr>
                </a:gs>
                <a:gs pos="28571">
                  <a:srgbClr val="D66A60">
                    <a:alpha val="24833"/>
                  </a:srgbClr>
                </a:gs>
                <a:gs pos="42857">
                  <a:srgbClr val="D66A60">
                    <a:alpha val="17075"/>
                  </a:srgbClr>
                </a:gs>
                <a:gs pos="57143">
                  <a:srgbClr val="D66A60">
                    <a:alpha val="9855"/>
                  </a:srgbClr>
                </a:gs>
                <a:gs pos="71429">
                  <a:srgbClr val="D66A60">
                    <a:alpha val="4740"/>
                  </a:srgbClr>
                </a:gs>
                <a:gs pos="85714">
                  <a:srgbClr val="D66A60">
                    <a:alpha val="1902"/>
                  </a:srgbClr>
                </a:gs>
                <a:gs pos="100000">
                  <a:srgbClr val="D66A6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Splat 275"/>
            <p:cNvSpPr>
              <a:spLocks noGrp="1"/>
            </p:cNvSpPr>
            <p:nvPr/>
          </p:nvSpPr>
          <p:spPr>
            <a:xfrm rot="5400000">
              <a:off x="518782" y="4268238"/>
              <a:ext cx="602456" cy="602456"/>
            </a:xfrm>
            <a:prstGeom prst="ellipse">
              <a:avLst/>
            </a:prstGeom>
            <a:gradFill>
              <a:gsLst>
                <a:gs pos="0">
                  <a:srgbClr val="B04708">
                    <a:alpha val="32968"/>
                  </a:srgbClr>
                </a:gs>
                <a:gs pos="14286">
                  <a:srgbClr val="B04708">
                    <a:alpha val="30764"/>
                  </a:srgbClr>
                </a:gs>
                <a:gs pos="28571">
                  <a:srgbClr val="B04708">
                    <a:alpha val="24833"/>
                  </a:srgbClr>
                </a:gs>
                <a:gs pos="42857">
                  <a:srgbClr val="B04708">
                    <a:alpha val="17075"/>
                  </a:srgbClr>
                </a:gs>
                <a:gs pos="57143">
                  <a:srgbClr val="B04708">
                    <a:alpha val="9855"/>
                  </a:srgbClr>
                </a:gs>
                <a:gs pos="71429">
                  <a:srgbClr val="B04708">
                    <a:alpha val="4740"/>
                  </a:srgbClr>
                </a:gs>
                <a:gs pos="85714">
                  <a:srgbClr val="B04708">
                    <a:alpha val="1902"/>
                  </a:srgbClr>
                </a:gs>
                <a:gs pos="100000">
                  <a:srgbClr val="B047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Splat 276"/>
            <p:cNvSpPr>
              <a:spLocks noGrp="1"/>
            </p:cNvSpPr>
            <p:nvPr/>
          </p:nvSpPr>
          <p:spPr>
            <a:xfrm rot="5400000">
              <a:off x="877655" y="4345723"/>
              <a:ext cx="602456" cy="602456"/>
            </a:xfrm>
            <a:prstGeom prst="ellipse">
              <a:avLst/>
            </a:prstGeom>
            <a:gradFill>
              <a:gsLst>
                <a:gs pos="0">
                  <a:srgbClr val="A93800">
                    <a:alpha val="32968"/>
                  </a:srgbClr>
                </a:gs>
                <a:gs pos="14286">
                  <a:srgbClr val="A93800">
                    <a:alpha val="30764"/>
                  </a:srgbClr>
                </a:gs>
                <a:gs pos="28571">
                  <a:srgbClr val="A93800">
                    <a:alpha val="24833"/>
                  </a:srgbClr>
                </a:gs>
                <a:gs pos="42857">
                  <a:srgbClr val="A93800">
                    <a:alpha val="17075"/>
                  </a:srgbClr>
                </a:gs>
                <a:gs pos="57143">
                  <a:srgbClr val="A93800">
                    <a:alpha val="9855"/>
                  </a:srgbClr>
                </a:gs>
                <a:gs pos="71429">
                  <a:srgbClr val="A93800">
                    <a:alpha val="4740"/>
                  </a:srgbClr>
                </a:gs>
                <a:gs pos="85714">
                  <a:srgbClr val="A93800">
                    <a:alpha val="1902"/>
                  </a:srgbClr>
                </a:gs>
                <a:gs pos="100000">
                  <a:srgbClr val="A93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Splat 277"/>
            <p:cNvSpPr>
              <a:spLocks noGrp="1"/>
            </p:cNvSpPr>
            <p:nvPr/>
          </p:nvSpPr>
          <p:spPr>
            <a:xfrm rot="5400000">
              <a:off x="1163625" y="434145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Splat 278"/>
            <p:cNvSpPr>
              <a:spLocks noGrp="1"/>
            </p:cNvSpPr>
            <p:nvPr/>
          </p:nvSpPr>
          <p:spPr>
            <a:xfrm rot="5400000">
              <a:off x="1414260" y="433223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Splat 279"/>
            <p:cNvSpPr>
              <a:spLocks noGrp="1"/>
            </p:cNvSpPr>
            <p:nvPr/>
          </p:nvSpPr>
          <p:spPr>
            <a:xfrm rot="5400000">
              <a:off x="1635980" y="427581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Splat 280"/>
            <p:cNvSpPr>
              <a:spLocks noGrp="1"/>
            </p:cNvSpPr>
            <p:nvPr/>
          </p:nvSpPr>
          <p:spPr>
            <a:xfrm rot="5400000">
              <a:off x="1848861" y="439965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Splat 281"/>
            <p:cNvSpPr>
              <a:spLocks noGrp="1"/>
            </p:cNvSpPr>
            <p:nvPr/>
          </p:nvSpPr>
          <p:spPr>
            <a:xfrm rot="5400000">
              <a:off x="2161197" y="440320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Splat 282"/>
            <p:cNvSpPr>
              <a:spLocks noGrp="1"/>
            </p:cNvSpPr>
            <p:nvPr/>
          </p:nvSpPr>
          <p:spPr>
            <a:xfrm rot="5400000">
              <a:off x="2267738" y="4325521"/>
              <a:ext cx="602456" cy="602456"/>
            </a:xfrm>
            <a:prstGeom prst="ellipse">
              <a:avLst/>
            </a:prstGeom>
            <a:gradFill>
              <a:gsLst>
                <a:gs pos="0">
                  <a:srgbClr val="7D0028">
                    <a:alpha val="32968"/>
                  </a:srgbClr>
                </a:gs>
                <a:gs pos="14286">
                  <a:srgbClr val="7D0028">
                    <a:alpha val="30764"/>
                  </a:srgbClr>
                </a:gs>
                <a:gs pos="28571">
                  <a:srgbClr val="7D0028">
                    <a:alpha val="24833"/>
                  </a:srgbClr>
                </a:gs>
                <a:gs pos="42857">
                  <a:srgbClr val="7D0028">
                    <a:alpha val="17075"/>
                  </a:srgbClr>
                </a:gs>
                <a:gs pos="57143">
                  <a:srgbClr val="7D0028">
                    <a:alpha val="9855"/>
                  </a:srgbClr>
                </a:gs>
                <a:gs pos="71429">
                  <a:srgbClr val="7D0028">
                    <a:alpha val="4740"/>
                  </a:srgbClr>
                </a:gs>
                <a:gs pos="85714">
                  <a:srgbClr val="7D0028">
                    <a:alpha val="1902"/>
                  </a:srgbClr>
                </a:gs>
                <a:gs pos="100000">
                  <a:srgbClr val="7D002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Splat 283"/>
            <p:cNvSpPr>
              <a:spLocks noGrp="1"/>
            </p:cNvSpPr>
            <p:nvPr/>
          </p:nvSpPr>
          <p:spPr>
            <a:xfrm rot="5400000">
              <a:off x="2521541" y="4280037"/>
              <a:ext cx="602456" cy="602456"/>
            </a:xfrm>
            <a:prstGeom prst="ellipse">
              <a:avLst/>
            </a:prstGeom>
            <a:gradFill>
              <a:gsLst>
                <a:gs pos="0">
                  <a:srgbClr val="63011A">
                    <a:alpha val="32968"/>
                  </a:srgbClr>
                </a:gs>
                <a:gs pos="14286">
                  <a:srgbClr val="63011A">
                    <a:alpha val="30764"/>
                  </a:srgbClr>
                </a:gs>
                <a:gs pos="28571">
                  <a:srgbClr val="63011A">
                    <a:alpha val="24833"/>
                  </a:srgbClr>
                </a:gs>
                <a:gs pos="42857">
                  <a:srgbClr val="63011A">
                    <a:alpha val="17075"/>
                  </a:srgbClr>
                </a:gs>
                <a:gs pos="57143">
                  <a:srgbClr val="63011A">
                    <a:alpha val="9855"/>
                  </a:srgbClr>
                </a:gs>
                <a:gs pos="71429">
                  <a:srgbClr val="63011A">
                    <a:alpha val="4740"/>
                  </a:srgbClr>
                </a:gs>
                <a:gs pos="85714">
                  <a:srgbClr val="63011A">
                    <a:alpha val="1902"/>
                  </a:srgbClr>
                </a:gs>
                <a:gs pos="100000">
                  <a:srgbClr val="63011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Splat 284"/>
            <p:cNvSpPr>
              <a:spLocks noGrp="1"/>
            </p:cNvSpPr>
            <p:nvPr/>
          </p:nvSpPr>
          <p:spPr>
            <a:xfrm rot="5400000">
              <a:off x="2876015" y="438432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Splat 285"/>
            <p:cNvSpPr>
              <a:spLocks noGrp="1"/>
            </p:cNvSpPr>
            <p:nvPr/>
          </p:nvSpPr>
          <p:spPr>
            <a:xfrm rot="5400000">
              <a:off x="3144012" y="4410603"/>
              <a:ext cx="602456" cy="602456"/>
            </a:xfrm>
            <a:prstGeom prst="ellipse">
              <a:avLst/>
            </a:prstGeom>
            <a:gradFill>
              <a:gsLst>
                <a:gs pos="0">
                  <a:srgbClr val="631000">
                    <a:alpha val="32968"/>
                  </a:srgbClr>
                </a:gs>
                <a:gs pos="14286">
                  <a:srgbClr val="631000">
                    <a:alpha val="30764"/>
                  </a:srgbClr>
                </a:gs>
                <a:gs pos="28571">
                  <a:srgbClr val="631000">
                    <a:alpha val="24833"/>
                  </a:srgbClr>
                </a:gs>
                <a:gs pos="42857">
                  <a:srgbClr val="631000">
                    <a:alpha val="17075"/>
                  </a:srgbClr>
                </a:gs>
                <a:gs pos="57143">
                  <a:srgbClr val="631000">
                    <a:alpha val="9855"/>
                  </a:srgbClr>
                </a:gs>
                <a:gs pos="71429">
                  <a:srgbClr val="631000">
                    <a:alpha val="4740"/>
                  </a:srgbClr>
                </a:gs>
                <a:gs pos="85714">
                  <a:srgbClr val="631000">
                    <a:alpha val="1902"/>
                  </a:srgbClr>
                </a:gs>
                <a:gs pos="100000">
                  <a:srgbClr val="631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Splat 286"/>
            <p:cNvSpPr>
              <a:spLocks noGrp="1"/>
            </p:cNvSpPr>
            <p:nvPr/>
          </p:nvSpPr>
          <p:spPr>
            <a:xfrm rot="5400000">
              <a:off x="-135731" y="864394"/>
              <a:ext cx="328612" cy="328612"/>
            </a:xfrm>
            <a:prstGeom prst="ellipse">
              <a:avLst/>
            </a:prstGeom>
            <a:gradFill>
              <a:gsLst>
                <a:gs pos="0">
                  <a:srgbClr val="B2024F">
                    <a:alpha val="32968"/>
                  </a:srgbClr>
                </a:gs>
                <a:gs pos="14286">
                  <a:srgbClr val="B2024F">
                    <a:alpha val="30764"/>
                  </a:srgbClr>
                </a:gs>
                <a:gs pos="28571">
                  <a:srgbClr val="B2024F">
                    <a:alpha val="24833"/>
                  </a:srgbClr>
                </a:gs>
                <a:gs pos="42857">
                  <a:srgbClr val="B2024F">
                    <a:alpha val="17075"/>
                  </a:srgbClr>
                </a:gs>
                <a:gs pos="57143">
                  <a:srgbClr val="B2024F">
                    <a:alpha val="9855"/>
                  </a:srgbClr>
                </a:gs>
                <a:gs pos="71429">
                  <a:srgbClr val="B2024F">
                    <a:alpha val="4740"/>
                  </a:srgbClr>
                </a:gs>
                <a:gs pos="85714">
                  <a:srgbClr val="B2024F">
                    <a:alpha val="1902"/>
                  </a:srgbClr>
                </a:gs>
                <a:gs pos="100000">
                  <a:srgbClr val="B2024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Splat 287"/>
            <p:cNvSpPr>
              <a:spLocks noGrp="1"/>
            </p:cNvSpPr>
            <p:nvPr/>
          </p:nvSpPr>
          <p:spPr>
            <a:xfrm rot="7365560">
              <a:off x="502444" y="4726384"/>
              <a:ext cx="328612" cy="91281"/>
            </a:xfrm>
            <a:prstGeom prst="ellipse">
              <a:avLst/>
            </a:prstGeom>
            <a:gradFill>
              <a:gsLst>
                <a:gs pos="0">
                  <a:srgbClr val="BA3F00">
                    <a:alpha val="32968"/>
                  </a:srgbClr>
                </a:gs>
                <a:gs pos="14286">
                  <a:srgbClr val="BA3F00">
                    <a:alpha val="30764"/>
                  </a:srgbClr>
                </a:gs>
                <a:gs pos="28571">
                  <a:srgbClr val="BA3F00">
                    <a:alpha val="24833"/>
                  </a:srgbClr>
                </a:gs>
                <a:gs pos="42857">
                  <a:srgbClr val="BA3F00">
                    <a:alpha val="17075"/>
                  </a:srgbClr>
                </a:gs>
                <a:gs pos="57143">
                  <a:srgbClr val="BA3F00">
                    <a:alpha val="9855"/>
                  </a:srgbClr>
                </a:gs>
                <a:gs pos="71429">
                  <a:srgbClr val="BA3F00">
                    <a:alpha val="4740"/>
                  </a:srgbClr>
                </a:gs>
                <a:gs pos="85714">
                  <a:srgbClr val="BA3F00">
                    <a:alpha val="1902"/>
                  </a:srgbClr>
                </a:gs>
                <a:gs pos="100000">
                  <a:srgbClr val="BA3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Splat 288"/>
            <p:cNvSpPr>
              <a:spLocks noGrp="1"/>
            </p:cNvSpPr>
            <p:nvPr/>
          </p:nvSpPr>
          <p:spPr>
            <a:xfrm rot="5383212">
              <a:off x="73819" y="744934"/>
              <a:ext cx="328613" cy="91281"/>
            </a:xfrm>
            <a:prstGeom prst="ellipse">
              <a:avLst/>
            </a:prstGeom>
            <a:gradFill>
              <a:gsLst>
                <a:gs pos="0">
                  <a:srgbClr val="C06045">
                    <a:alpha val="15338"/>
                  </a:srgbClr>
                </a:gs>
                <a:gs pos="14286">
                  <a:srgbClr val="C06045">
                    <a:alpha val="14190"/>
                  </a:srgbClr>
                </a:gs>
                <a:gs pos="28571">
                  <a:srgbClr val="C06045">
                    <a:alpha val="11203"/>
                  </a:srgbClr>
                </a:gs>
                <a:gs pos="42857">
                  <a:srgbClr val="C06045">
                    <a:alpha val="7498"/>
                  </a:srgbClr>
                </a:gs>
                <a:gs pos="57143">
                  <a:srgbClr val="C06045">
                    <a:alpha val="4227"/>
                  </a:srgbClr>
                </a:gs>
                <a:gs pos="71429">
                  <a:srgbClr val="C06045">
                    <a:alpha val="2001"/>
                  </a:srgbClr>
                </a:gs>
                <a:gs pos="85714">
                  <a:srgbClr val="C06045">
                    <a:alpha val="796"/>
                  </a:srgbClr>
                </a:gs>
                <a:gs pos="100000">
                  <a:srgbClr val="C06045">
                    <a:alpha val="2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Splat 289"/>
            <p:cNvSpPr>
              <a:spLocks noGrp="1"/>
            </p:cNvSpPr>
            <p:nvPr/>
          </p:nvSpPr>
          <p:spPr>
            <a:xfrm rot="5400000">
              <a:off x="-97631" y="1674019"/>
              <a:ext cx="328612" cy="328612"/>
            </a:xfrm>
            <a:prstGeom prst="ellipse">
              <a:avLst/>
            </a:prstGeom>
            <a:gradFill>
              <a:gsLst>
                <a:gs pos="0">
                  <a:srgbClr val="BC553E">
                    <a:alpha val="14188"/>
                  </a:srgbClr>
                </a:gs>
                <a:gs pos="14286">
                  <a:srgbClr val="BC553E">
                    <a:alpha val="13119"/>
                  </a:srgbClr>
                </a:gs>
                <a:gs pos="28571">
                  <a:srgbClr val="BC553E">
                    <a:alpha val="10344"/>
                  </a:srgbClr>
                </a:gs>
                <a:gs pos="42857">
                  <a:srgbClr val="BC553E">
                    <a:alpha val="6912"/>
                  </a:srgbClr>
                </a:gs>
                <a:gs pos="57143">
                  <a:srgbClr val="BC553E">
                    <a:alpha val="3891"/>
                  </a:srgbClr>
                </a:gs>
                <a:gs pos="71429">
                  <a:srgbClr val="BC553E">
                    <a:alpha val="1841"/>
                  </a:srgbClr>
                </a:gs>
                <a:gs pos="85714">
                  <a:srgbClr val="BC553E">
                    <a:alpha val="732"/>
                  </a:srgbClr>
                </a:gs>
                <a:gs pos="100000">
                  <a:srgbClr val="BC553E">
                    <a:alpha val="2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Splat 290"/>
            <p:cNvSpPr>
              <a:spLocks noGrp="1"/>
            </p:cNvSpPr>
            <p:nvPr/>
          </p:nvSpPr>
          <p:spPr>
            <a:xfrm rot="5556673">
              <a:off x="246927" y="117790"/>
              <a:ext cx="328612" cy="91281"/>
            </a:xfrm>
            <a:prstGeom prst="ellipse">
              <a:avLst/>
            </a:prstGeom>
            <a:gradFill>
              <a:gsLst>
                <a:gs pos="0">
                  <a:srgbClr val="CE687C">
                    <a:alpha val="6943"/>
                  </a:srgbClr>
                </a:gs>
                <a:gs pos="14286">
                  <a:srgbClr val="CE687C">
                    <a:alpha val="6400"/>
                  </a:srgbClr>
                </a:gs>
                <a:gs pos="28571">
                  <a:srgbClr val="CE687C">
                    <a:alpha val="5005"/>
                  </a:srgbClr>
                </a:gs>
                <a:gs pos="42857">
                  <a:srgbClr val="CE687C">
                    <a:alpha val="3312"/>
                  </a:srgbClr>
                </a:gs>
                <a:gs pos="57143">
                  <a:srgbClr val="CE687C">
                    <a:alpha val="1849"/>
                  </a:srgbClr>
                </a:gs>
                <a:gs pos="71429">
                  <a:srgbClr val="CE687C">
                    <a:alpha val="870"/>
                  </a:srgbClr>
                </a:gs>
                <a:gs pos="85714">
                  <a:srgbClr val="CE687C">
                    <a:alpha val="345"/>
                  </a:srgbClr>
                </a:gs>
                <a:gs pos="100000">
                  <a:srgbClr val="CE687C">
                    <a:alpha val="1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Splat 291"/>
            <p:cNvSpPr>
              <a:spLocks noGrp="1"/>
            </p:cNvSpPr>
            <p:nvPr/>
          </p:nvSpPr>
          <p:spPr>
            <a:xfrm rot="10089586">
              <a:off x="4108460" y="1764754"/>
              <a:ext cx="328612" cy="91281"/>
            </a:xfrm>
            <a:prstGeom prst="ellipse">
              <a:avLst/>
            </a:prstGeom>
            <a:gradFill>
              <a:gsLst>
                <a:gs pos="0">
                  <a:srgbClr val="C97586">
                    <a:alpha val="24338"/>
                  </a:srgbClr>
                </a:gs>
                <a:gs pos="14286">
                  <a:srgbClr val="C97586">
                    <a:alpha val="22612"/>
                  </a:srgbClr>
                </a:gs>
                <a:gs pos="28571">
                  <a:srgbClr val="C97586">
                    <a:alpha val="18048"/>
                  </a:srgbClr>
                </a:gs>
                <a:gs pos="42857">
                  <a:srgbClr val="C97586">
                    <a:alpha val="12239"/>
                  </a:srgbClr>
                </a:gs>
                <a:gs pos="57143">
                  <a:srgbClr val="C97586">
                    <a:alpha val="6978"/>
                  </a:srgbClr>
                </a:gs>
                <a:gs pos="71429">
                  <a:srgbClr val="C97586">
                    <a:alpha val="3329"/>
                  </a:srgbClr>
                </a:gs>
                <a:gs pos="85714">
                  <a:srgbClr val="C97586">
                    <a:alpha val="1330"/>
                  </a:srgbClr>
                </a:gs>
                <a:gs pos="100000">
                  <a:srgbClr val="C97586">
                    <a:alpha val="4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Splat 292"/>
            <p:cNvSpPr>
              <a:spLocks noGrp="1"/>
            </p:cNvSpPr>
            <p:nvPr/>
          </p:nvSpPr>
          <p:spPr>
            <a:xfrm rot="5121844">
              <a:off x="429278" y="398086"/>
              <a:ext cx="328612" cy="106025"/>
            </a:xfrm>
            <a:prstGeom prst="ellipse">
              <a:avLst/>
            </a:prstGeom>
            <a:gradFill>
              <a:gsLst>
                <a:gs pos="0">
                  <a:srgbClr val="BF5D58">
                    <a:alpha val="32185"/>
                  </a:srgbClr>
                </a:gs>
                <a:gs pos="14286">
                  <a:srgbClr val="BF5D58">
                    <a:alpha val="30021"/>
                  </a:srgbClr>
                </a:gs>
                <a:gs pos="28571">
                  <a:srgbClr val="BF5D58">
                    <a:alpha val="24208"/>
                  </a:srgbClr>
                </a:gs>
                <a:gs pos="42857">
                  <a:srgbClr val="BF5D58">
                    <a:alpha val="16623"/>
                  </a:srgbClr>
                </a:gs>
                <a:gs pos="57143">
                  <a:srgbClr val="BF5D58">
                    <a:alpha val="9583"/>
                  </a:srgbClr>
                </a:gs>
                <a:gs pos="71429">
                  <a:srgbClr val="BF5D58">
                    <a:alpha val="4606"/>
                  </a:srgbClr>
                </a:gs>
                <a:gs pos="85714">
                  <a:srgbClr val="BF5D58">
                    <a:alpha val="1847"/>
                  </a:srgbClr>
                </a:gs>
                <a:gs pos="100000">
                  <a:srgbClr val="BF5D58">
                    <a:alpha val="6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Splat 293"/>
            <p:cNvSpPr>
              <a:spLocks noGrp="1"/>
            </p:cNvSpPr>
            <p:nvPr/>
          </p:nvSpPr>
          <p:spPr>
            <a:xfrm rot="-9295559">
              <a:off x="1126983" y="346128"/>
              <a:ext cx="328612" cy="165854"/>
            </a:xfrm>
            <a:prstGeom prst="ellipse">
              <a:avLst/>
            </a:prstGeom>
            <a:gradFill>
              <a:gsLst>
                <a:gs pos="0">
                  <a:srgbClr val="C25A48">
                    <a:alpha val="21398"/>
                  </a:srgbClr>
                </a:gs>
                <a:gs pos="14286">
                  <a:srgbClr val="C25A48">
                    <a:alpha val="19852"/>
                  </a:srgbClr>
                </a:gs>
                <a:gs pos="28571">
                  <a:srgbClr val="C25A48">
                    <a:alpha val="15788"/>
                  </a:srgbClr>
                </a:gs>
                <a:gs pos="42857">
                  <a:srgbClr val="C25A48">
                    <a:alpha val="10659"/>
                  </a:srgbClr>
                </a:gs>
                <a:gs pos="57143">
                  <a:srgbClr val="C25A48">
                    <a:alpha val="6054"/>
                  </a:srgbClr>
                </a:gs>
                <a:gs pos="71429">
                  <a:srgbClr val="C25A48">
                    <a:alpha val="2881"/>
                  </a:srgbClr>
                </a:gs>
                <a:gs pos="85714">
                  <a:srgbClr val="C25A48">
                    <a:alpha val="1149"/>
                  </a:srgbClr>
                </a:gs>
                <a:gs pos="100000">
                  <a:srgbClr val="C25A48">
                    <a:alpha val="3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Splat 294"/>
            <p:cNvSpPr>
              <a:spLocks noGrp="1"/>
            </p:cNvSpPr>
            <p:nvPr/>
          </p:nvSpPr>
          <p:spPr>
            <a:xfrm rot="-9756097">
              <a:off x="-63342" y="1787314"/>
              <a:ext cx="328613" cy="108770"/>
            </a:xfrm>
            <a:prstGeom prst="ellipse">
              <a:avLst/>
            </a:prstGeom>
            <a:gradFill>
              <a:gsLst>
                <a:gs pos="0">
                  <a:srgbClr val="D27D84">
                    <a:alpha val="10225"/>
                  </a:srgbClr>
                </a:gs>
                <a:gs pos="14286">
                  <a:srgbClr val="D27D84">
                    <a:alpha val="9438"/>
                  </a:srgbClr>
                </a:gs>
                <a:gs pos="28571">
                  <a:srgbClr val="D27D84">
                    <a:alpha val="7409"/>
                  </a:srgbClr>
                </a:gs>
                <a:gs pos="42857">
                  <a:srgbClr val="D27D84">
                    <a:alpha val="4924"/>
                  </a:srgbClr>
                </a:gs>
                <a:gs pos="57143">
                  <a:srgbClr val="D27D84">
                    <a:alpha val="2759"/>
                  </a:srgbClr>
                </a:gs>
                <a:gs pos="71429">
                  <a:srgbClr val="D27D84">
                    <a:alpha val="1301"/>
                  </a:srgbClr>
                </a:gs>
                <a:gs pos="85714">
                  <a:srgbClr val="D27D84">
                    <a:alpha val="516"/>
                  </a:srgbClr>
                </a:gs>
                <a:gs pos="100000">
                  <a:srgbClr val="D27D84">
                    <a:alpha val="1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Splat 295"/>
            <p:cNvSpPr>
              <a:spLocks noGrp="1"/>
            </p:cNvSpPr>
            <p:nvPr/>
          </p:nvSpPr>
          <p:spPr>
            <a:xfrm rot="5400000">
              <a:off x="-23440" y="1872495"/>
              <a:ext cx="328612" cy="328612"/>
            </a:xfrm>
            <a:prstGeom prst="ellipse">
              <a:avLst/>
            </a:prstGeom>
            <a:gradFill>
              <a:gsLst>
                <a:gs pos="0">
                  <a:srgbClr val="BE8E82">
                    <a:alpha val="21331"/>
                  </a:srgbClr>
                </a:gs>
                <a:gs pos="14286">
                  <a:srgbClr val="BE8E82">
                    <a:alpha val="19789"/>
                  </a:srgbClr>
                </a:gs>
                <a:gs pos="28571">
                  <a:srgbClr val="BE8E82">
                    <a:alpha val="15736"/>
                  </a:srgbClr>
                </a:gs>
                <a:gs pos="42857">
                  <a:srgbClr val="BE8E82">
                    <a:alpha val="10623"/>
                  </a:srgbClr>
                </a:gs>
                <a:gs pos="57143">
                  <a:srgbClr val="BE8E82">
                    <a:alpha val="6033"/>
                  </a:srgbClr>
                </a:gs>
                <a:gs pos="71429">
                  <a:srgbClr val="BE8E82">
                    <a:alpha val="2871"/>
                  </a:srgbClr>
                </a:gs>
                <a:gs pos="85714">
                  <a:srgbClr val="BE8E82">
                    <a:alpha val="1145"/>
                  </a:srgbClr>
                </a:gs>
                <a:gs pos="100000">
                  <a:srgbClr val="BE8E82">
                    <a:alpha val="3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Splat 296"/>
            <p:cNvSpPr>
              <a:spLocks noGrp="1"/>
            </p:cNvSpPr>
            <p:nvPr/>
          </p:nvSpPr>
          <p:spPr>
            <a:xfrm rot="-10697889">
              <a:off x="70194" y="4708507"/>
              <a:ext cx="328612" cy="912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Splat 297"/>
            <p:cNvSpPr>
              <a:spLocks noGrp="1"/>
            </p:cNvSpPr>
            <p:nvPr/>
          </p:nvSpPr>
          <p:spPr>
            <a:xfrm rot="4173358">
              <a:off x="1040847" y="400339"/>
              <a:ext cx="328613" cy="91281"/>
            </a:xfrm>
            <a:prstGeom prst="ellipse">
              <a:avLst/>
            </a:prstGeom>
            <a:gradFill>
              <a:gsLst>
                <a:gs pos="0">
                  <a:srgbClr val="C65C57">
                    <a:alpha val="21489"/>
                  </a:srgbClr>
                </a:gs>
                <a:gs pos="14286">
                  <a:srgbClr val="C65C57">
                    <a:alpha val="19938"/>
                  </a:srgbClr>
                </a:gs>
                <a:gs pos="28571">
                  <a:srgbClr val="C65C57">
                    <a:alpha val="15857"/>
                  </a:srgbClr>
                </a:gs>
                <a:gs pos="42857">
                  <a:srgbClr val="C65C57">
                    <a:alpha val="10707"/>
                  </a:srgbClr>
                </a:gs>
                <a:gs pos="57143">
                  <a:srgbClr val="C65C57">
                    <a:alpha val="6082"/>
                  </a:srgbClr>
                </a:gs>
                <a:gs pos="71429">
                  <a:srgbClr val="C65C57">
                    <a:alpha val="2895"/>
                  </a:srgbClr>
                </a:gs>
                <a:gs pos="85714">
                  <a:srgbClr val="C65C57">
                    <a:alpha val="1155"/>
                  </a:srgbClr>
                </a:gs>
                <a:gs pos="100000">
                  <a:srgbClr val="C65C57">
                    <a:alpha val="3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Splat 298"/>
            <p:cNvSpPr>
              <a:spLocks noGrp="1"/>
            </p:cNvSpPr>
            <p:nvPr/>
          </p:nvSpPr>
          <p:spPr>
            <a:xfrm rot="5337585">
              <a:off x="330994" y="1983184"/>
              <a:ext cx="328612" cy="91281"/>
            </a:xfrm>
            <a:prstGeom prst="ellipse">
              <a:avLst/>
            </a:prstGeom>
            <a:gradFill>
              <a:gsLst>
                <a:gs pos="0">
                  <a:srgbClr val="D47068">
                    <a:alpha val="32968"/>
                  </a:srgbClr>
                </a:gs>
                <a:gs pos="14286">
                  <a:srgbClr val="D47068">
                    <a:alpha val="30764"/>
                  </a:srgbClr>
                </a:gs>
                <a:gs pos="28571">
                  <a:srgbClr val="D47068">
                    <a:alpha val="24833"/>
                  </a:srgbClr>
                </a:gs>
                <a:gs pos="42857">
                  <a:srgbClr val="D47068">
                    <a:alpha val="17075"/>
                  </a:srgbClr>
                </a:gs>
                <a:gs pos="57143">
                  <a:srgbClr val="D47068">
                    <a:alpha val="9855"/>
                  </a:srgbClr>
                </a:gs>
                <a:gs pos="71429">
                  <a:srgbClr val="D47068">
                    <a:alpha val="4740"/>
                  </a:srgbClr>
                </a:gs>
                <a:gs pos="85714">
                  <a:srgbClr val="D47068">
                    <a:alpha val="1902"/>
                  </a:srgbClr>
                </a:gs>
                <a:gs pos="100000">
                  <a:srgbClr val="D4706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Splat 299"/>
            <p:cNvSpPr>
              <a:spLocks noGrp="1"/>
            </p:cNvSpPr>
            <p:nvPr/>
          </p:nvSpPr>
          <p:spPr>
            <a:xfrm rot="4770772">
              <a:off x="197644" y="278209"/>
              <a:ext cx="328612" cy="91281"/>
            </a:xfrm>
            <a:prstGeom prst="ellipse">
              <a:avLst/>
            </a:prstGeom>
            <a:gradFill>
              <a:gsLst>
                <a:gs pos="0">
                  <a:srgbClr val="B5754F">
                    <a:alpha val="14284"/>
                  </a:srgbClr>
                </a:gs>
                <a:gs pos="14286">
                  <a:srgbClr val="B5754F">
                    <a:alpha val="13209"/>
                  </a:srgbClr>
                </a:gs>
                <a:gs pos="28571">
                  <a:srgbClr val="B5754F">
                    <a:alpha val="10416"/>
                  </a:srgbClr>
                </a:gs>
                <a:gs pos="42857">
                  <a:srgbClr val="B5754F">
                    <a:alpha val="6961"/>
                  </a:srgbClr>
                </a:gs>
                <a:gs pos="57143">
                  <a:srgbClr val="B5754F">
                    <a:alpha val="3919"/>
                  </a:srgbClr>
                </a:gs>
                <a:gs pos="71429">
                  <a:srgbClr val="B5754F">
                    <a:alpha val="1854"/>
                  </a:srgbClr>
                </a:gs>
                <a:gs pos="85714">
                  <a:srgbClr val="B5754F">
                    <a:alpha val="737"/>
                  </a:srgbClr>
                </a:gs>
                <a:gs pos="100000">
                  <a:srgbClr val="B5754F">
                    <a:alpha val="2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Splat 300"/>
            <p:cNvSpPr>
              <a:spLocks noGrp="1"/>
            </p:cNvSpPr>
            <p:nvPr/>
          </p:nvSpPr>
          <p:spPr>
            <a:xfrm rot="9528011">
              <a:off x="111919" y="1697434"/>
              <a:ext cx="328613" cy="91281"/>
            </a:xfrm>
            <a:prstGeom prst="ellipse">
              <a:avLst/>
            </a:prstGeom>
            <a:gradFill>
              <a:gsLst>
                <a:gs pos="0">
                  <a:srgbClr val="D76450">
                    <a:alpha val="32968"/>
                  </a:srgbClr>
                </a:gs>
                <a:gs pos="14286">
                  <a:srgbClr val="D76450">
                    <a:alpha val="30764"/>
                  </a:srgbClr>
                </a:gs>
                <a:gs pos="28571">
                  <a:srgbClr val="D76450">
                    <a:alpha val="24833"/>
                  </a:srgbClr>
                </a:gs>
                <a:gs pos="42857">
                  <a:srgbClr val="D76450">
                    <a:alpha val="17075"/>
                  </a:srgbClr>
                </a:gs>
                <a:gs pos="57143">
                  <a:srgbClr val="D76450">
                    <a:alpha val="9855"/>
                  </a:srgbClr>
                </a:gs>
                <a:gs pos="71429">
                  <a:srgbClr val="D76450">
                    <a:alpha val="4740"/>
                  </a:srgbClr>
                </a:gs>
                <a:gs pos="85714">
                  <a:srgbClr val="D76450">
                    <a:alpha val="1902"/>
                  </a:srgbClr>
                </a:gs>
                <a:gs pos="100000">
                  <a:srgbClr val="D7645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Splat 301"/>
            <p:cNvSpPr>
              <a:spLocks noGrp="1"/>
            </p:cNvSpPr>
            <p:nvPr/>
          </p:nvSpPr>
          <p:spPr>
            <a:xfrm rot="5400000">
              <a:off x="264319" y="3255169"/>
              <a:ext cx="328612" cy="328612"/>
            </a:xfrm>
            <a:prstGeom prst="ellipse">
              <a:avLst/>
            </a:prstGeom>
            <a:gradFill>
              <a:gsLst>
                <a:gs pos="0">
                  <a:srgbClr val="D9703A">
                    <a:alpha val="32968"/>
                  </a:srgbClr>
                </a:gs>
                <a:gs pos="14286">
                  <a:srgbClr val="D9703A">
                    <a:alpha val="30764"/>
                  </a:srgbClr>
                </a:gs>
                <a:gs pos="28571">
                  <a:srgbClr val="D9703A">
                    <a:alpha val="24833"/>
                  </a:srgbClr>
                </a:gs>
                <a:gs pos="42857">
                  <a:srgbClr val="D9703A">
                    <a:alpha val="17075"/>
                  </a:srgbClr>
                </a:gs>
                <a:gs pos="57143">
                  <a:srgbClr val="D9703A">
                    <a:alpha val="9855"/>
                  </a:srgbClr>
                </a:gs>
                <a:gs pos="71429">
                  <a:srgbClr val="D9703A">
                    <a:alpha val="4740"/>
                  </a:srgbClr>
                </a:gs>
                <a:gs pos="85714">
                  <a:srgbClr val="D9703A">
                    <a:alpha val="1902"/>
                  </a:srgbClr>
                </a:gs>
                <a:gs pos="100000">
                  <a:srgbClr val="D9703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Splat 302"/>
            <p:cNvSpPr>
              <a:spLocks noGrp="1"/>
            </p:cNvSpPr>
            <p:nvPr/>
          </p:nvSpPr>
          <p:spPr>
            <a:xfrm rot="-10343830">
              <a:off x="-135731" y="1611709"/>
              <a:ext cx="328612" cy="91281"/>
            </a:xfrm>
            <a:prstGeom prst="ellipse">
              <a:avLst/>
            </a:prstGeom>
            <a:gradFill>
              <a:gsLst>
                <a:gs pos="0">
                  <a:srgbClr val="A16F5E">
                    <a:alpha val="32968"/>
                  </a:srgbClr>
                </a:gs>
                <a:gs pos="14286">
                  <a:srgbClr val="A16F5E">
                    <a:alpha val="30764"/>
                  </a:srgbClr>
                </a:gs>
                <a:gs pos="28571">
                  <a:srgbClr val="A16F5E">
                    <a:alpha val="24833"/>
                  </a:srgbClr>
                </a:gs>
                <a:gs pos="42857">
                  <a:srgbClr val="A16F5E">
                    <a:alpha val="17075"/>
                  </a:srgbClr>
                </a:gs>
                <a:gs pos="57143">
                  <a:srgbClr val="A16F5E">
                    <a:alpha val="9855"/>
                  </a:srgbClr>
                </a:gs>
                <a:gs pos="71429">
                  <a:srgbClr val="A16F5E">
                    <a:alpha val="4740"/>
                  </a:srgbClr>
                </a:gs>
                <a:gs pos="85714">
                  <a:srgbClr val="A16F5E">
                    <a:alpha val="1902"/>
                  </a:srgbClr>
                </a:gs>
                <a:gs pos="100000">
                  <a:srgbClr val="A16F5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Splat 303"/>
            <p:cNvSpPr>
              <a:spLocks noGrp="1"/>
            </p:cNvSpPr>
            <p:nvPr/>
          </p:nvSpPr>
          <p:spPr>
            <a:xfrm rot="5400000">
              <a:off x="326486" y="3269145"/>
              <a:ext cx="328612" cy="328612"/>
            </a:xfrm>
            <a:prstGeom prst="ellipse">
              <a:avLst/>
            </a:prstGeom>
            <a:gradFill>
              <a:gsLst>
                <a:gs pos="0">
                  <a:srgbClr val="A73533">
                    <a:alpha val="32968"/>
                  </a:srgbClr>
                </a:gs>
                <a:gs pos="14286">
                  <a:srgbClr val="A73533">
                    <a:alpha val="30764"/>
                  </a:srgbClr>
                </a:gs>
                <a:gs pos="28571">
                  <a:srgbClr val="A73533">
                    <a:alpha val="24833"/>
                  </a:srgbClr>
                </a:gs>
                <a:gs pos="42857">
                  <a:srgbClr val="A73533">
                    <a:alpha val="17075"/>
                  </a:srgbClr>
                </a:gs>
                <a:gs pos="57143">
                  <a:srgbClr val="A73533">
                    <a:alpha val="9855"/>
                  </a:srgbClr>
                </a:gs>
                <a:gs pos="71429">
                  <a:srgbClr val="A73533">
                    <a:alpha val="4740"/>
                  </a:srgbClr>
                </a:gs>
                <a:gs pos="85714">
                  <a:srgbClr val="A73533">
                    <a:alpha val="1902"/>
                  </a:srgbClr>
                </a:gs>
                <a:gs pos="100000">
                  <a:srgbClr val="A7353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Splat 304"/>
            <p:cNvSpPr>
              <a:spLocks noGrp="1"/>
            </p:cNvSpPr>
            <p:nvPr/>
          </p:nvSpPr>
          <p:spPr>
            <a:xfrm rot="-8344321">
              <a:off x="64294" y="544909"/>
              <a:ext cx="328612" cy="91281"/>
            </a:xfrm>
            <a:prstGeom prst="ellipse">
              <a:avLst/>
            </a:prstGeom>
            <a:gradFill>
              <a:gsLst>
                <a:gs pos="0">
                  <a:srgbClr val="A0005F">
                    <a:alpha val="32968"/>
                  </a:srgbClr>
                </a:gs>
                <a:gs pos="14286">
                  <a:srgbClr val="A0005F">
                    <a:alpha val="30764"/>
                  </a:srgbClr>
                </a:gs>
                <a:gs pos="28571">
                  <a:srgbClr val="A0005F">
                    <a:alpha val="24833"/>
                  </a:srgbClr>
                </a:gs>
                <a:gs pos="42857">
                  <a:srgbClr val="A0005F">
                    <a:alpha val="17075"/>
                  </a:srgbClr>
                </a:gs>
                <a:gs pos="57143">
                  <a:srgbClr val="A0005F">
                    <a:alpha val="9855"/>
                  </a:srgbClr>
                </a:gs>
                <a:gs pos="71429">
                  <a:srgbClr val="A0005F">
                    <a:alpha val="4740"/>
                  </a:srgbClr>
                </a:gs>
                <a:gs pos="85714">
                  <a:srgbClr val="A0005F">
                    <a:alpha val="1902"/>
                  </a:srgbClr>
                </a:gs>
                <a:gs pos="100000">
                  <a:srgbClr val="A0005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Splat 305"/>
            <p:cNvSpPr>
              <a:spLocks noGrp="1"/>
            </p:cNvSpPr>
            <p:nvPr/>
          </p:nvSpPr>
          <p:spPr>
            <a:xfrm rot="3946608">
              <a:off x="3702844" y="1992709"/>
              <a:ext cx="328613" cy="91281"/>
            </a:xfrm>
            <a:prstGeom prst="ellipse">
              <a:avLst/>
            </a:prstGeom>
            <a:gradFill>
              <a:gsLst>
                <a:gs pos="0">
                  <a:srgbClr val="C74C4E">
                    <a:alpha val="32968"/>
                  </a:srgbClr>
                </a:gs>
                <a:gs pos="14286">
                  <a:srgbClr val="C74C4E">
                    <a:alpha val="30764"/>
                  </a:srgbClr>
                </a:gs>
                <a:gs pos="28571">
                  <a:srgbClr val="C74C4E">
                    <a:alpha val="24833"/>
                  </a:srgbClr>
                </a:gs>
                <a:gs pos="42857">
                  <a:srgbClr val="C74C4E">
                    <a:alpha val="17075"/>
                  </a:srgbClr>
                </a:gs>
                <a:gs pos="57143">
                  <a:srgbClr val="C74C4E">
                    <a:alpha val="9855"/>
                  </a:srgbClr>
                </a:gs>
                <a:gs pos="71429">
                  <a:srgbClr val="C74C4E">
                    <a:alpha val="4740"/>
                  </a:srgbClr>
                </a:gs>
                <a:gs pos="85714">
                  <a:srgbClr val="C74C4E">
                    <a:alpha val="1902"/>
                  </a:srgbClr>
                </a:gs>
                <a:gs pos="100000">
                  <a:srgbClr val="C74C4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Splat 306"/>
            <p:cNvSpPr>
              <a:spLocks noGrp="1"/>
            </p:cNvSpPr>
            <p:nvPr/>
          </p:nvSpPr>
          <p:spPr>
            <a:xfrm rot="8071901">
              <a:off x="805181" y="4580954"/>
              <a:ext cx="328613" cy="91281"/>
            </a:xfrm>
            <a:prstGeom prst="ellipse">
              <a:avLst/>
            </a:prstGeom>
            <a:gradFill>
              <a:gsLst>
                <a:gs pos="0">
                  <a:srgbClr val="C3583F">
                    <a:alpha val="32968"/>
                  </a:srgbClr>
                </a:gs>
                <a:gs pos="14286">
                  <a:srgbClr val="C3583F">
                    <a:alpha val="30764"/>
                  </a:srgbClr>
                </a:gs>
                <a:gs pos="28571">
                  <a:srgbClr val="C3583F">
                    <a:alpha val="24833"/>
                  </a:srgbClr>
                </a:gs>
                <a:gs pos="42857">
                  <a:srgbClr val="C3583F">
                    <a:alpha val="17075"/>
                  </a:srgbClr>
                </a:gs>
                <a:gs pos="57143">
                  <a:srgbClr val="C3583F">
                    <a:alpha val="9855"/>
                  </a:srgbClr>
                </a:gs>
                <a:gs pos="71429">
                  <a:srgbClr val="C3583F">
                    <a:alpha val="4740"/>
                  </a:srgbClr>
                </a:gs>
                <a:gs pos="85714">
                  <a:srgbClr val="C3583F">
                    <a:alpha val="1902"/>
                  </a:srgbClr>
                </a:gs>
                <a:gs pos="100000">
                  <a:srgbClr val="C3583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Splat 307"/>
            <p:cNvSpPr>
              <a:spLocks noGrp="1"/>
            </p:cNvSpPr>
            <p:nvPr/>
          </p:nvSpPr>
          <p:spPr>
            <a:xfrm rot="4973041">
              <a:off x="311944" y="1973659"/>
              <a:ext cx="328612" cy="91281"/>
            </a:xfrm>
            <a:prstGeom prst="ellipse">
              <a:avLst/>
            </a:prstGeom>
            <a:gradFill>
              <a:gsLst>
                <a:gs pos="0">
                  <a:srgbClr val="DA675C">
                    <a:alpha val="28640"/>
                  </a:srgbClr>
                </a:gs>
                <a:gs pos="14286">
                  <a:srgbClr val="DA675C">
                    <a:alpha val="26666"/>
                  </a:srgbClr>
                </a:gs>
                <a:gs pos="28571">
                  <a:srgbClr val="DA675C">
                    <a:alpha val="21401"/>
                  </a:srgbClr>
                </a:gs>
                <a:gs pos="42857">
                  <a:srgbClr val="DA675C">
                    <a:alpha val="14611"/>
                  </a:srgbClr>
                </a:gs>
                <a:gs pos="57143">
                  <a:srgbClr val="DA675C">
                    <a:alpha val="8380"/>
                  </a:srgbClr>
                </a:gs>
                <a:gs pos="71429">
                  <a:srgbClr val="DA675C">
                    <a:alpha val="4014"/>
                  </a:srgbClr>
                </a:gs>
                <a:gs pos="85714">
                  <a:srgbClr val="DA675C">
                    <a:alpha val="1607"/>
                  </a:srgbClr>
                </a:gs>
                <a:gs pos="100000">
                  <a:srgbClr val="DA675C">
                    <a:alpha val="5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Splat 308"/>
            <p:cNvSpPr>
              <a:spLocks noGrp="1"/>
            </p:cNvSpPr>
            <p:nvPr/>
          </p:nvSpPr>
          <p:spPr>
            <a:xfrm rot="8854653">
              <a:off x="501013" y="1458547"/>
              <a:ext cx="328612" cy="91281"/>
            </a:xfrm>
            <a:prstGeom prst="ellipse">
              <a:avLst/>
            </a:prstGeom>
            <a:gradFill>
              <a:gsLst>
                <a:gs pos="0">
                  <a:srgbClr val="884E4D">
                    <a:alpha val="32968"/>
                  </a:srgbClr>
                </a:gs>
                <a:gs pos="14286">
                  <a:srgbClr val="884E4D">
                    <a:alpha val="30764"/>
                  </a:srgbClr>
                </a:gs>
                <a:gs pos="28571">
                  <a:srgbClr val="884E4D">
                    <a:alpha val="24833"/>
                  </a:srgbClr>
                </a:gs>
                <a:gs pos="42857">
                  <a:srgbClr val="884E4D">
                    <a:alpha val="17075"/>
                  </a:srgbClr>
                </a:gs>
                <a:gs pos="57143">
                  <a:srgbClr val="884E4D">
                    <a:alpha val="9855"/>
                  </a:srgbClr>
                </a:gs>
                <a:gs pos="71429">
                  <a:srgbClr val="884E4D">
                    <a:alpha val="4740"/>
                  </a:srgbClr>
                </a:gs>
                <a:gs pos="85714">
                  <a:srgbClr val="884E4D">
                    <a:alpha val="1902"/>
                  </a:srgbClr>
                </a:gs>
                <a:gs pos="100000">
                  <a:srgbClr val="884E4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Splat 309"/>
            <p:cNvSpPr>
              <a:spLocks noGrp="1"/>
            </p:cNvSpPr>
            <p:nvPr/>
          </p:nvSpPr>
          <p:spPr>
            <a:xfrm rot="-10130472">
              <a:off x="-15549" y="452365"/>
              <a:ext cx="328613" cy="91281"/>
            </a:xfrm>
            <a:prstGeom prst="ellipse">
              <a:avLst/>
            </a:prstGeom>
            <a:gradFill>
              <a:gsLst>
                <a:gs pos="0">
                  <a:srgbClr val="BB2F56">
                    <a:alpha val="31022"/>
                  </a:srgbClr>
                </a:gs>
                <a:gs pos="14286">
                  <a:srgbClr val="BB2F56">
                    <a:alpha val="28918"/>
                  </a:srgbClr>
                </a:gs>
                <a:gs pos="28571">
                  <a:srgbClr val="BB2F56">
                    <a:alpha val="23282"/>
                  </a:srgbClr>
                </a:gs>
                <a:gs pos="42857">
                  <a:srgbClr val="BB2F56">
                    <a:alpha val="15957"/>
                  </a:srgbClr>
                </a:gs>
                <a:gs pos="57143">
                  <a:srgbClr val="BB2F56">
                    <a:alpha val="9183"/>
                  </a:srgbClr>
                </a:gs>
                <a:gs pos="71429">
                  <a:srgbClr val="BB2F56">
                    <a:alpha val="4409"/>
                  </a:srgbClr>
                </a:gs>
                <a:gs pos="85714">
                  <a:srgbClr val="BB2F56">
                    <a:alpha val="1767"/>
                  </a:srgbClr>
                </a:gs>
                <a:gs pos="100000">
                  <a:srgbClr val="BB2F56">
                    <a:alpha val="5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Splat 310"/>
            <p:cNvSpPr>
              <a:spLocks noGrp="1"/>
            </p:cNvSpPr>
            <p:nvPr/>
          </p:nvSpPr>
          <p:spPr>
            <a:xfrm rot="2987325">
              <a:off x="473869" y="1087834"/>
              <a:ext cx="328612" cy="91281"/>
            </a:xfrm>
            <a:prstGeom prst="ellipse">
              <a:avLst/>
            </a:prstGeom>
            <a:gradFill>
              <a:gsLst>
                <a:gs pos="0">
                  <a:srgbClr val="94044B">
                    <a:alpha val="32511"/>
                  </a:srgbClr>
                </a:gs>
                <a:gs pos="14286">
                  <a:srgbClr val="94044B">
                    <a:alpha val="30330"/>
                  </a:srgbClr>
                </a:gs>
                <a:gs pos="28571">
                  <a:srgbClr val="94044B">
                    <a:alpha val="24467"/>
                  </a:srgbClr>
                </a:gs>
                <a:gs pos="42857">
                  <a:srgbClr val="94044B">
                    <a:alpha val="16811"/>
                  </a:srgbClr>
                </a:gs>
                <a:gs pos="57143">
                  <a:srgbClr val="94044B">
                    <a:alpha val="9696"/>
                  </a:srgbClr>
                </a:gs>
                <a:gs pos="71429">
                  <a:srgbClr val="94044B">
                    <a:alpha val="4662"/>
                  </a:srgbClr>
                </a:gs>
                <a:gs pos="85714">
                  <a:srgbClr val="94044B">
                    <a:alpha val="1870"/>
                  </a:srgbClr>
                </a:gs>
                <a:gs pos="100000">
                  <a:srgbClr val="94044B">
                    <a:alpha val="6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Splat 311"/>
            <p:cNvSpPr>
              <a:spLocks noGrp="1"/>
            </p:cNvSpPr>
            <p:nvPr/>
          </p:nvSpPr>
          <p:spPr>
            <a:xfrm rot="4817649">
              <a:off x="1009229" y="422393"/>
              <a:ext cx="328612" cy="91281"/>
            </a:xfrm>
            <a:prstGeom prst="ellipse">
              <a:avLst/>
            </a:prstGeom>
            <a:gradFill>
              <a:gsLst>
                <a:gs pos="0">
                  <a:srgbClr val="CB6C48">
                    <a:alpha val="6061"/>
                  </a:srgbClr>
                </a:gs>
                <a:gs pos="14286">
                  <a:srgbClr val="CB6C48">
                    <a:alpha val="5585"/>
                  </a:srgbClr>
                </a:gs>
                <a:gs pos="28571">
                  <a:srgbClr val="CB6C48">
                    <a:alpha val="4364"/>
                  </a:srgbClr>
                </a:gs>
                <a:gs pos="42857">
                  <a:srgbClr val="CB6C48">
                    <a:alpha val="2884"/>
                  </a:srgbClr>
                </a:gs>
                <a:gs pos="57143">
                  <a:srgbClr val="CB6C48">
                    <a:alpha val="1609"/>
                  </a:srgbClr>
                </a:gs>
                <a:gs pos="71429">
                  <a:srgbClr val="CB6C48">
                    <a:alpha val="756"/>
                  </a:srgbClr>
                </a:gs>
                <a:gs pos="85714">
                  <a:srgbClr val="CB6C48">
                    <a:alpha val="300"/>
                  </a:srgbClr>
                </a:gs>
                <a:gs pos="100000">
                  <a:srgbClr val="CB6C48">
                    <a:alpha val="1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Splat 312"/>
            <p:cNvSpPr>
              <a:spLocks noGrp="1"/>
            </p:cNvSpPr>
            <p:nvPr/>
          </p:nvSpPr>
          <p:spPr>
            <a:xfrm rot="6444203">
              <a:off x="3714333" y="1222491"/>
              <a:ext cx="328612" cy="91281"/>
            </a:xfrm>
            <a:prstGeom prst="ellipse">
              <a:avLst/>
            </a:prstGeom>
            <a:gradFill>
              <a:gsLst>
                <a:gs pos="0">
                  <a:srgbClr val="D75779">
                    <a:alpha val="32968"/>
                  </a:srgbClr>
                </a:gs>
                <a:gs pos="14286">
                  <a:srgbClr val="D75779">
                    <a:alpha val="30764"/>
                  </a:srgbClr>
                </a:gs>
                <a:gs pos="28571">
                  <a:srgbClr val="D75779">
                    <a:alpha val="24833"/>
                  </a:srgbClr>
                </a:gs>
                <a:gs pos="42857">
                  <a:srgbClr val="D75779">
                    <a:alpha val="17075"/>
                  </a:srgbClr>
                </a:gs>
                <a:gs pos="57143">
                  <a:srgbClr val="D75779">
                    <a:alpha val="9855"/>
                  </a:srgbClr>
                </a:gs>
                <a:gs pos="71429">
                  <a:srgbClr val="D75779">
                    <a:alpha val="4740"/>
                  </a:srgbClr>
                </a:gs>
                <a:gs pos="85714">
                  <a:srgbClr val="D75779">
                    <a:alpha val="1902"/>
                  </a:srgbClr>
                </a:gs>
                <a:gs pos="100000">
                  <a:srgbClr val="D7577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Splat 313"/>
            <p:cNvSpPr>
              <a:spLocks noGrp="1"/>
            </p:cNvSpPr>
            <p:nvPr/>
          </p:nvSpPr>
          <p:spPr>
            <a:xfrm rot="6700963">
              <a:off x="3702844" y="1306909"/>
              <a:ext cx="328612" cy="91281"/>
            </a:xfrm>
            <a:prstGeom prst="ellipse">
              <a:avLst/>
            </a:prstGeom>
            <a:gradFill>
              <a:gsLst>
                <a:gs pos="0">
                  <a:srgbClr val="C92D6E">
                    <a:alpha val="32968"/>
                  </a:srgbClr>
                </a:gs>
                <a:gs pos="14286">
                  <a:srgbClr val="C92D6E">
                    <a:alpha val="30764"/>
                  </a:srgbClr>
                </a:gs>
                <a:gs pos="28571">
                  <a:srgbClr val="C92D6E">
                    <a:alpha val="24833"/>
                  </a:srgbClr>
                </a:gs>
                <a:gs pos="42857">
                  <a:srgbClr val="C92D6E">
                    <a:alpha val="17075"/>
                  </a:srgbClr>
                </a:gs>
                <a:gs pos="57143">
                  <a:srgbClr val="C92D6E">
                    <a:alpha val="9855"/>
                  </a:srgbClr>
                </a:gs>
                <a:gs pos="71429">
                  <a:srgbClr val="C92D6E">
                    <a:alpha val="4740"/>
                  </a:srgbClr>
                </a:gs>
                <a:gs pos="85714">
                  <a:srgbClr val="C92D6E">
                    <a:alpha val="1902"/>
                  </a:srgbClr>
                </a:gs>
                <a:gs pos="100000">
                  <a:srgbClr val="C92D6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Splat 314"/>
            <p:cNvSpPr>
              <a:spLocks noGrp="1"/>
            </p:cNvSpPr>
            <p:nvPr/>
          </p:nvSpPr>
          <p:spPr>
            <a:xfrm rot="5400000">
              <a:off x="3417094" y="416719"/>
              <a:ext cx="328612" cy="328612"/>
            </a:xfrm>
            <a:prstGeom prst="ellipse">
              <a:avLst/>
            </a:prstGeom>
            <a:gradFill>
              <a:gsLst>
                <a:gs pos="0">
                  <a:srgbClr val="C22C8E">
                    <a:alpha val="32968"/>
                  </a:srgbClr>
                </a:gs>
                <a:gs pos="14286">
                  <a:srgbClr val="C22C8E">
                    <a:alpha val="30764"/>
                  </a:srgbClr>
                </a:gs>
                <a:gs pos="28571">
                  <a:srgbClr val="C22C8E">
                    <a:alpha val="24833"/>
                  </a:srgbClr>
                </a:gs>
                <a:gs pos="42857">
                  <a:srgbClr val="C22C8E">
                    <a:alpha val="17075"/>
                  </a:srgbClr>
                </a:gs>
                <a:gs pos="57143">
                  <a:srgbClr val="C22C8E">
                    <a:alpha val="9855"/>
                  </a:srgbClr>
                </a:gs>
                <a:gs pos="71429">
                  <a:srgbClr val="C22C8E">
                    <a:alpha val="4740"/>
                  </a:srgbClr>
                </a:gs>
                <a:gs pos="85714">
                  <a:srgbClr val="C22C8E">
                    <a:alpha val="1902"/>
                  </a:srgbClr>
                </a:gs>
                <a:gs pos="100000">
                  <a:srgbClr val="C22C8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Splat 315"/>
            <p:cNvSpPr>
              <a:spLocks noGrp="1"/>
            </p:cNvSpPr>
            <p:nvPr/>
          </p:nvSpPr>
          <p:spPr>
            <a:xfrm rot="5400000">
              <a:off x="3436144" y="388144"/>
              <a:ext cx="328612" cy="328612"/>
            </a:xfrm>
            <a:prstGeom prst="ellipse">
              <a:avLst/>
            </a:prstGeom>
            <a:gradFill>
              <a:gsLst>
                <a:gs pos="0">
                  <a:srgbClr val="CA862D">
                    <a:alpha val="31052"/>
                  </a:srgbClr>
                </a:gs>
                <a:gs pos="14286">
                  <a:srgbClr val="CA862D">
                    <a:alpha val="28947"/>
                  </a:srgbClr>
                </a:gs>
                <a:gs pos="28571">
                  <a:srgbClr val="CA862D">
                    <a:alpha val="23306"/>
                  </a:srgbClr>
                </a:gs>
                <a:gs pos="42857">
                  <a:srgbClr val="CA862D">
                    <a:alpha val="15974"/>
                  </a:srgbClr>
                </a:gs>
                <a:gs pos="57143">
                  <a:srgbClr val="CA862D">
                    <a:alpha val="9194"/>
                  </a:srgbClr>
                </a:gs>
                <a:gs pos="71429">
                  <a:srgbClr val="CA862D">
                    <a:alpha val="4414"/>
                  </a:srgbClr>
                </a:gs>
                <a:gs pos="85714">
                  <a:srgbClr val="CA862D">
                    <a:alpha val="1769"/>
                  </a:srgbClr>
                </a:gs>
                <a:gs pos="100000">
                  <a:srgbClr val="CA862D">
                    <a:alpha val="5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Splat 316"/>
            <p:cNvSpPr>
              <a:spLocks noGrp="1"/>
            </p:cNvSpPr>
            <p:nvPr/>
          </p:nvSpPr>
          <p:spPr>
            <a:xfrm rot="5400000">
              <a:off x="645319" y="-107156"/>
              <a:ext cx="328612" cy="328612"/>
            </a:xfrm>
            <a:prstGeom prst="ellipse">
              <a:avLst/>
            </a:prstGeom>
            <a:gradFill>
              <a:gsLst>
                <a:gs pos="0">
                  <a:srgbClr val="D6AB89">
                    <a:alpha val="32968"/>
                  </a:srgbClr>
                </a:gs>
                <a:gs pos="14286">
                  <a:srgbClr val="D6AB89">
                    <a:alpha val="30764"/>
                  </a:srgbClr>
                </a:gs>
                <a:gs pos="28571">
                  <a:srgbClr val="D6AB89">
                    <a:alpha val="24833"/>
                  </a:srgbClr>
                </a:gs>
                <a:gs pos="42857">
                  <a:srgbClr val="D6AB89">
                    <a:alpha val="17075"/>
                  </a:srgbClr>
                </a:gs>
                <a:gs pos="57143">
                  <a:srgbClr val="D6AB89">
                    <a:alpha val="9855"/>
                  </a:srgbClr>
                </a:gs>
                <a:gs pos="71429">
                  <a:srgbClr val="D6AB89">
                    <a:alpha val="4740"/>
                  </a:srgbClr>
                </a:gs>
                <a:gs pos="85714">
                  <a:srgbClr val="D6AB89">
                    <a:alpha val="1902"/>
                  </a:srgbClr>
                </a:gs>
                <a:gs pos="100000">
                  <a:srgbClr val="D6AB8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Splat 317"/>
            <p:cNvSpPr>
              <a:spLocks noGrp="1"/>
            </p:cNvSpPr>
            <p:nvPr/>
          </p:nvSpPr>
          <p:spPr>
            <a:xfrm rot="5400000">
              <a:off x="3384924" y="758254"/>
              <a:ext cx="328612" cy="328612"/>
            </a:xfrm>
            <a:prstGeom prst="ellipse">
              <a:avLst/>
            </a:prstGeom>
            <a:gradFill>
              <a:gsLst>
                <a:gs pos="0">
                  <a:srgbClr val="CC0079">
                    <a:alpha val="32968"/>
                  </a:srgbClr>
                </a:gs>
                <a:gs pos="14286">
                  <a:srgbClr val="CC0079">
                    <a:alpha val="30764"/>
                  </a:srgbClr>
                </a:gs>
                <a:gs pos="28571">
                  <a:srgbClr val="CC0079">
                    <a:alpha val="24833"/>
                  </a:srgbClr>
                </a:gs>
                <a:gs pos="42857">
                  <a:srgbClr val="CC0079">
                    <a:alpha val="17075"/>
                  </a:srgbClr>
                </a:gs>
                <a:gs pos="57143">
                  <a:srgbClr val="CC0079">
                    <a:alpha val="9855"/>
                  </a:srgbClr>
                </a:gs>
                <a:gs pos="71429">
                  <a:srgbClr val="CC0079">
                    <a:alpha val="4740"/>
                  </a:srgbClr>
                </a:gs>
                <a:gs pos="85714">
                  <a:srgbClr val="CC0079">
                    <a:alpha val="1902"/>
                  </a:srgbClr>
                </a:gs>
                <a:gs pos="100000">
                  <a:srgbClr val="CC007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Splat 318"/>
            <p:cNvSpPr>
              <a:spLocks noGrp="1"/>
            </p:cNvSpPr>
            <p:nvPr/>
          </p:nvSpPr>
          <p:spPr>
            <a:xfrm rot="-10659083">
              <a:off x="-88106" y="278209"/>
              <a:ext cx="328612" cy="91281"/>
            </a:xfrm>
            <a:prstGeom prst="ellipse">
              <a:avLst/>
            </a:prstGeom>
            <a:gradFill>
              <a:gsLst>
                <a:gs pos="0">
                  <a:srgbClr val="B14C55">
                    <a:alpha val="5072"/>
                  </a:srgbClr>
                </a:gs>
                <a:gs pos="14286">
                  <a:srgbClr val="B14C55">
                    <a:alpha val="4671"/>
                  </a:srgbClr>
                </a:gs>
                <a:gs pos="28571">
                  <a:srgbClr val="B14C55">
                    <a:alpha val="3646"/>
                  </a:srgbClr>
                </a:gs>
                <a:gs pos="42857">
                  <a:srgbClr val="B14C55">
                    <a:alpha val="2407"/>
                  </a:srgbClr>
                </a:gs>
                <a:gs pos="57143">
                  <a:srgbClr val="B14C55">
                    <a:alpha val="1341"/>
                  </a:srgbClr>
                </a:gs>
                <a:gs pos="71429">
                  <a:srgbClr val="B14C55">
                    <a:alpha val="630"/>
                  </a:srgbClr>
                </a:gs>
                <a:gs pos="85714">
                  <a:srgbClr val="B14C55">
                    <a:alpha val="250"/>
                  </a:srgbClr>
                </a:gs>
                <a:gs pos="100000">
                  <a:srgbClr val="B14C55">
                    <a:alpha val="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Splat 319"/>
            <p:cNvSpPr>
              <a:spLocks noGrp="1"/>
            </p:cNvSpPr>
            <p:nvPr/>
          </p:nvSpPr>
          <p:spPr>
            <a:xfrm rot="5954309">
              <a:off x="426244" y="3726259"/>
              <a:ext cx="328612" cy="91281"/>
            </a:xfrm>
            <a:prstGeom prst="ellipse">
              <a:avLst/>
            </a:prstGeom>
            <a:gradFill>
              <a:gsLst>
                <a:gs pos="0">
                  <a:srgbClr val="000050">
                    <a:alpha val="32968"/>
                  </a:srgbClr>
                </a:gs>
                <a:gs pos="14286">
                  <a:srgbClr val="000050">
                    <a:alpha val="30764"/>
                  </a:srgbClr>
                </a:gs>
                <a:gs pos="28571">
                  <a:srgbClr val="000050">
                    <a:alpha val="24833"/>
                  </a:srgbClr>
                </a:gs>
                <a:gs pos="42857">
                  <a:srgbClr val="000050">
                    <a:alpha val="17075"/>
                  </a:srgbClr>
                </a:gs>
                <a:gs pos="57143">
                  <a:srgbClr val="000050">
                    <a:alpha val="9855"/>
                  </a:srgbClr>
                </a:gs>
                <a:gs pos="71429">
                  <a:srgbClr val="000050">
                    <a:alpha val="4740"/>
                  </a:srgbClr>
                </a:gs>
                <a:gs pos="85714">
                  <a:srgbClr val="000050">
                    <a:alpha val="1902"/>
                  </a:srgbClr>
                </a:gs>
                <a:gs pos="100000">
                  <a:srgbClr val="00005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Splat 320"/>
            <p:cNvSpPr>
              <a:spLocks noGrp="1"/>
            </p:cNvSpPr>
            <p:nvPr/>
          </p:nvSpPr>
          <p:spPr>
            <a:xfrm rot="3231521">
              <a:off x="3056391" y="235747"/>
              <a:ext cx="328612" cy="91281"/>
            </a:xfrm>
            <a:prstGeom prst="ellipse">
              <a:avLst/>
            </a:prstGeom>
            <a:gradFill>
              <a:gsLst>
                <a:gs pos="0">
                  <a:srgbClr val="C53B6E">
                    <a:alpha val="32968"/>
                  </a:srgbClr>
                </a:gs>
                <a:gs pos="14286">
                  <a:srgbClr val="C53B6E">
                    <a:alpha val="30764"/>
                  </a:srgbClr>
                </a:gs>
                <a:gs pos="28571">
                  <a:srgbClr val="C53B6E">
                    <a:alpha val="24833"/>
                  </a:srgbClr>
                </a:gs>
                <a:gs pos="42857">
                  <a:srgbClr val="C53B6E">
                    <a:alpha val="17075"/>
                  </a:srgbClr>
                </a:gs>
                <a:gs pos="57143">
                  <a:srgbClr val="C53B6E">
                    <a:alpha val="9855"/>
                  </a:srgbClr>
                </a:gs>
                <a:gs pos="71429">
                  <a:srgbClr val="C53B6E">
                    <a:alpha val="4740"/>
                  </a:srgbClr>
                </a:gs>
                <a:gs pos="85714">
                  <a:srgbClr val="C53B6E">
                    <a:alpha val="1902"/>
                  </a:srgbClr>
                </a:gs>
                <a:gs pos="100000">
                  <a:srgbClr val="C53B6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Splat 321"/>
            <p:cNvSpPr>
              <a:spLocks noGrp="1"/>
            </p:cNvSpPr>
            <p:nvPr/>
          </p:nvSpPr>
          <p:spPr>
            <a:xfrm rot="5400000">
              <a:off x="445294" y="3064669"/>
              <a:ext cx="328612" cy="328612"/>
            </a:xfrm>
            <a:prstGeom prst="ellipse">
              <a:avLst/>
            </a:prstGeom>
            <a:gradFill>
              <a:gsLst>
                <a:gs pos="0">
                  <a:srgbClr val="BF5442">
                    <a:alpha val="32968"/>
                  </a:srgbClr>
                </a:gs>
                <a:gs pos="14286">
                  <a:srgbClr val="BF5442">
                    <a:alpha val="30764"/>
                  </a:srgbClr>
                </a:gs>
                <a:gs pos="28571">
                  <a:srgbClr val="BF5442">
                    <a:alpha val="24833"/>
                  </a:srgbClr>
                </a:gs>
                <a:gs pos="42857">
                  <a:srgbClr val="BF5442">
                    <a:alpha val="17075"/>
                  </a:srgbClr>
                </a:gs>
                <a:gs pos="57143">
                  <a:srgbClr val="BF5442">
                    <a:alpha val="9855"/>
                  </a:srgbClr>
                </a:gs>
                <a:gs pos="71429">
                  <a:srgbClr val="BF5442">
                    <a:alpha val="4740"/>
                  </a:srgbClr>
                </a:gs>
                <a:gs pos="85714">
                  <a:srgbClr val="BF5442">
                    <a:alpha val="1902"/>
                  </a:srgbClr>
                </a:gs>
                <a:gs pos="100000">
                  <a:srgbClr val="BF544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Splat 322"/>
            <p:cNvSpPr>
              <a:spLocks noGrp="1"/>
            </p:cNvSpPr>
            <p:nvPr/>
          </p:nvSpPr>
          <p:spPr>
            <a:xfrm rot="5400000">
              <a:off x="3074194" y="-164306"/>
              <a:ext cx="328612" cy="328612"/>
            </a:xfrm>
            <a:prstGeom prst="ellipse">
              <a:avLst/>
            </a:prstGeom>
            <a:gradFill>
              <a:gsLst>
                <a:gs pos="0">
                  <a:srgbClr val="D97D83">
                    <a:alpha val="32968"/>
                  </a:srgbClr>
                </a:gs>
                <a:gs pos="14286">
                  <a:srgbClr val="D97D83">
                    <a:alpha val="30764"/>
                  </a:srgbClr>
                </a:gs>
                <a:gs pos="28571">
                  <a:srgbClr val="D97D83">
                    <a:alpha val="24833"/>
                  </a:srgbClr>
                </a:gs>
                <a:gs pos="42857">
                  <a:srgbClr val="D97D83">
                    <a:alpha val="17075"/>
                  </a:srgbClr>
                </a:gs>
                <a:gs pos="57143">
                  <a:srgbClr val="D97D83">
                    <a:alpha val="9855"/>
                  </a:srgbClr>
                </a:gs>
                <a:gs pos="71429">
                  <a:srgbClr val="D97D83">
                    <a:alpha val="4740"/>
                  </a:srgbClr>
                </a:gs>
                <a:gs pos="85714">
                  <a:srgbClr val="D97D83">
                    <a:alpha val="1902"/>
                  </a:srgbClr>
                </a:gs>
                <a:gs pos="100000">
                  <a:srgbClr val="D97D8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Splat 323"/>
            <p:cNvSpPr>
              <a:spLocks noGrp="1"/>
            </p:cNvSpPr>
            <p:nvPr/>
          </p:nvSpPr>
          <p:spPr>
            <a:xfrm rot="5400000">
              <a:off x="3494298" y="386462"/>
              <a:ext cx="328612" cy="328612"/>
            </a:xfrm>
            <a:prstGeom prst="ellipse">
              <a:avLst/>
            </a:prstGeom>
            <a:gradFill>
              <a:gsLst>
                <a:gs pos="0">
                  <a:srgbClr val="CF4BA0">
                    <a:alpha val="32968"/>
                  </a:srgbClr>
                </a:gs>
                <a:gs pos="14286">
                  <a:srgbClr val="CF4BA0">
                    <a:alpha val="30764"/>
                  </a:srgbClr>
                </a:gs>
                <a:gs pos="28571">
                  <a:srgbClr val="CF4BA0">
                    <a:alpha val="24833"/>
                  </a:srgbClr>
                </a:gs>
                <a:gs pos="42857">
                  <a:srgbClr val="CF4BA0">
                    <a:alpha val="17075"/>
                  </a:srgbClr>
                </a:gs>
                <a:gs pos="57143">
                  <a:srgbClr val="CF4BA0">
                    <a:alpha val="9855"/>
                  </a:srgbClr>
                </a:gs>
                <a:gs pos="71429">
                  <a:srgbClr val="CF4BA0">
                    <a:alpha val="4740"/>
                  </a:srgbClr>
                </a:gs>
                <a:gs pos="85714">
                  <a:srgbClr val="CF4BA0">
                    <a:alpha val="1902"/>
                  </a:srgbClr>
                </a:gs>
                <a:gs pos="100000">
                  <a:srgbClr val="CF4BA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Splat 324"/>
            <p:cNvSpPr>
              <a:spLocks noGrp="1"/>
            </p:cNvSpPr>
            <p:nvPr/>
          </p:nvSpPr>
          <p:spPr>
            <a:xfrm rot="4260441">
              <a:off x="642331" y="521821"/>
              <a:ext cx="328612" cy="91281"/>
            </a:xfrm>
            <a:prstGeom prst="ellipse">
              <a:avLst/>
            </a:prstGeom>
            <a:gradFill>
              <a:gsLst>
                <a:gs pos="0">
                  <a:srgbClr val="D5867D">
                    <a:alpha val="32968"/>
                  </a:srgbClr>
                </a:gs>
                <a:gs pos="14286">
                  <a:srgbClr val="D5867D">
                    <a:alpha val="30764"/>
                  </a:srgbClr>
                </a:gs>
                <a:gs pos="28571">
                  <a:srgbClr val="D5867D">
                    <a:alpha val="24833"/>
                  </a:srgbClr>
                </a:gs>
                <a:gs pos="42857">
                  <a:srgbClr val="D5867D">
                    <a:alpha val="17075"/>
                  </a:srgbClr>
                </a:gs>
                <a:gs pos="57143">
                  <a:srgbClr val="D5867D">
                    <a:alpha val="9855"/>
                  </a:srgbClr>
                </a:gs>
                <a:gs pos="71429">
                  <a:srgbClr val="D5867D">
                    <a:alpha val="4740"/>
                  </a:srgbClr>
                </a:gs>
                <a:gs pos="85714">
                  <a:srgbClr val="D5867D">
                    <a:alpha val="1902"/>
                  </a:srgbClr>
                </a:gs>
                <a:gs pos="100000">
                  <a:srgbClr val="D5867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Splat 325"/>
            <p:cNvSpPr>
              <a:spLocks noGrp="1"/>
            </p:cNvSpPr>
            <p:nvPr/>
          </p:nvSpPr>
          <p:spPr>
            <a:xfrm rot="4985064">
              <a:off x="1868025" y="157374"/>
              <a:ext cx="328612" cy="91281"/>
            </a:xfrm>
            <a:prstGeom prst="ellipse">
              <a:avLst/>
            </a:prstGeom>
            <a:gradFill>
              <a:gsLst>
                <a:gs pos="0">
                  <a:srgbClr val="CD4C8B">
                    <a:alpha val="32968"/>
                  </a:srgbClr>
                </a:gs>
                <a:gs pos="14286">
                  <a:srgbClr val="CD4C8B">
                    <a:alpha val="30764"/>
                  </a:srgbClr>
                </a:gs>
                <a:gs pos="28571">
                  <a:srgbClr val="CD4C8B">
                    <a:alpha val="24833"/>
                  </a:srgbClr>
                </a:gs>
                <a:gs pos="42857">
                  <a:srgbClr val="CD4C8B">
                    <a:alpha val="17075"/>
                  </a:srgbClr>
                </a:gs>
                <a:gs pos="57143">
                  <a:srgbClr val="CD4C8B">
                    <a:alpha val="9855"/>
                  </a:srgbClr>
                </a:gs>
                <a:gs pos="71429">
                  <a:srgbClr val="CD4C8B">
                    <a:alpha val="4740"/>
                  </a:srgbClr>
                </a:gs>
                <a:gs pos="85714">
                  <a:srgbClr val="CD4C8B">
                    <a:alpha val="1902"/>
                  </a:srgbClr>
                </a:gs>
                <a:gs pos="100000">
                  <a:srgbClr val="CD4C8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Splat 326"/>
            <p:cNvSpPr>
              <a:spLocks noGrp="1"/>
            </p:cNvSpPr>
            <p:nvPr/>
          </p:nvSpPr>
          <p:spPr>
            <a:xfrm rot="10088230">
              <a:off x="3406392" y="74878"/>
              <a:ext cx="328613" cy="91281"/>
            </a:xfrm>
            <a:prstGeom prst="ellipse">
              <a:avLst/>
            </a:prstGeom>
            <a:gradFill>
              <a:gsLst>
                <a:gs pos="0">
                  <a:srgbClr val="FC5C5E">
                    <a:alpha val="32968"/>
                  </a:srgbClr>
                </a:gs>
                <a:gs pos="14286">
                  <a:srgbClr val="FC5C5E">
                    <a:alpha val="30764"/>
                  </a:srgbClr>
                </a:gs>
                <a:gs pos="28571">
                  <a:srgbClr val="FC5C5E">
                    <a:alpha val="24833"/>
                  </a:srgbClr>
                </a:gs>
                <a:gs pos="42857">
                  <a:srgbClr val="FC5C5E">
                    <a:alpha val="17075"/>
                  </a:srgbClr>
                </a:gs>
                <a:gs pos="57143">
                  <a:srgbClr val="FC5C5E">
                    <a:alpha val="9855"/>
                  </a:srgbClr>
                </a:gs>
                <a:gs pos="71429">
                  <a:srgbClr val="FC5C5E">
                    <a:alpha val="4740"/>
                  </a:srgbClr>
                </a:gs>
                <a:gs pos="85714">
                  <a:srgbClr val="FC5C5E">
                    <a:alpha val="1902"/>
                  </a:srgbClr>
                </a:gs>
                <a:gs pos="100000">
                  <a:srgbClr val="FC5C5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Splat 327"/>
            <p:cNvSpPr>
              <a:spLocks noGrp="1"/>
            </p:cNvSpPr>
            <p:nvPr/>
          </p:nvSpPr>
          <p:spPr>
            <a:xfrm rot="10034181">
              <a:off x="1030265" y="678207"/>
              <a:ext cx="328612" cy="95282"/>
            </a:xfrm>
            <a:prstGeom prst="ellipse">
              <a:avLst/>
            </a:prstGeom>
            <a:gradFill>
              <a:gsLst>
                <a:gs pos="0">
                  <a:srgbClr val="C37376">
                    <a:alpha val="32968"/>
                  </a:srgbClr>
                </a:gs>
                <a:gs pos="14286">
                  <a:srgbClr val="C37376">
                    <a:alpha val="30764"/>
                  </a:srgbClr>
                </a:gs>
                <a:gs pos="28571">
                  <a:srgbClr val="C37376">
                    <a:alpha val="24833"/>
                  </a:srgbClr>
                </a:gs>
                <a:gs pos="42857">
                  <a:srgbClr val="C37376">
                    <a:alpha val="17075"/>
                  </a:srgbClr>
                </a:gs>
                <a:gs pos="57143">
                  <a:srgbClr val="C37376">
                    <a:alpha val="9855"/>
                  </a:srgbClr>
                </a:gs>
                <a:gs pos="71429">
                  <a:srgbClr val="C37376">
                    <a:alpha val="4740"/>
                  </a:srgbClr>
                </a:gs>
                <a:gs pos="85714">
                  <a:srgbClr val="C37376">
                    <a:alpha val="1902"/>
                  </a:srgbClr>
                </a:gs>
                <a:gs pos="100000">
                  <a:srgbClr val="C3737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Splat 328"/>
            <p:cNvSpPr>
              <a:spLocks noGrp="1"/>
            </p:cNvSpPr>
            <p:nvPr/>
          </p:nvSpPr>
          <p:spPr>
            <a:xfrm rot="6031942">
              <a:off x="397617" y="3866754"/>
              <a:ext cx="328612" cy="91281"/>
            </a:xfrm>
            <a:prstGeom prst="ellipse">
              <a:avLst/>
            </a:prstGeom>
            <a:gradFill>
              <a:gsLst>
                <a:gs pos="0">
                  <a:srgbClr val="C95500">
                    <a:alpha val="32968"/>
                  </a:srgbClr>
                </a:gs>
                <a:gs pos="14286">
                  <a:srgbClr val="C95500">
                    <a:alpha val="30764"/>
                  </a:srgbClr>
                </a:gs>
                <a:gs pos="28571">
                  <a:srgbClr val="C95500">
                    <a:alpha val="24833"/>
                  </a:srgbClr>
                </a:gs>
                <a:gs pos="42857">
                  <a:srgbClr val="C95500">
                    <a:alpha val="17075"/>
                  </a:srgbClr>
                </a:gs>
                <a:gs pos="57143">
                  <a:srgbClr val="C95500">
                    <a:alpha val="9855"/>
                  </a:srgbClr>
                </a:gs>
                <a:gs pos="71429">
                  <a:srgbClr val="C95500">
                    <a:alpha val="4740"/>
                  </a:srgbClr>
                </a:gs>
                <a:gs pos="85714">
                  <a:srgbClr val="C95500">
                    <a:alpha val="1902"/>
                  </a:srgbClr>
                </a:gs>
                <a:gs pos="100000">
                  <a:srgbClr val="C95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Splat 329"/>
            <p:cNvSpPr>
              <a:spLocks noGrp="1"/>
            </p:cNvSpPr>
            <p:nvPr/>
          </p:nvSpPr>
          <p:spPr>
            <a:xfrm rot="5892577">
              <a:off x="569119" y="3097609"/>
              <a:ext cx="328612" cy="91281"/>
            </a:xfrm>
            <a:prstGeom prst="ellipse">
              <a:avLst/>
            </a:prstGeom>
            <a:gradFill>
              <a:gsLst>
                <a:gs pos="0">
                  <a:srgbClr val="F19E00">
                    <a:alpha val="32968"/>
                  </a:srgbClr>
                </a:gs>
                <a:gs pos="14286">
                  <a:srgbClr val="F19E00">
                    <a:alpha val="30764"/>
                  </a:srgbClr>
                </a:gs>
                <a:gs pos="28571">
                  <a:srgbClr val="F19E00">
                    <a:alpha val="24833"/>
                  </a:srgbClr>
                </a:gs>
                <a:gs pos="42857">
                  <a:srgbClr val="F19E00">
                    <a:alpha val="17075"/>
                  </a:srgbClr>
                </a:gs>
                <a:gs pos="57143">
                  <a:srgbClr val="F19E00">
                    <a:alpha val="9855"/>
                  </a:srgbClr>
                </a:gs>
                <a:gs pos="71429">
                  <a:srgbClr val="F19E00">
                    <a:alpha val="4740"/>
                  </a:srgbClr>
                </a:gs>
                <a:gs pos="85714">
                  <a:srgbClr val="F19E00">
                    <a:alpha val="1902"/>
                  </a:srgbClr>
                </a:gs>
                <a:gs pos="100000">
                  <a:srgbClr val="F19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Splat 330"/>
            <p:cNvSpPr>
              <a:spLocks noGrp="1"/>
            </p:cNvSpPr>
            <p:nvPr/>
          </p:nvSpPr>
          <p:spPr>
            <a:xfrm rot="5892577">
              <a:off x="569119" y="3097609"/>
              <a:ext cx="328612" cy="91281"/>
            </a:xfrm>
            <a:prstGeom prst="ellipse">
              <a:avLst/>
            </a:prstGeom>
            <a:gradFill>
              <a:gsLst>
                <a:gs pos="0">
                  <a:srgbClr val="9500A4">
                    <a:alpha val="27840"/>
                  </a:srgbClr>
                </a:gs>
                <a:gs pos="14286">
                  <a:srgbClr val="9500A4">
                    <a:alpha val="25910"/>
                  </a:srgbClr>
                </a:gs>
                <a:gs pos="28571">
                  <a:srgbClr val="9500A4">
                    <a:alpha val="20772"/>
                  </a:srgbClr>
                </a:gs>
                <a:gs pos="42857">
                  <a:srgbClr val="9500A4">
                    <a:alpha val="14164"/>
                  </a:srgbClr>
                </a:gs>
                <a:gs pos="57143">
                  <a:srgbClr val="9500A4">
                    <a:alpha val="8115"/>
                  </a:srgbClr>
                </a:gs>
                <a:gs pos="71429">
                  <a:srgbClr val="9500A4">
                    <a:alpha val="3884"/>
                  </a:srgbClr>
                </a:gs>
                <a:gs pos="85714">
                  <a:srgbClr val="9500A4">
                    <a:alpha val="1554"/>
                  </a:srgbClr>
                </a:gs>
                <a:gs pos="100000">
                  <a:srgbClr val="9500A4">
                    <a:alpha val="5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Splat 331"/>
            <p:cNvSpPr>
              <a:spLocks noGrp="1"/>
            </p:cNvSpPr>
            <p:nvPr/>
          </p:nvSpPr>
          <p:spPr>
            <a:xfrm rot="6027962">
              <a:off x="521494" y="3097609"/>
              <a:ext cx="328612" cy="91281"/>
            </a:xfrm>
            <a:prstGeom prst="ellipse">
              <a:avLst/>
            </a:prstGeom>
            <a:gradFill>
              <a:gsLst>
                <a:gs pos="0">
                  <a:srgbClr val="C60067">
                    <a:alpha val="23657"/>
                  </a:srgbClr>
                </a:gs>
                <a:gs pos="14286">
                  <a:srgbClr val="C60067">
                    <a:alpha val="21972"/>
                  </a:srgbClr>
                </a:gs>
                <a:gs pos="28571">
                  <a:srgbClr val="C60067">
                    <a:alpha val="17522"/>
                  </a:srgbClr>
                </a:gs>
                <a:gs pos="42857">
                  <a:srgbClr val="C60067">
                    <a:alpha val="11870"/>
                  </a:srgbClr>
                </a:gs>
                <a:gs pos="57143">
                  <a:srgbClr val="C60067">
                    <a:alpha val="6762"/>
                  </a:srgbClr>
                </a:gs>
                <a:gs pos="71429">
                  <a:srgbClr val="C60067">
                    <a:alpha val="3224"/>
                  </a:srgbClr>
                </a:gs>
                <a:gs pos="85714">
                  <a:srgbClr val="C60067">
                    <a:alpha val="1288"/>
                  </a:srgbClr>
                </a:gs>
                <a:gs pos="100000">
                  <a:srgbClr val="C60067">
                    <a:alpha val="4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Splat 332"/>
            <p:cNvSpPr>
              <a:spLocks noGrp="1"/>
            </p:cNvSpPr>
            <p:nvPr/>
          </p:nvSpPr>
          <p:spPr>
            <a:xfrm rot="5400000">
              <a:off x="2950369" y="502444"/>
              <a:ext cx="328612" cy="328612"/>
            </a:xfrm>
            <a:prstGeom prst="ellipse">
              <a:avLst/>
            </a:prstGeom>
            <a:gradFill>
              <a:gsLst>
                <a:gs pos="0">
                  <a:srgbClr val="CD3B62">
                    <a:alpha val="32968"/>
                  </a:srgbClr>
                </a:gs>
                <a:gs pos="14286">
                  <a:srgbClr val="CD3B62">
                    <a:alpha val="30764"/>
                  </a:srgbClr>
                </a:gs>
                <a:gs pos="28571">
                  <a:srgbClr val="CD3B62">
                    <a:alpha val="24833"/>
                  </a:srgbClr>
                </a:gs>
                <a:gs pos="42857">
                  <a:srgbClr val="CD3B62">
                    <a:alpha val="17075"/>
                  </a:srgbClr>
                </a:gs>
                <a:gs pos="57143">
                  <a:srgbClr val="CD3B62">
                    <a:alpha val="9855"/>
                  </a:srgbClr>
                </a:gs>
                <a:gs pos="71429">
                  <a:srgbClr val="CD3B62">
                    <a:alpha val="4740"/>
                  </a:srgbClr>
                </a:gs>
                <a:gs pos="85714">
                  <a:srgbClr val="CD3B62">
                    <a:alpha val="1902"/>
                  </a:srgbClr>
                </a:gs>
                <a:gs pos="100000">
                  <a:srgbClr val="CD3B6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Splat 333"/>
            <p:cNvSpPr>
              <a:spLocks noGrp="1"/>
            </p:cNvSpPr>
            <p:nvPr/>
          </p:nvSpPr>
          <p:spPr>
            <a:xfrm rot="5616325">
              <a:off x="574069" y="2403675"/>
              <a:ext cx="328613" cy="91281"/>
            </a:xfrm>
            <a:prstGeom prst="ellipse">
              <a:avLst/>
            </a:prstGeom>
            <a:gradFill>
              <a:gsLst>
                <a:gs pos="0">
                  <a:srgbClr val="00006A">
                    <a:alpha val="32968"/>
                  </a:srgbClr>
                </a:gs>
                <a:gs pos="14286">
                  <a:srgbClr val="00006A">
                    <a:alpha val="30764"/>
                  </a:srgbClr>
                </a:gs>
                <a:gs pos="28571">
                  <a:srgbClr val="00006A">
                    <a:alpha val="24833"/>
                  </a:srgbClr>
                </a:gs>
                <a:gs pos="42857">
                  <a:srgbClr val="00006A">
                    <a:alpha val="17075"/>
                  </a:srgbClr>
                </a:gs>
                <a:gs pos="57143">
                  <a:srgbClr val="00006A">
                    <a:alpha val="9855"/>
                  </a:srgbClr>
                </a:gs>
                <a:gs pos="71429">
                  <a:srgbClr val="00006A">
                    <a:alpha val="4740"/>
                  </a:srgbClr>
                </a:gs>
                <a:gs pos="85714">
                  <a:srgbClr val="00006A">
                    <a:alpha val="1902"/>
                  </a:srgbClr>
                </a:gs>
                <a:gs pos="100000">
                  <a:srgbClr val="00006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Splat 334"/>
            <p:cNvSpPr>
              <a:spLocks noGrp="1"/>
            </p:cNvSpPr>
            <p:nvPr/>
          </p:nvSpPr>
          <p:spPr>
            <a:xfrm rot="6113883">
              <a:off x="3883819" y="706834"/>
              <a:ext cx="328612" cy="91281"/>
            </a:xfrm>
            <a:prstGeom prst="ellipse">
              <a:avLst/>
            </a:prstGeom>
            <a:gradFill>
              <a:gsLst>
                <a:gs pos="0">
                  <a:srgbClr val="CE2B5D">
                    <a:alpha val="32968"/>
                  </a:srgbClr>
                </a:gs>
                <a:gs pos="14286">
                  <a:srgbClr val="CE2B5D">
                    <a:alpha val="30764"/>
                  </a:srgbClr>
                </a:gs>
                <a:gs pos="28571">
                  <a:srgbClr val="CE2B5D">
                    <a:alpha val="24833"/>
                  </a:srgbClr>
                </a:gs>
                <a:gs pos="42857">
                  <a:srgbClr val="CE2B5D">
                    <a:alpha val="17075"/>
                  </a:srgbClr>
                </a:gs>
                <a:gs pos="57143">
                  <a:srgbClr val="CE2B5D">
                    <a:alpha val="9855"/>
                  </a:srgbClr>
                </a:gs>
                <a:gs pos="71429">
                  <a:srgbClr val="CE2B5D">
                    <a:alpha val="4740"/>
                  </a:srgbClr>
                </a:gs>
                <a:gs pos="85714">
                  <a:srgbClr val="CE2B5D">
                    <a:alpha val="1902"/>
                  </a:srgbClr>
                </a:gs>
                <a:gs pos="100000">
                  <a:srgbClr val="CE2B5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Splat 335"/>
            <p:cNvSpPr>
              <a:spLocks noGrp="1"/>
            </p:cNvSpPr>
            <p:nvPr/>
          </p:nvSpPr>
          <p:spPr>
            <a:xfrm rot="-9036554">
              <a:off x="1384194" y="277245"/>
              <a:ext cx="328612" cy="91281"/>
            </a:xfrm>
            <a:prstGeom prst="ellipse">
              <a:avLst/>
            </a:prstGeom>
            <a:gradFill>
              <a:gsLst>
                <a:gs pos="0">
                  <a:srgbClr val="D58284">
                    <a:alpha val="32968"/>
                  </a:srgbClr>
                </a:gs>
                <a:gs pos="14286">
                  <a:srgbClr val="D58284">
                    <a:alpha val="30764"/>
                  </a:srgbClr>
                </a:gs>
                <a:gs pos="28571">
                  <a:srgbClr val="D58284">
                    <a:alpha val="24833"/>
                  </a:srgbClr>
                </a:gs>
                <a:gs pos="42857">
                  <a:srgbClr val="D58284">
                    <a:alpha val="17075"/>
                  </a:srgbClr>
                </a:gs>
                <a:gs pos="57143">
                  <a:srgbClr val="D58284">
                    <a:alpha val="9855"/>
                  </a:srgbClr>
                </a:gs>
                <a:gs pos="71429">
                  <a:srgbClr val="D58284">
                    <a:alpha val="4740"/>
                  </a:srgbClr>
                </a:gs>
                <a:gs pos="85714">
                  <a:srgbClr val="D58284">
                    <a:alpha val="1902"/>
                  </a:srgbClr>
                </a:gs>
                <a:gs pos="100000">
                  <a:srgbClr val="D5828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Splat 336"/>
            <p:cNvSpPr>
              <a:spLocks noGrp="1"/>
            </p:cNvSpPr>
            <p:nvPr/>
          </p:nvSpPr>
          <p:spPr>
            <a:xfrm rot="4670771">
              <a:off x="1931194" y="-36116"/>
              <a:ext cx="328612" cy="91281"/>
            </a:xfrm>
            <a:prstGeom prst="ellipse">
              <a:avLst/>
            </a:prstGeom>
            <a:gradFill>
              <a:gsLst>
                <a:gs pos="0">
                  <a:srgbClr val="AA7500">
                    <a:alpha val="32968"/>
                  </a:srgbClr>
                </a:gs>
                <a:gs pos="14286">
                  <a:srgbClr val="AA7500">
                    <a:alpha val="30764"/>
                  </a:srgbClr>
                </a:gs>
                <a:gs pos="28571">
                  <a:srgbClr val="AA7500">
                    <a:alpha val="24833"/>
                  </a:srgbClr>
                </a:gs>
                <a:gs pos="42857">
                  <a:srgbClr val="AA7500">
                    <a:alpha val="17075"/>
                  </a:srgbClr>
                </a:gs>
                <a:gs pos="57143">
                  <a:srgbClr val="AA7500">
                    <a:alpha val="9855"/>
                  </a:srgbClr>
                </a:gs>
                <a:gs pos="71429">
                  <a:srgbClr val="AA7500">
                    <a:alpha val="4740"/>
                  </a:srgbClr>
                </a:gs>
                <a:gs pos="85714">
                  <a:srgbClr val="AA7500">
                    <a:alpha val="1902"/>
                  </a:srgbClr>
                </a:gs>
                <a:gs pos="100000">
                  <a:srgbClr val="AA7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Splat 337"/>
            <p:cNvSpPr>
              <a:spLocks noGrp="1"/>
            </p:cNvSpPr>
            <p:nvPr/>
          </p:nvSpPr>
          <p:spPr>
            <a:xfrm rot="5529838">
              <a:off x="607219" y="2259409"/>
              <a:ext cx="328612" cy="91281"/>
            </a:xfrm>
            <a:prstGeom prst="ellipse">
              <a:avLst/>
            </a:prstGeom>
            <a:gradFill>
              <a:gsLst>
                <a:gs pos="0">
                  <a:srgbClr val="000066">
                    <a:alpha val="32968"/>
                  </a:srgbClr>
                </a:gs>
                <a:gs pos="14286">
                  <a:srgbClr val="000066">
                    <a:alpha val="30764"/>
                  </a:srgbClr>
                </a:gs>
                <a:gs pos="28571">
                  <a:srgbClr val="000066">
                    <a:alpha val="24833"/>
                  </a:srgbClr>
                </a:gs>
                <a:gs pos="42857">
                  <a:srgbClr val="000066">
                    <a:alpha val="17075"/>
                  </a:srgbClr>
                </a:gs>
                <a:gs pos="57143">
                  <a:srgbClr val="000066">
                    <a:alpha val="9855"/>
                  </a:srgbClr>
                </a:gs>
                <a:gs pos="71429">
                  <a:srgbClr val="000066">
                    <a:alpha val="4740"/>
                  </a:srgbClr>
                </a:gs>
                <a:gs pos="85714">
                  <a:srgbClr val="000066">
                    <a:alpha val="1902"/>
                  </a:srgbClr>
                </a:gs>
                <a:gs pos="100000">
                  <a:srgbClr val="00006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Splat 338"/>
            <p:cNvSpPr>
              <a:spLocks noGrp="1"/>
            </p:cNvSpPr>
            <p:nvPr/>
          </p:nvSpPr>
          <p:spPr>
            <a:xfrm rot="5400000">
              <a:off x="4313588" y="3492416"/>
              <a:ext cx="328612" cy="328612"/>
            </a:xfrm>
            <a:prstGeom prst="ellipse">
              <a:avLst/>
            </a:prstGeom>
            <a:gradFill>
              <a:gsLst>
                <a:gs pos="0">
                  <a:srgbClr val="A88D91">
                    <a:alpha val="32968"/>
                  </a:srgbClr>
                </a:gs>
                <a:gs pos="14286">
                  <a:srgbClr val="A88D91">
                    <a:alpha val="30764"/>
                  </a:srgbClr>
                </a:gs>
                <a:gs pos="28571">
                  <a:srgbClr val="A88D91">
                    <a:alpha val="24833"/>
                  </a:srgbClr>
                </a:gs>
                <a:gs pos="42857">
                  <a:srgbClr val="A88D91">
                    <a:alpha val="17075"/>
                  </a:srgbClr>
                </a:gs>
                <a:gs pos="57143">
                  <a:srgbClr val="A88D91">
                    <a:alpha val="9855"/>
                  </a:srgbClr>
                </a:gs>
                <a:gs pos="71429">
                  <a:srgbClr val="A88D91">
                    <a:alpha val="4740"/>
                  </a:srgbClr>
                </a:gs>
                <a:gs pos="85714">
                  <a:srgbClr val="A88D91">
                    <a:alpha val="1902"/>
                  </a:srgbClr>
                </a:gs>
                <a:gs pos="100000">
                  <a:srgbClr val="A88D9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Splat 339"/>
            <p:cNvSpPr>
              <a:spLocks noGrp="1"/>
            </p:cNvSpPr>
            <p:nvPr/>
          </p:nvSpPr>
          <p:spPr>
            <a:xfrm rot="-10459218">
              <a:off x="4122118" y="3636587"/>
              <a:ext cx="328612" cy="91281"/>
            </a:xfrm>
            <a:prstGeom prst="ellipse">
              <a:avLst/>
            </a:prstGeom>
            <a:gradFill>
              <a:gsLst>
                <a:gs pos="0">
                  <a:srgbClr val="BA5900">
                    <a:alpha val="32968"/>
                  </a:srgbClr>
                </a:gs>
                <a:gs pos="14286">
                  <a:srgbClr val="BA5900">
                    <a:alpha val="30764"/>
                  </a:srgbClr>
                </a:gs>
                <a:gs pos="28571">
                  <a:srgbClr val="BA5900">
                    <a:alpha val="24833"/>
                  </a:srgbClr>
                </a:gs>
                <a:gs pos="42857">
                  <a:srgbClr val="BA5900">
                    <a:alpha val="17075"/>
                  </a:srgbClr>
                </a:gs>
                <a:gs pos="57143">
                  <a:srgbClr val="BA5900">
                    <a:alpha val="9855"/>
                  </a:srgbClr>
                </a:gs>
                <a:gs pos="71429">
                  <a:srgbClr val="BA5900">
                    <a:alpha val="4740"/>
                  </a:srgbClr>
                </a:gs>
                <a:gs pos="85714">
                  <a:srgbClr val="BA5900">
                    <a:alpha val="1902"/>
                  </a:srgbClr>
                </a:gs>
                <a:gs pos="100000">
                  <a:srgbClr val="BA5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Splat 340"/>
            <p:cNvSpPr>
              <a:spLocks noGrp="1"/>
            </p:cNvSpPr>
            <p:nvPr/>
          </p:nvSpPr>
          <p:spPr>
            <a:xfrm rot="9784766">
              <a:off x="4270055" y="1429274"/>
              <a:ext cx="328613" cy="91281"/>
            </a:xfrm>
            <a:prstGeom prst="ellipse">
              <a:avLst/>
            </a:prstGeom>
            <a:gradFill>
              <a:gsLst>
                <a:gs pos="0">
                  <a:srgbClr val="D9A6A9">
                    <a:alpha val="32968"/>
                  </a:srgbClr>
                </a:gs>
                <a:gs pos="14286">
                  <a:srgbClr val="D9A6A9">
                    <a:alpha val="30764"/>
                  </a:srgbClr>
                </a:gs>
                <a:gs pos="28571">
                  <a:srgbClr val="D9A6A9">
                    <a:alpha val="24833"/>
                  </a:srgbClr>
                </a:gs>
                <a:gs pos="42857">
                  <a:srgbClr val="D9A6A9">
                    <a:alpha val="17075"/>
                  </a:srgbClr>
                </a:gs>
                <a:gs pos="57143">
                  <a:srgbClr val="D9A6A9">
                    <a:alpha val="9855"/>
                  </a:srgbClr>
                </a:gs>
                <a:gs pos="71429">
                  <a:srgbClr val="D9A6A9">
                    <a:alpha val="4740"/>
                  </a:srgbClr>
                </a:gs>
                <a:gs pos="85714">
                  <a:srgbClr val="D9A6A9">
                    <a:alpha val="1902"/>
                  </a:srgbClr>
                </a:gs>
                <a:gs pos="100000">
                  <a:srgbClr val="D9A6A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Splat 341"/>
            <p:cNvSpPr>
              <a:spLocks noGrp="1"/>
            </p:cNvSpPr>
            <p:nvPr/>
          </p:nvSpPr>
          <p:spPr>
            <a:xfrm rot="-9078180">
              <a:off x="3732720" y="1931981"/>
              <a:ext cx="328612" cy="96860"/>
            </a:xfrm>
            <a:prstGeom prst="ellipse">
              <a:avLst/>
            </a:prstGeom>
            <a:gradFill>
              <a:gsLst>
                <a:gs pos="0">
                  <a:srgbClr val="EE5F57">
                    <a:alpha val="30490"/>
                  </a:srgbClr>
                </a:gs>
                <a:gs pos="14286">
                  <a:srgbClr val="EE5F57">
                    <a:alpha val="28415"/>
                  </a:srgbClr>
                </a:gs>
                <a:gs pos="28571">
                  <a:srgbClr val="EE5F57">
                    <a:alpha val="22860"/>
                  </a:srgbClr>
                </a:gs>
                <a:gs pos="42857">
                  <a:srgbClr val="EE5F57">
                    <a:alpha val="15654"/>
                  </a:srgbClr>
                </a:gs>
                <a:gs pos="57143">
                  <a:srgbClr val="EE5F57">
                    <a:alpha val="9002"/>
                  </a:srgbClr>
                </a:gs>
                <a:gs pos="71429">
                  <a:srgbClr val="EE5F57">
                    <a:alpha val="4320"/>
                  </a:srgbClr>
                </a:gs>
                <a:gs pos="85714">
                  <a:srgbClr val="EE5F57">
                    <a:alpha val="1731"/>
                  </a:srgbClr>
                </a:gs>
                <a:gs pos="100000">
                  <a:srgbClr val="EE5F57">
                    <a:alpha val="5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Splat 342"/>
            <p:cNvSpPr>
              <a:spLocks noGrp="1"/>
            </p:cNvSpPr>
            <p:nvPr/>
          </p:nvSpPr>
          <p:spPr>
            <a:xfrm rot="5238857">
              <a:off x="15056" y="2764165"/>
              <a:ext cx="328613" cy="91281"/>
            </a:xfrm>
            <a:prstGeom prst="ellipse">
              <a:avLst/>
            </a:prstGeom>
            <a:gradFill>
              <a:gsLst>
                <a:gs pos="0">
                  <a:srgbClr val="B5193F">
                    <a:alpha val="32968"/>
                  </a:srgbClr>
                </a:gs>
                <a:gs pos="14286">
                  <a:srgbClr val="B5193F">
                    <a:alpha val="30764"/>
                  </a:srgbClr>
                </a:gs>
                <a:gs pos="28571">
                  <a:srgbClr val="B5193F">
                    <a:alpha val="24833"/>
                  </a:srgbClr>
                </a:gs>
                <a:gs pos="42857">
                  <a:srgbClr val="B5193F">
                    <a:alpha val="17075"/>
                  </a:srgbClr>
                </a:gs>
                <a:gs pos="57143">
                  <a:srgbClr val="B5193F">
                    <a:alpha val="9855"/>
                  </a:srgbClr>
                </a:gs>
                <a:gs pos="71429">
                  <a:srgbClr val="B5193F">
                    <a:alpha val="4740"/>
                  </a:srgbClr>
                </a:gs>
                <a:gs pos="85714">
                  <a:srgbClr val="B5193F">
                    <a:alpha val="1902"/>
                  </a:srgbClr>
                </a:gs>
                <a:gs pos="100000">
                  <a:srgbClr val="B5193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Splat 343"/>
            <p:cNvSpPr>
              <a:spLocks noGrp="1"/>
            </p:cNvSpPr>
            <p:nvPr/>
          </p:nvSpPr>
          <p:spPr>
            <a:xfrm rot="-9628443">
              <a:off x="4336986" y="3855632"/>
              <a:ext cx="328612" cy="91281"/>
            </a:xfrm>
            <a:prstGeom prst="ellipse">
              <a:avLst/>
            </a:prstGeom>
            <a:gradFill>
              <a:gsLst>
                <a:gs pos="0">
                  <a:srgbClr val="A67A6F">
                    <a:alpha val="32968"/>
                  </a:srgbClr>
                </a:gs>
                <a:gs pos="14286">
                  <a:srgbClr val="A67A6F">
                    <a:alpha val="30764"/>
                  </a:srgbClr>
                </a:gs>
                <a:gs pos="28571">
                  <a:srgbClr val="A67A6F">
                    <a:alpha val="24833"/>
                  </a:srgbClr>
                </a:gs>
                <a:gs pos="42857">
                  <a:srgbClr val="A67A6F">
                    <a:alpha val="17075"/>
                  </a:srgbClr>
                </a:gs>
                <a:gs pos="57143">
                  <a:srgbClr val="A67A6F">
                    <a:alpha val="9855"/>
                  </a:srgbClr>
                </a:gs>
                <a:gs pos="71429">
                  <a:srgbClr val="A67A6F">
                    <a:alpha val="4740"/>
                  </a:srgbClr>
                </a:gs>
                <a:gs pos="85714">
                  <a:srgbClr val="A67A6F">
                    <a:alpha val="1902"/>
                  </a:srgbClr>
                </a:gs>
                <a:gs pos="100000">
                  <a:srgbClr val="A67A6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Splat 344"/>
            <p:cNvSpPr>
              <a:spLocks noGrp="1"/>
            </p:cNvSpPr>
            <p:nvPr/>
          </p:nvSpPr>
          <p:spPr>
            <a:xfrm rot="4826478">
              <a:off x="-90719" y="3991290"/>
              <a:ext cx="328612" cy="91281"/>
            </a:xfrm>
            <a:prstGeom prst="ellipse">
              <a:avLst/>
            </a:prstGeom>
            <a:gradFill>
              <a:gsLst>
                <a:gs pos="0">
                  <a:srgbClr val="F7AE3C">
                    <a:alpha val="32968"/>
                  </a:srgbClr>
                </a:gs>
                <a:gs pos="14286">
                  <a:srgbClr val="F7AE3C">
                    <a:alpha val="30764"/>
                  </a:srgbClr>
                </a:gs>
                <a:gs pos="28571">
                  <a:srgbClr val="F7AE3C">
                    <a:alpha val="24833"/>
                  </a:srgbClr>
                </a:gs>
                <a:gs pos="42857">
                  <a:srgbClr val="F7AE3C">
                    <a:alpha val="17075"/>
                  </a:srgbClr>
                </a:gs>
                <a:gs pos="57143">
                  <a:srgbClr val="F7AE3C">
                    <a:alpha val="9855"/>
                  </a:srgbClr>
                </a:gs>
                <a:gs pos="71429">
                  <a:srgbClr val="F7AE3C">
                    <a:alpha val="4740"/>
                  </a:srgbClr>
                </a:gs>
                <a:gs pos="85714">
                  <a:srgbClr val="F7AE3C">
                    <a:alpha val="1902"/>
                  </a:srgbClr>
                </a:gs>
                <a:gs pos="100000">
                  <a:srgbClr val="F7AE3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Splat 345"/>
            <p:cNvSpPr>
              <a:spLocks noGrp="1"/>
            </p:cNvSpPr>
            <p:nvPr/>
          </p:nvSpPr>
          <p:spPr>
            <a:xfrm rot="-9920945">
              <a:off x="1077557" y="671924"/>
              <a:ext cx="328612" cy="150782"/>
            </a:xfrm>
            <a:prstGeom prst="ellipse">
              <a:avLst/>
            </a:prstGeom>
            <a:gradFill>
              <a:gsLst>
                <a:gs pos="0">
                  <a:srgbClr val="FF244C">
                    <a:alpha val="15789"/>
                  </a:srgbClr>
                </a:gs>
                <a:gs pos="14286">
                  <a:srgbClr val="FF244C">
                    <a:alpha val="14610"/>
                  </a:srgbClr>
                </a:gs>
                <a:gs pos="28571">
                  <a:srgbClr val="FF244C">
                    <a:alpha val="11541"/>
                  </a:srgbClr>
                </a:gs>
                <a:gs pos="42857">
                  <a:srgbClr val="FF244C">
                    <a:alpha val="7729"/>
                  </a:srgbClr>
                </a:gs>
                <a:gs pos="57143">
                  <a:srgbClr val="FF244C">
                    <a:alpha val="4359"/>
                  </a:srgbClr>
                </a:gs>
                <a:gs pos="71429">
                  <a:srgbClr val="FF244C">
                    <a:alpha val="2065"/>
                  </a:srgbClr>
                </a:gs>
                <a:gs pos="85714">
                  <a:srgbClr val="FF244C">
                    <a:alpha val="822"/>
                  </a:srgbClr>
                </a:gs>
                <a:gs pos="100000">
                  <a:srgbClr val="FF244C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Splat 346"/>
            <p:cNvSpPr>
              <a:spLocks noGrp="1"/>
            </p:cNvSpPr>
            <p:nvPr/>
          </p:nvSpPr>
          <p:spPr>
            <a:xfrm rot="5400000">
              <a:off x="1416844" y="445294"/>
              <a:ext cx="328612" cy="328612"/>
            </a:xfrm>
            <a:prstGeom prst="ellipse">
              <a:avLst/>
            </a:prstGeom>
            <a:gradFill>
              <a:gsLst>
                <a:gs pos="0">
                  <a:srgbClr val="D60092">
                    <a:alpha val="9036"/>
                  </a:srgbClr>
                </a:gs>
                <a:gs pos="14286">
                  <a:srgbClr val="D60092">
                    <a:alpha val="8337"/>
                  </a:srgbClr>
                </a:gs>
                <a:gs pos="28571">
                  <a:srgbClr val="D60092">
                    <a:alpha val="6535"/>
                  </a:srgbClr>
                </a:gs>
                <a:gs pos="42857">
                  <a:srgbClr val="D60092">
                    <a:alpha val="4336"/>
                  </a:srgbClr>
                </a:gs>
                <a:gs pos="57143">
                  <a:srgbClr val="D60092">
                    <a:alpha val="2427"/>
                  </a:srgbClr>
                </a:gs>
                <a:gs pos="71429">
                  <a:srgbClr val="D60092">
                    <a:alpha val="1143"/>
                  </a:srgbClr>
                </a:gs>
                <a:gs pos="85714">
                  <a:srgbClr val="D60092">
                    <a:alpha val="454"/>
                  </a:srgbClr>
                </a:gs>
                <a:gs pos="100000">
                  <a:srgbClr val="D60092">
                    <a:alpha val="1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Splat 347"/>
            <p:cNvSpPr>
              <a:spLocks noGrp="1"/>
            </p:cNvSpPr>
            <p:nvPr/>
          </p:nvSpPr>
          <p:spPr>
            <a:xfrm rot="6053918">
              <a:off x="-3917" y="2707490"/>
              <a:ext cx="328613" cy="91281"/>
            </a:xfrm>
            <a:prstGeom prst="ellipse">
              <a:avLst/>
            </a:prstGeom>
            <a:gradFill>
              <a:gsLst>
                <a:gs pos="0">
                  <a:srgbClr val="CD7E5D">
                    <a:alpha val="32968"/>
                  </a:srgbClr>
                </a:gs>
                <a:gs pos="14286">
                  <a:srgbClr val="CD7E5D">
                    <a:alpha val="30764"/>
                  </a:srgbClr>
                </a:gs>
                <a:gs pos="28571">
                  <a:srgbClr val="CD7E5D">
                    <a:alpha val="24833"/>
                  </a:srgbClr>
                </a:gs>
                <a:gs pos="42857">
                  <a:srgbClr val="CD7E5D">
                    <a:alpha val="17075"/>
                  </a:srgbClr>
                </a:gs>
                <a:gs pos="57143">
                  <a:srgbClr val="CD7E5D">
                    <a:alpha val="9855"/>
                  </a:srgbClr>
                </a:gs>
                <a:gs pos="71429">
                  <a:srgbClr val="CD7E5D">
                    <a:alpha val="4740"/>
                  </a:srgbClr>
                </a:gs>
                <a:gs pos="85714">
                  <a:srgbClr val="CD7E5D">
                    <a:alpha val="1902"/>
                  </a:srgbClr>
                </a:gs>
                <a:gs pos="100000">
                  <a:srgbClr val="CD7E5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Splat 348"/>
            <p:cNvSpPr>
              <a:spLocks noGrp="1"/>
            </p:cNvSpPr>
            <p:nvPr/>
          </p:nvSpPr>
          <p:spPr>
            <a:xfrm rot="8528162">
              <a:off x="428509" y="4399283"/>
              <a:ext cx="328612" cy="91281"/>
            </a:xfrm>
            <a:prstGeom prst="ellipse">
              <a:avLst/>
            </a:prstGeom>
            <a:gradFill>
              <a:gsLst>
                <a:gs pos="0">
                  <a:srgbClr val="D67381">
                    <a:alpha val="32968"/>
                  </a:srgbClr>
                </a:gs>
                <a:gs pos="14286">
                  <a:srgbClr val="D67381">
                    <a:alpha val="30764"/>
                  </a:srgbClr>
                </a:gs>
                <a:gs pos="28571">
                  <a:srgbClr val="D67381">
                    <a:alpha val="24833"/>
                  </a:srgbClr>
                </a:gs>
                <a:gs pos="42857">
                  <a:srgbClr val="D67381">
                    <a:alpha val="17075"/>
                  </a:srgbClr>
                </a:gs>
                <a:gs pos="57143">
                  <a:srgbClr val="D67381">
                    <a:alpha val="9855"/>
                  </a:srgbClr>
                </a:gs>
                <a:gs pos="71429">
                  <a:srgbClr val="D67381">
                    <a:alpha val="4740"/>
                  </a:srgbClr>
                </a:gs>
                <a:gs pos="85714">
                  <a:srgbClr val="D67381">
                    <a:alpha val="1902"/>
                  </a:srgbClr>
                </a:gs>
                <a:gs pos="100000">
                  <a:srgbClr val="D6738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Splat 349"/>
            <p:cNvSpPr>
              <a:spLocks noGrp="1"/>
            </p:cNvSpPr>
            <p:nvPr/>
          </p:nvSpPr>
          <p:spPr>
            <a:xfrm rot="-9290218">
              <a:off x="4048424" y="3572316"/>
              <a:ext cx="328612" cy="91281"/>
            </a:xfrm>
            <a:prstGeom prst="ellipse">
              <a:avLst/>
            </a:prstGeom>
            <a:gradFill>
              <a:gsLst>
                <a:gs pos="0">
                  <a:srgbClr val="BA4D7C">
                    <a:alpha val="16536"/>
                  </a:srgbClr>
                </a:gs>
                <a:gs pos="14286">
                  <a:srgbClr val="BA4D7C">
                    <a:alpha val="15307"/>
                  </a:srgbClr>
                </a:gs>
                <a:gs pos="28571">
                  <a:srgbClr val="BA4D7C">
                    <a:alpha val="12102"/>
                  </a:srgbClr>
                </a:gs>
                <a:gs pos="42857">
                  <a:srgbClr val="BA4D7C">
                    <a:alpha val="8113"/>
                  </a:srgbClr>
                </a:gs>
                <a:gs pos="57143">
                  <a:srgbClr val="BA4D7C">
                    <a:alpha val="4580"/>
                  </a:srgbClr>
                </a:gs>
                <a:gs pos="71429">
                  <a:srgbClr val="BA4D7C">
                    <a:alpha val="2171"/>
                  </a:srgbClr>
                </a:gs>
                <a:gs pos="85714">
                  <a:srgbClr val="BA4D7C">
                    <a:alpha val="864"/>
                  </a:srgbClr>
                </a:gs>
                <a:gs pos="100000">
                  <a:srgbClr val="BA4D7C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Splat 350"/>
            <p:cNvSpPr>
              <a:spLocks noGrp="1"/>
            </p:cNvSpPr>
            <p:nvPr/>
          </p:nvSpPr>
          <p:spPr>
            <a:xfrm rot="-9230783">
              <a:off x="4238724" y="4051480"/>
              <a:ext cx="328612" cy="91281"/>
            </a:xfrm>
            <a:prstGeom prst="ellipse">
              <a:avLst/>
            </a:prstGeom>
            <a:gradFill>
              <a:gsLst>
                <a:gs pos="0">
                  <a:srgbClr val="D06761">
                    <a:alpha val="32968"/>
                  </a:srgbClr>
                </a:gs>
                <a:gs pos="14286">
                  <a:srgbClr val="D06761">
                    <a:alpha val="30764"/>
                  </a:srgbClr>
                </a:gs>
                <a:gs pos="28571">
                  <a:srgbClr val="D06761">
                    <a:alpha val="24833"/>
                  </a:srgbClr>
                </a:gs>
                <a:gs pos="42857">
                  <a:srgbClr val="D06761">
                    <a:alpha val="17075"/>
                  </a:srgbClr>
                </a:gs>
                <a:gs pos="57143">
                  <a:srgbClr val="D06761">
                    <a:alpha val="9855"/>
                  </a:srgbClr>
                </a:gs>
                <a:gs pos="71429">
                  <a:srgbClr val="D06761">
                    <a:alpha val="4740"/>
                  </a:srgbClr>
                </a:gs>
                <a:gs pos="85714">
                  <a:srgbClr val="D06761">
                    <a:alpha val="1902"/>
                  </a:srgbClr>
                </a:gs>
                <a:gs pos="100000">
                  <a:srgbClr val="D0676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Splat 351"/>
            <p:cNvSpPr>
              <a:spLocks noGrp="1"/>
            </p:cNvSpPr>
            <p:nvPr/>
          </p:nvSpPr>
          <p:spPr>
            <a:xfrm rot="9982673">
              <a:off x="4052699" y="3775884"/>
              <a:ext cx="328612" cy="91281"/>
            </a:xfrm>
            <a:prstGeom prst="ellipse">
              <a:avLst/>
            </a:prstGeom>
            <a:gradFill>
              <a:gsLst>
                <a:gs pos="0">
                  <a:srgbClr val="FD6900">
                    <a:alpha val="32968"/>
                  </a:srgbClr>
                </a:gs>
                <a:gs pos="14286">
                  <a:srgbClr val="FD6900">
                    <a:alpha val="30764"/>
                  </a:srgbClr>
                </a:gs>
                <a:gs pos="28571">
                  <a:srgbClr val="FD6900">
                    <a:alpha val="24833"/>
                  </a:srgbClr>
                </a:gs>
                <a:gs pos="42857">
                  <a:srgbClr val="FD6900">
                    <a:alpha val="17075"/>
                  </a:srgbClr>
                </a:gs>
                <a:gs pos="57143">
                  <a:srgbClr val="FD6900">
                    <a:alpha val="9855"/>
                  </a:srgbClr>
                </a:gs>
                <a:gs pos="71429">
                  <a:srgbClr val="FD6900">
                    <a:alpha val="4740"/>
                  </a:srgbClr>
                </a:gs>
                <a:gs pos="85714">
                  <a:srgbClr val="FD6900">
                    <a:alpha val="1902"/>
                  </a:srgbClr>
                </a:gs>
                <a:gs pos="100000">
                  <a:srgbClr val="FD6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Splat 352"/>
            <p:cNvSpPr>
              <a:spLocks noGrp="1"/>
            </p:cNvSpPr>
            <p:nvPr/>
          </p:nvSpPr>
          <p:spPr>
            <a:xfrm rot="10115319">
              <a:off x="4045744" y="3707209"/>
              <a:ext cx="328613" cy="91281"/>
            </a:xfrm>
            <a:prstGeom prst="ellipse">
              <a:avLst/>
            </a:prstGeom>
            <a:gradFill>
              <a:gsLst>
                <a:gs pos="0">
                  <a:srgbClr val="EF2C00">
                    <a:alpha val="32968"/>
                  </a:srgbClr>
                </a:gs>
                <a:gs pos="14286">
                  <a:srgbClr val="EF2C00">
                    <a:alpha val="30764"/>
                  </a:srgbClr>
                </a:gs>
                <a:gs pos="28571">
                  <a:srgbClr val="EF2C00">
                    <a:alpha val="24833"/>
                  </a:srgbClr>
                </a:gs>
                <a:gs pos="42857">
                  <a:srgbClr val="EF2C00">
                    <a:alpha val="17075"/>
                  </a:srgbClr>
                </a:gs>
                <a:gs pos="57143">
                  <a:srgbClr val="EF2C00">
                    <a:alpha val="9855"/>
                  </a:srgbClr>
                </a:gs>
                <a:gs pos="71429">
                  <a:srgbClr val="EF2C00">
                    <a:alpha val="4740"/>
                  </a:srgbClr>
                </a:gs>
                <a:gs pos="85714">
                  <a:srgbClr val="EF2C00">
                    <a:alpha val="1902"/>
                  </a:srgbClr>
                </a:gs>
                <a:gs pos="100000">
                  <a:srgbClr val="EF2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Splat 353"/>
            <p:cNvSpPr>
              <a:spLocks noGrp="1"/>
            </p:cNvSpPr>
            <p:nvPr/>
          </p:nvSpPr>
          <p:spPr>
            <a:xfrm rot="3173380">
              <a:off x="4226719" y="3440509"/>
              <a:ext cx="328612" cy="91281"/>
            </a:xfrm>
            <a:prstGeom prst="ellipse">
              <a:avLst/>
            </a:prstGeom>
            <a:gradFill>
              <a:gsLst>
                <a:gs pos="0">
                  <a:srgbClr val="B50000">
                    <a:alpha val="32968"/>
                  </a:srgbClr>
                </a:gs>
                <a:gs pos="14286">
                  <a:srgbClr val="B50000">
                    <a:alpha val="30764"/>
                  </a:srgbClr>
                </a:gs>
                <a:gs pos="28571">
                  <a:srgbClr val="B50000">
                    <a:alpha val="24833"/>
                  </a:srgbClr>
                </a:gs>
                <a:gs pos="42857">
                  <a:srgbClr val="B50000">
                    <a:alpha val="17075"/>
                  </a:srgbClr>
                </a:gs>
                <a:gs pos="57143">
                  <a:srgbClr val="B50000">
                    <a:alpha val="9855"/>
                  </a:srgbClr>
                </a:gs>
                <a:gs pos="71429">
                  <a:srgbClr val="B50000">
                    <a:alpha val="4740"/>
                  </a:srgbClr>
                </a:gs>
                <a:gs pos="85714">
                  <a:srgbClr val="B50000">
                    <a:alpha val="1902"/>
                  </a:srgbClr>
                </a:gs>
                <a:gs pos="100000">
                  <a:srgbClr val="B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Splat 354"/>
            <p:cNvSpPr>
              <a:spLocks noGrp="1"/>
            </p:cNvSpPr>
            <p:nvPr/>
          </p:nvSpPr>
          <p:spPr>
            <a:xfrm rot="6161803">
              <a:off x="359569" y="4059634"/>
              <a:ext cx="328613" cy="91281"/>
            </a:xfrm>
            <a:prstGeom prst="ellipse">
              <a:avLst/>
            </a:prstGeom>
            <a:gradFill>
              <a:gsLst>
                <a:gs pos="0">
                  <a:srgbClr val="CB6700">
                    <a:alpha val="32968"/>
                  </a:srgbClr>
                </a:gs>
                <a:gs pos="14286">
                  <a:srgbClr val="CB6700">
                    <a:alpha val="30764"/>
                  </a:srgbClr>
                </a:gs>
                <a:gs pos="28571">
                  <a:srgbClr val="CB6700">
                    <a:alpha val="24833"/>
                  </a:srgbClr>
                </a:gs>
                <a:gs pos="42857">
                  <a:srgbClr val="CB6700">
                    <a:alpha val="17075"/>
                  </a:srgbClr>
                </a:gs>
                <a:gs pos="57143">
                  <a:srgbClr val="CB6700">
                    <a:alpha val="9855"/>
                  </a:srgbClr>
                </a:gs>
                <a:gs pos="71429">
                  <a:srgbClr val="CB6700">
                    <a:alpha val="4740"/>
                  </a:srgbClr>
                </a:gs>
                <a:gs pos="85714">
                  <a:srgbClr val="CB6700">
                    <a:alpha val="1902"/>
                  </a:srgbClr>
                </a:gs>
                <a:gs pos="100000">
                  <a:srgbClr val="CB6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Splat 355"/>
            <p:cNvSpPr>
              <a:spLocks noGrp="1"/>
            </p:cNvSpPr>
            <p:nvPr/>
          </p:nvSpPr>
          <p:spPr>
            <a:xfrm rot="8239992">
              <a:off x="2674144" y="525859"/>
              <a:ext cx="328612" cy="91281"/>
            </a:xfrm>
            <a:prstGeom prst="ellipse">
              <a:avLst/>
            </a:prstGeom>
            <a:gradFill>
              <a:gsLst>
                <a:gs pos="0">
                  <a:srgbClr val="E35186">
                    <a:alpha val="32968"/>
                  </a:srgbClr>
                </a:gs>
                <a:gs pos="14286">
                  <a:srgbClr val="E35186">
                    <a:alpha val="30764"/>
                  </a:srgbClr>
                </a:gs>
                <a:gs pos="28571">
                  <a:srgbClr val="E35186">
                    <a:alpha val="24833"/>
                  </a:srgbClr>
                </a:gs>
                <a:gs pos="42857">
                  <a:srgbClr val="E35186">
                    <a:alpha val="17075"/>
                  </a:srgbClr>
                </a:gs>
                <a:gs pos="57143">
                  <a:srgbClr val="E35186">
                    <a:alpha val="9855"/>
                  </a:srgbClr>
                </a:gs>
                <a:gs pos="71429">
                  <a:srgbClr val="E35186">
                    <a:alpha val="4740"/>
                  </a:srgbClr>
                </a:gs>
                <a:gs pos="85714">
                  <a:srgbClr val="E35186">
                    <a:alpha val="1902"/>
                  </a:srgbClr>
                </a:gs>
                <a:gs pos="100000">
                  <a:srgbClr val="E3518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Splat 356"/>
            <p:cNvSpPr>
              <a:spLocks noGrp="1"/>
            </p:cNvSpPr>
            <p:nvPr/>
          </p:nvSpPr>
          <p:spPr>
            <a:xfrm rot="7408318">
              <a:off x="83344" y="2573734"/>
              <a:ext cx="328612" cy="91281"/>
            </a:xfrm>
            <a:prstGeom prst="ellipse">
              <a:avLst/>
            </a:prstGeom>
            <a:gradFill>
              <a:gsLst>
                <a:gs pos="0">
                  <a:srgbClr val="C51347">
                    <a:alpha val="32968"/>
                  </a:srgbClr>
                </a:gs>
                <a:gs pos="14286">
                  <a:srgbClr val="C51347">
                    <a:alpha val="30764"/>
                  </a:srgbClr>
                </a:gs>
                <a:gs pos="28571">
                  <a:srgbClr val="C51347">
                    <a:alpha val="24833"/>
                  </a:srgbClr>
                </a:gs>
                <a:gs pos="42857">
                  <a:srgbClr val="C51347">
                    <a:alpha val="17075"/>
                  </a:srgbClr>
                </a:gs>
                <a:gs pos="57143">
                  <a:srgbClr val="C51347">
                    <a:alpha val="9855"/>
                  </a:srgbClr>
                </a:gs>
                <a:gs pos="71429">
                  <a:srgbClr val="C51347">
                    <a:alpha val="4740"/>
                  </a:srgbClr>
                </a:gs>
                <a:gs pos="85714">
                  <a:srgbClr val="C51347">
                    <a:alpha val="1902"/>
                  </a:srgbClr>
                </a:gs>
                <a:gs pos="100000">
                  <a:srgbClr val="C5134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Splat 357"/>
            <p:cNvSpPr>
              <a:spLocks noGrp="1"/>
            </p:cNvSpPr>
            <p:nvPr/>
          </p:nvSpPr>
          <p:spPr>
            <a:xfrm rot="-10440560">
              <a:off x="3969544" y="4078684"/>
              <a:ext cx="328613" cy="91281"/>
            </a:xfrm>
            <a:prstGeom prst="ellipse">
              <a:avLst/>
            </a:prstGeom>
            <a:gradFill>
              <a:gsLst>
                <a:gs pos="0">
                  <a:srgbClr val="B48275">
                    <a:alpha val="14320"/>
                  </a:srgbClr>
                </a:gs>
                <a:gs pos="14286">
                  <a:srgbClr val="B48275">
                    <a:alpha val="13242"/>
                  </a:srgbClr>
                </a:gs>
                <a:gs pos="28571">
                  <a:srgbClr val="B48275">
                    <a:alpha val="10443"/>
                  </a:srgbClr>
                </a:gs>
                <a:gs pos="42857">
                  <a:srgbClr val="B48275">
                    <a:alpha val="6979"/>
                  </a:srgbClr>
                </a:gs>
                <a:gs pos="57143">
                  <a:srgbClr val="B48275">
                    <a:alpha val="3929"/>
                  </a:srgbClr>
                </a:gs>
                <a:gs pos="71429">
                  <a:srgbClr val="B48275">
                    <a:alpha val="1859"/>
                  </a:srgbClr>
                </a:gs>
                <a:gs pos="85714">
                  <a:srgbClr val="B48275">
                    <a:alpha val="739"/>
                  </a:srgbClr>
                </a:gs>
                <a:gs pos="100000">
                  <a:srgbClr val="B48275">
                    <a:alpha val="2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Splat 358"/>
            <p:cNvSpPr>
              <a:spLocks noGrp="1"/>
            </p:cNvSpPr>
            <p:nvPr/>
          </p:nvSpPr>
          <p:spPr>
            <a:xfrm rot="7055253">
              <a:off x="3916618" y="3961951"/>
              <a:ext cx="328612" cy="91281"/>
            </a:xfrm>
            <a:prstGeom prst="ellipse">
              <a:avLst/>
            </a:prstGeom>
            <a:gradFill>
              <a:gsLst>
                <a:gs pos="0">
                  <a:srgbClr val="8D7064">
                    <a:alpha val="32968"/>
                  </a:srgbClr>
                </a:gs>
                <a:gs pos="14286">
                  <a:srgbClr val="8D7064">
                    <a:alpha val="30764"/>
                  </a:srgbClr>
                </a:gs>
                <a:gs pos="28571">
                  <a:srgbClr val="8D7064">
                    <a:alpha val="24833"/>
                  </a:srgbClr>
                </a:gs>
                <a:gs pos="42857">
                  <a:srgbClr val="8D7064">
                    <a:alpha val="17075"/>
                  </a:srgbClr>
                </a:gs>
                <a:gs pos="57143">
                  <a:srgbClr val="8D7064">
                    <a:alpha val="9855"/>
                  </a:srgbClr>
                </a:gs>
                <a:gs pos="71429">
                  <a:srgbClr val="8D7064">
                    <a:alpha val="4740"/>
                  </a:srgbClr>
                </a:gs>
                <a:gs pos="85714">
                  <a:srgbClr val="8D7064">
                    <a:alpha val="1902"/>
                  </a:srgbClr>
                </a:gs>
                <a:gs pos="100000">
                  <a:srgbClr val="8D706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Splat 359"/>
            <p:cNvSpPr>
              <a:spLocks noGrp="1"/>
            </p:cNvSpPr>
            <p:nvPr/>
          </p:nvSpPr>
          <p:spPr>
            <a:xfrm rot="5090743">
              <a:off x="657787" y="1184998"/>
              <a:ext cx="328612" cy="91281"/>
            </a:xfrm>
            <a:prstGeom prst="ellipse">
              <a:avLst/>
            </a:prstGeom>
            <a:gradFill>
              <a:gsLst>
                <a:gs pos="0">
                  <a:srgbClr val="EF5D4D">
                    <a:alpha val="32968"/>
                  </a:srgbClr>
                </a:gs>
                <a:gs pos="14286">
                  <a:srgbClr val="EF5D4D">
                    <a:alpha val="30764"/>
                  </a:srgbClr>
                </a:gs>
                <a:gs pos="28571">
                  <a:srgbClr val="EF5D4D">
                    <a:alpha val="24833"/>
                  </a:srgbClr>
                </a:gs>
                <a:gs pos="42857">
                  <a:srgbClr val="EF5D4D">
                    <a:alpha val="17075"/>
                  </a:srgbClr>
                </a:gs>
                <a:gs pos="57143">
                  <a:srgbClr val="EF5D4D">
                    <a:alpha val="9855"/>
                  </a:srgbClr>
                </a:gs>
                <a:gs pos="71429">
                  <a:srgbClr val="EF5D4D">
                    <a:alpha val="4740"/>
                  </a:srgbClr>
                </a:gs>
                <a:gs pos="85714">
                  <a:srgbClr val="EF5D4D">
                    <a:alpha val="1902"/>
                  </a:srgbClr>
                </a:gs>
                <a:gs pos="100000">
                  <a:srgbClr val="EF5D4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Splat 360"/>
            <p:cNvSpPr>
              <a:spLocks noGrp="1"/>
            </p:cNvSpPr>
            <p:nvPr/>
          </p:nvSpPr>
          <p:spPr>
            <a:xfrm rot="5920893">
              <a:off x="1360380" y="3654990"/>
              <a:ext cx="328613" cy="91281"/>
            </a:xfrm>
            <a:prstGeom prst="ellipse">
              <a:avLst/>
            </a:prstGeom>
            <a:gradFill>
              <a:gsLst>
                <a:gs pos="0">
                  <a:srgbClr val="A99200">
                    <a:alpha val="32968"/>
                  </a:srgbClr>
                </a:gs>
                <a:gs pos="14286">
                  <a:srgbClr val="A99200">
                    <a:alpha val="30764"/>
                  </a:srgbClr>
                </a:gs>
                <a:gs pos="28571">
                  <a:srgbClr val="A99200">
                    <a:alpha val="24833"/>
                  </a:srgbClr>
                </a:gs>
                <a:gs pos="42857">
                  <a:srgbClr val="A99200">
                    <a:alpha val="17075"/>
                  </a:srgbClr>
                </a:gs>
                <a:gs pos="57143">
                  <a:srgbClr val="A99200">
                    <a:alpha val="9855"/>
                  </a:srgbClr>
                </a:gs>
                <a:gs pos="71429">
                  <a:srgbClr val="A99200">
                    <a:alpha val="4740"/>
                  </a:srgbClr>
                </a:gs>
                <a:gs pos="85714">
                  <a:srgbClr val="A99200">
                    <a:alpha val="1902"/>
                  </a:srgbClr>
                </a:gs>
                <a:gs pos="100000">
                  <a:srgbClr val="A99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Splat 361"/>
            <p:cNvSpPr>
              <a:spLocks noGrp="1"/>
            </p:cNvSpPr>
            <p:nvPr/>
          </p:nvSpPr>
          <p:spPr>
            <a:xfrm rot="4556291">
              <a:off x="-40481" y="2926159"/>
              <a:ext cx="328612" cy="91281"/>
            </a:xfrm>
            <a:prstGeom prst="ellipse">
              <a:avLst/>
            </a:prstGeom>
            <a:gradFill>
              <a:gsLst>
                <a:gs pos="0">
                  <a:srgbClr val="B1DA31">
                    <a:alpha val="32968"/>
                  </a:srgbClr>
                </a:gs>
                <a:gs pos="14286">
                  <a:srgbClr val="B1DA31">
                    <a:alpha val="30764"/>
                  </a:srgbClr>
                </a:gs>
                <a:gs pos="28571">
                  <a:srgbClr val="B1DA31">
                    <a:alpha val="24833"/>
                  </a:srgbClr>
                </a:gs>
                <a:gs pos="42857">
                  <a:srgbClr val="B1DA31">
                    <a:alpha val="17075"/>
                  </a:srgbClr>
                </a:gs>
                <a:gs pos="57143">
                  <a:srgbClr val="B1DA31">
                    <a:alpha val="9855"/>
                  </a:srgbClr>
                </a:gs>
                <a:gs pos="71429">
                  <a:srgbClr val="B1DA31">
                    <a:alpha val="4740"/>
                  </a:srgbClr>
                </a:gs>
                <a:gs pos="85714">
                  <a:srgbClr val="B1DA31">
                    <a:alpha val="1902"/>
                  </a:srgbClr>
                </a:gs>
                <a:gs pos="100000">
                  <a:srgbClr val="B1DA3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Splat 362"/>
            <p:cNvSpPr>
              <a:spLocks noGrp="1"/>
            </p:cNvSpPr>
            <p:nvPr/>
          </p:nvSpPr>
          <p:spPr>
            <a:xfrm rot="-9072610">
              <a:off x="2388394" y="363934"/>
              <a:ext cx="328612" cy="91281"/>
            </a:xfrm>
            <a:prstGeom prst="ellipse">
              <a:avLst/>
            </a:prstGeom>
            <a:gradFill>
              <a:gsLst>
                <a:gs pos="0">
                  <a:srgbClr val="C3277A">
                    <a:alpha val="32968"/>
                  </a:srgbClr>
                </a:gs>
                <a:gs pos="14286">
                  <a:srgbClr val="C3277A">
                    <a:alpha val="30764"/>
                  </a:srgbClr>
                </a:gs>
                <a:gs pos="28571">
                  <a:srgbClr val="C3277A">
                    <a:alpha val="24833"/>
                  </a:srgbClr>
                </a:gs>
                <a:gs pos="42857">
                  <a:srgbClr val="C3277A">
                    <a:alpha val="17075"/>
                  </a:srgbClr>
                </a:gs>
                <a:gs pos="57143">
                  <a:srgbClr val="C3277A">
                    <a:alpha val="9855"/>
                  </a:srgbClr>
                </a:gs>
                <a:gs pos="71429">
                  <a:srgbClr val="C3277A">
                    <a:alpha val="4740"/>
                  </a:srgbClr>
                </a:gs>
                <a:gs pos="85714">
                  <a:srgbClr val="C3277A">
                    <a:alpha val="1902"/>
                  </a:srgbClr>
                </a:gs>
                <a:gs pos="100000">
                  <a:srgbClr val="C3277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Splat 363"/>
            <p:cNvSpPr>
              <a:spLocks noGrp="1"/>
            </p:cNvSpPr>
            <p:nvPr/>
          </p:nvSpPr>
          <p:spPr>
            <a:xfrm rot="5400000">
              <a:off x="4283471" y="4573300"/>
              <a:ext cx="328612" cy="328612"/>
            </a:xfrm>
            <a:prstGeom prst="ellipse">
              <a:avLst/>
            </a:prstGeom>
            <a:gradFill>
              <a:gsLst>
                <a:gs pos="0">
                  <a:srgbClr val="796800">
                    <a:alpha val="32968"/>
                  </a:srgbClr>
                </a:gs>
                <a:gs pos="14286">
                  <a:srgbClr val="796800">
                    <a:alpha val="30764"/>
                  </a:srgbClr>
                </a:gs>
                <a:gs pos="28571">
                  <a:srgbClr val="796800">
                    <a:alpha val="24833"/>
                  </a:srgbClr>
                </a:gs>
                <a:gs pos="42857">
                  <a:srgbClr val="796800">
                    <a:alpha val="17075"/>
                  </a:srgbClr>
                </a:gs>
                <a:gs pos="57143">
                  <a:srgbClr val="796800">
                    <a:alpha val="9855"/>
                  </a:srgbClr>
                </a:gs>
                <a:gs pos="71429">
                  <a:srgbClr val="796800">
                    <a:alpha val="4740"/>
                  </a:srgbClr>
                </a:gs>
                <a:gs pos="85714">
                  <a:srgbClr val="796800">
                    <a:alpha val="1902"/>
                  </a:srgbClr>
                </a:gs>
                <a:gs pos="100000">
                  <a:srgbClr val="796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Splat 364"/>
            <p:cNvSpPr>
              <a:spLocks noGrp="1"/>
            </p:cNvSpPr>
            <p:nvPr/>
          </p:nvSpPr>
          <p:spPr>
            <a:xfrm rot="5967946">
              <a:off x="1102260" y="4734787"/>
              <a:ext cx="328612" cy="91281"/>
            </a:xfrm>
            <a:prstGeom prst="ellipse">
              <a:avLst/>
            </a:prstGeom>
            <a:gradFill>
              <a:gsLst>
                <a:gs pos="0">
                  <a:srgbClr val="652B00">
                    <a:alpha val="32968"/>
                  </a:srgbClr>
                </a:gs>
                <a:gs pos="14286">
                  <a:srgbClr val="652B00">
                    <a:alpha val="30764"/>
                  </a:srgbClr>
                </a:gs>
                <a:gs pos="28571">
                  <a:srgbClr val="652B00">
                    <a:alpha val="24833"/>
                  </a:srgbClr>
                </a:gs>
                <a:gs pos="42857">
                  <a:srgbClr val="652B00">
                    <a:alpha val="17075"/>
                  </a:srgbClr>
                </a:gs>
                <a:gs pos="57143">
                  <a:srgbClr val="652B00">
                    <a:alpha val="9855"/>
                  </a:srgbClr>
                </a:gs>
                <a:gs pos="71429">
                  <a:srgbClr val="652B00">
                    <a:alpha val="4740"/>
                  </a:srgbClr>
                </a:gs>
                <a:gs pos="85714">
                  <a:srgbClr val="652B00">
                    <a:alpha val="1902"/>
                  </a:srgbClr>
                </a:gs>
                <a:gs pos="100000">
                  <a:srgbClr val="652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Splat 365"/>
            <p:cNvSpPr>
              <a:spLocks noGrp="1"/>
            </p:cNvSpPr>
            <p:nvPr/>
          </p:nvSpPr>
          <p:spPr>
            <a:xfrm rot="9511429">
              <a:off x="4321969" y="1364059"/>
              <a:ext cx="328612" cy="91281"/>
            </a:xfrm>
            <a:prstGeom prst="ellipse">
              <a:avLst/>
            </a:prstGeom>
            <a:gradFill>
              <a:gsLst>
                <a:gs pos="0">
                  <a:srgbClr val="D7A4A8">
                    <a:alpha val="32968"/>
                  </a:srgbClr>
                </a:gs>
                <a:gs pos="14286">
                  <a:srgbClr val="D7A4A8">
                    <a:alpha val="30764"/>
                  </a:srgbClr>
                </a:gs>
                <a:gs pos="28571">
                  <a:srgbClr val="D7A4A8">
                    <a:alpha val="24833"/>
                  </a:srgbClr>
                </a:gs>
                <a:gs pos="42857">
                  <a:srgbClr val="D7A4A8">
                    <a:alpha val="17075"/>
                  </a:srgbClr>
                </a:gs>
                <a:gs pos="57143">
                  <a:srgbClr val="D7A4A8">
                    <a:alpha val="9855"/>
                  </a:srgbClr>
                </a:gs>
                <a:gs pos="71429">
                  <a:srgbClr val="D7A4A8">
                    <a:alpha val="4740"/>
                  </a:srgbClr>
                </a:gs>
                <a:gs pos="85714">
                  <a:srgbClr val="D7A4A8">
                    <a:alpha val="1902"/>
                  </a:srgbClr>
                </a:gs>
                <a:gs pos="100000">
                  <a:srgbClr val="D7A4A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Splat 366"/>
            <p:cNvSpPr>
              <a:spLocks noGrp="1"/>
            </p:cNvSpPr>
            <p:nvPr/>
          </p:nvSpPr>
          <p:spPr>
            <a:xfrm rot="5728221">
              <a:off x="-100266" y="4232549"/>
              <a:ext cx="328613" cy="91281"/>
            </a:xfrm>
            <a:prstGeom prst="ellipse">
              <a:avLst/>
            </a:prstGeom>
            <a:gradFill>
              <a:gsLst>
                <a:gs pos="0">
                  <a:srgbClr val="C99400">
                    <a:alpha val="32968"/>
                  </a:srgbClr>
                </a:gs>
                <a:gs pos="14286">
                  <a:srgbClr val="C99400">
                    <a:alpha val="30764"/>
                  </a:srgbClr>
                </a:gs>
                <a:gs pos="28571">
                  <a:srgbClr val="C99400">
                    <a:alpha val="24833"/>
                  </a:srgbClr>
                </a:gs>
                <a:gs pos="42857">
                  <a:srgbClr val="C99400">
                    <a:alpha val="17075"/>
                  </a:srgbClr>
                </a:gs>
                <a:gs pos="57143">
                  <a:srgbClr val="C99400">
                    <a:alpha val="9855"/>
                  </a:srgbClr>
                </a:gs>
                <a:gs pos="71429">
                  <a:srgbClr val="C99400">
                    <a:alpha val="4740"/>
                  </a:srgbClr>
                </a:gs>
                <a:gs pos="85714">
                  <a:srgbClr val="C99400">
                    <a:alpha val="1902"/>
                  </a:srgbClr>
                </a:gs>
                <a:gs pos="100000">
                  <a:srgbClr val="C99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Splat 367"/>
            <p:cNvSpPr>
              <a:spLocks noGrp="1"/>
            </p:cNvSpPr>
            <p:nvPr/>
          </p:nvSpPr>
          <p:spPr>
            <a:xfrm rot="5400000">
              <a:off x="4263170" y="4040645"/>
              <a:ext cx="328612" cy="328612"/>
            </a:xfrm>
            <a:prstGeom prst="ellipse">
              <a:avLst/>
            </a:prstGeom>
            <a:gradFill>
              <a:gsLst>
                <a:gs pos="0">
                  <a:srgbClr val="A6181E">
                    <a:alpha val="29954"/>
                  </a:srgbClr>
                </a:gs>
                <a:gs pos="14286">
                  <a:srgbClr val="A6181E">
                    <a:alpha val="27908"/>
                  </a:srgbClr>
                </a:gs>
                <a:gs pos="28571">
                  <a:srgbClr val="A6181E">
                    <a:alpha val="22436"/>
                  </a:srgbClr>
                </a:gs>
                <a:gs pos="42857">
                  <a:srgbClr val="A6181E">
                    <a:alpha val="15350"/>
                  </a:srgbClr>
                </a:gs>
                <a:gs pos="57143">
                  <a:srgbClr val="A6181E">
                    <a:alpha val="8821"/>
                  </a:srgbClr>
                </a:gs>
                <a:gs pos="71429">
                  <a:srgbClr val="A6181E">
                    <a:alpha val="4230"/>
                  </a:srgbClr>
                </a:gs>
                <a:gs pos="85714">
                  <a:srgbClr val="A6181E">
                    <a:alpha val="1695"/>
                  </a:srgbClr>
                </a:gs>
                <a:gs pos="100000">
                  <a:srgbClr val="A6181E">
                    <a:alpha val="5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Splat 368"/>
            <p:cNvSpPr>
              <a:spLocks noGrp="1"/>
            </p:cNvSpPr>
            <p:nvPr/>
          </p:nvSpPr>
          <p:spPr>
            <a:xfrm rot="5400000">
              <a:off x="1197769" y="4569619"/>
              <a:ext cx="328612" cy="328612"/>
            </a:xfrm>
            <a:prstGeom prst="ellipse">
              <a:avLst/>
            </a:prstGeom>
            <a:gradFill>
              <a:gsLst>
                <a:gs pos="0">
                  <a:srgbClr val="BC2B00">
                    <a:alpha val="32968"/>
                  </a:srgbClr>
                </a:gs>
                <a:gs pos="14286">
                  <a:srgbClr val="BC2B00">
                    <a:alpha val="30764"/>
                  </a:srgbClr>
                </a:gs>
                <a:gs pos="28571">
                  <a:srgbClr val="BC2B00">
                    <a:alpha val="24833"/>
                  </a:srgbClr>
                </a:gs>
                <a:gs pos="42857">
                  <a:srgbClr val="BC2B00">
                    <a:alpha val="17075"/>
                  </a:srgbClr>
                </a:gs>
                <a:gs pos="57143">
                  <a:srgbClr val="BC2B00">
                    <a:alpha val="9855"/>
                  </a:srgbClr>
                </a:gs>
                <a:gs pos="71429">
                  <a:srgbClr val="BC2B00">
                    <a:alpha val="4740"/>
                  </a:srgbClr>
                </a:gs>
                <a:gs pos="85714">
                  <a:srgbClr val="BC2B00">
                    <a:alpha val="1902"/>
                  </a:srgbClr>
                </a:gs>
                <a:gs pos="100000">
                  <a:srgbClr val="BC2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Splat 369"/>
            <p:cNvSpPr>
              <a:spLocks noGrp="1"/>
            </p:cNvSpPr>
            <p:nvPr/>
          </p:nvSpPr>
          <p:spPr>
            <a:xfrm rot="7807423">
              <a:off x="1304230" y="3621213"/>
              <a:ext cx="328612" cy="91281"/>
            </a:xfrm>
            <a:prstGeom prst="ellipse">
              <a:avLst/>
            </a:prstGeom>
            <a:gradFill>
              <a:gsLst>
                <a:gs pos="0">
                  <a:srgbClr val="D7BD00">
                    <a:alpha val="32968"/>
                  </a:srgbClr>
                </a:gs>
                <a:gs pos="14286">
                  <a:srgbClr val="D7BD00">
                    <a:alpha val="30764"/>
                  </a:srgbClr>
                </a:gs>
                <a:gs pos="28571">
                  <a:srgbClr val="D7BD00">
                    <a:alpha val="24833"/>
                  </a:srgbClr>
                </a:gs>
                <a:gs pos="42857">
                  <a:srgbClr val="D7BD00">
                    <a:alpha val="17075"/>
                  </a:srgbClr>
                </a:gs>
                <a:gs pos="57143">
                  <a:srgbClr val="D7BD00">
                    <a:alpha val="9855"/>
                  </a:srgbClr>
                </a:gs>
                <a:gs pos="71429">
                  <a:srgbClr val="D7BD00">
                    <a:alpha val="4740"/>
                  </a:srgbClr>
                </a:gs>
                <a:gs pos="85714">
                  <a:srgbClr val="D7BD00">
                    <a:alpha val="1902"/>
                  </a:srgbClr>
                </a:gs>
                <a:gs pos="100000">
                  <a:srgbClr val="D7B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Splat 370"/>
            <p:cNvSpPr>
              <a:spLocks noGrp="1"/>
            </p:cNvSpPr>
            <p:nvPr/>
          </p:nvSpPr>
          <p:spPr>
            <a:xfrm rot="7928926">
              <a:off x="1950800" y="3893938"/>
              <a:ext cx="328612" cy="91281"/>
            </a:xfrm>
            <a:prstGeom prst="ellipse">
              <a:avLst/>
            </a:prstGeom>
            <a:gradFill>
              <a:gsLst>
                <a:gs pos="0">
                  <a:srgbClr val="AE638A">
                    <a:alpha val="32968"/>
                  </a:srgbClr>
                </a:gs>
                <a:gs pos="14286">
                  <a:srgbClr val="AE638A">
                    <a:alpha val="30764"/>
                  </a:srgbClr>
                </a:gs>
                <a:gs pos="28571">
                  <a:srgbClr val="AE638A">
                    <a:alpha val="24833"/>
                  </a:srgbClr>
                </a:gs>
                <a:gs pos="42857">
                  <a:srgbClr val="AE638A">
                    <a:alpha val="17075"/>
                  </a:srgbClr>
                </a:gs>
                <a:gs pos="57143">
                  <a:srgbClr val="AE638A">
                    <a:alpha val="9855"/>
                  </a:srgbClr>
                </a:gs>
                <a:gs pos="71429">
                  <a:srgbClr val="AE638A">
                    <a:alpha val="4740"/>
                  </a:srgbClr>
                </a:gs>
                <a:gs pos="85714">
                  <a:srgbClr val="AE638A">
                    <a:alpha val="1902"/>
                  </a:srgbClr>
                </a:gs>
                <a:gs pos="100000">
                  <a:srgbClr val="AE638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Splat 371"/>
            <p:cNvSpPr>
              <a:spLocks noGrp="1"/>
            </p:cNvSpPr>
            <p:nvPr/>
          </p:nvSpPr>
          <p:spPr>
            <a:xfrm rot="-9332081">
              <a:off x="2011052" y="3810195"/>
              <a:ext cx="328613" cy="91281"/>
            </a:xfrm>
            <a:prstGeom prst="ellipse">
              <a:avLst/>
            </a:prstGeom>
            <a:gradFill>
              <a:gsLst>
                <a:gs pos="0">
                  <a:srgbClr val="CE7283">
                    <a:alpha val="32968"/>
                  </a:srgbClr>
                </a:gs>
                <a:gs pos="14286">
                  <a:srgbClr val="CE7283">
                    <a:alpha val="30764"/>
                  </a:srgbClr>
                </a:gs>
                <a:gs pos="28571">
                  <a:srgbClr val="CE7283">
                    <a:alpha val="24833"/>
                  </a:srgbClr>
                </a:gs>
                <a:gs pos="42857">
                  <a:srgbClr val="CE7283">
                    <a:alpha val="17075"/>
                  </a:srgbClr>
                </a:gs>
                <a:gs pos="57143">
                  <a:srgbClr val="CE7283">
                    <a:alpha val="9855"/>
                  </a:srgbClr>
                </a:gs>
                <a:gs pos="71429">
                  <a:srgbClr val="CE7283">
                    <a:alpha val="4740"/>
                  </a:srgbClr>
                </a:gs>
                <a:gs pos="85714">
                  <a:srgbClr val="CE7283">
                    <a:alpha val="1902"/>
                  </a:srgbClr>
                </a:gs>
                <a:gs pos="100000">
                  <a:srgbClr val="CE728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Splat 372"/>
            <p:cNvSpPr>
              <a:spLocks noGrp="1"/>
            </p:cNvSpPr>
            <p:nvPr/>
          </p:nvSpPr>
          <p:spPr>
            <a:xfrm rot="5410154">
              <a:off x="3836194" y="2954734"/>
              <a:ext cx="328612" cy="91281"/>
            </a:xfrm>
            <a:prstGeom prst="ellipse">
              <a:avLst/>
            </a:prstGeom>
            <a:gradFill>
              <a:gsLst>
                <a:gs pos="0">
                  <a:srgbClr val="A674AB">
                    <a:alpha val="32968"/>
                  </a:srgbClr>
                </a:gs>
                <a:gs pos="14286">
                  <a:srgbClr val="A674AB">
                    <a:alpha val="30764"/>
                  </a:srgbClr>
                </a:gs>
                <a:gs pos="28571">
                  <a:srgbClr val="A674AB">
                    <a:alpha val="24833"/>
                  </a:srgbClr>
                </a:gs>
                <a:gs pos="42857">
                  <a:srgbClr val="A674AB">
                    <a:alpha val="17075"/>
                  </a:srgbClr>
                </a:gs>
                <a:gs pos="57143">
                  <a:srgbClr val="A674AB">
                    <a:alpha val="9855"/>
                  </a:srgbClr>
                </a:gs>
                <a:gs pos="71429">
                  <a:srgbClr val="A674AB">
                    <a:alpha val="4740"/>
                  </a:srgbClr>
                </a:gs>
                <a:gs pos="85714">
                  <a:srgbClr val="A674AB">
                    <a:alpha val="1902"/>
                  </a:srgbClr>
                </a:gs>
                <a:gs pos="100000">
                  <a:srgbClr val="A674A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Splat 373"/>
            <p:cNvSpPr>
              <a:spLocks noGrp="1"/>
            </p:cNvSpPr>
            <p:nvPr/>
          </p:nvSpPr>
          <p:spPr>
            <a:xfrm rot="3814082">
              <a:off x="3298886" y="1522344"/>
              <a:ext cx="328613" cy="91281"/>
            </a:xfrm>
            <a:prstGeom prst="ellipse">
              <a:avLst/>
            </a:prstGeom>
            <a:gradFill>
              <a:gsLst>
                <a:gs pos="0">
                  <a:srgbClr val="E04DC0">
                    <a:alpha val="32968"/>
                  </a:srgbClr>
                </a:gs>
                <a:gs pos="14286">
                  <a:srgbClr val="E04DC0">
                    <a:alpha val="30764"/>
                  </a:srgbClr>
                </a:gs>
                <a:gs pos="28571">
                  <a:srgbClr val="E04DC0">
                    <a:alpha val="24833"/>
                  </a:srgbClr>
                </a:gs>
                <a:gs pos="42857">
                  <a:srgbClr val="E04DC0">
                    <a:alpha val="17075"/>
                  </a:srgbClr>
                </a:gs>
                <a:gs pos="57143">
                  <a:srgbClr val="E04DC0">
                    <a:alpha val="9855"/>
                  </a:srgbClr>
                </a:gs>
                <a:gs pos="71429">
                  <a:srgbClr val="E04DC0">
                    <a:alpha val="4740"/>
                  </a:srgbClr>
                </a:gs>
                <a:gs pos="85714">
                  <a:srgbClr val="E04DC0">
                    <a:alpha val="1902"/>
                  </a:srgbClr>
                </a:gs>
                <a:gs pos="100000">
                  <a:srgbClr val="E04DC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Splat 374"/>
            <p:cNvSpPr>
              <a:spLocks noGrp="1"/>
            </p:cNvSpPr>
            <p:nvPr/>
          </p:nvSpPr>
          <p:spPr>
            <a:xfrm rot="-9660783">
              <a:off x="3664744" y="4459684"/>
              <a:ext cx="328612" cy="91281"/>
            </a:xfrm>
            <a:prstGeom prst="ellipse">
              <a:avLst/>
            </a:prstGeom>
            <a:gradFill>
              <a:gsLst>
                <a:gs pos="0">
                  <a:srgbClr val="865120">
                    <a:alpha val="32968"/>
                  </a:srgbClr>
                </a:gs>
                <a:gs pos="14286">
                  <a:srgbClr val="865120">
                    <a:alpha val="30764"/>
                  </a:srgbClr>
                </a:gs>
                <a:gs pos="28571">
                  <a:srgbClr val="865120">
                    <a:alpha val="24833"/>
                  </a:srgbClr>
                </a:gs>
                <a:gs pos="42857">
                  <a:srgbClr val="865120">
                    <a:alpha val="17075"/>
                  </a:srgbClr>
                </a:gs>
                <a:gs pos="57143">
                  <a:srgbClr val="865120">
                    <a:alpha val="9855"/>
                  </a:srgbClr>
                </a:gs>
                <a:gs pos="71429">
                  <a:srgbClr val="865120">
                    <a:alpha val="4740"/>
                  </a:srgbClr>
                </a:gs>
                <a:gs pos="85714">
                  <a:srgbClr val="865120">
                    <a:alpha val="1902"/>
                  </a:srgbClr>
                </a:gs>
                <a:gs pos="100000">
                  <a:srgbClr val="86512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Splat 375"/>
            <p:cNvSpPr>
              <a:spLocks noGrp="1"/>
            </p:cNvSpPr>
            <p:nvPr/>
          </p:nvSpPr>
          <p:spPr>
            <a:xfrm rot="5400000">
              <a:off x="3121819" y="3426619"/>
              <a:ext cx="328612" cy="328612"/>
            </a:xfrm>
            <a:prstGeom prst="ellipse">
              <a:avLst/>
            </a:prstGeom>
            <a:gradFill>
              <a:gsLst>
                <a:gs pos="0">
                  <a:srgbClr val="952367">
                    <a:alpha val="13799"/>
                  </a:srgbClr>
                </a:gs>
                <a:gs pos="14286">
                  <a:srgbClr val="952367">
                    <a:alpha val="12758"/>
                  </a:srgbClr>
                </a:gs>
                <a:gs pos="28571">
                  <a:srgbClr val="952367">
                    <a:alpha val="10055"/>
                  </a:srgbClr>
                </a:gs>
                <a:gs pos="42857">
                  <a:srgbClr val="952367">
                    <a:alpha val="6715"/>
                  </a:srgbClr>
                </a:gs>
                <a:gs pos="57143">
                  <a:srgbClr val="952367">
                    <a:alpha val="3778"/>
                  </a:srgbClr>
                </a:gs>
                <a:gs pos="71429">
                  <a:srgbClr val="952367">
                    <a:alpha val="1787"/>
                  </a:srgbClr>
                </a:gs>
                <a:gs pos="85714">
                  <a:srgbClr val="952367">
                    <a:alpha val="710"/>
                  </a:srgbClr>
                </a:gs>
                <a:gs pos="100000">
                  <a:srgbClr val="952367">
                    <a:alpha val="2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Splat 376"/>
            <p:cNvSpPr>
              <a:spLocks noGrp="1"/>
            </p:cNvSpPr>
            <p:nvPr/>
          </p:nvSpPr>
          <p:spPr>
            <a:xfrm rot="9694318">
              <a:off x="235744" y="4173934"/>
              <a:ext cx="328612" cy="91281"/>
            </a:xfrm>
            <a:prstGeom prst="ellipse">
              <a:avLst/>
            </a:prstGeom>
            <a:gradFill>
              <a:gsLst>
                <a:gs pos="0">
                  <a:srgbClr val="B86600">
                    <a:alpha val="32968"/>
                  </a:srgbClr>
                </a:gs>
                <a:gs pos="14286">
                  <a:srgbClr val="B86600">
                    <a:alpha val="30764"/>
                  </a:srgbClr>
                </a:gs>
                <a:gs pos="28571">
                  <a:srgbClr val="B86600">
                    <a:alpha val="24833"/>
                  </a:srgbClr>
                </a:gs>
                <a:gs pos="42857">
                  <a:srgbClr val="B86600">
                    <a:alpha val="17075"/>
                  </a:srgbClr>
                </a:gs>
                <a:gs pos="57143">
                  <a:srgbClr val="B86600">
                    <a:alpha val="9855"/>
                  </a:srgbClr>
                </a:gs>
                <a:gs pos="71429">
                  <a:srgbClr val="B86600">
                    <a:alpha val="4740"/>
                  </a:srgbClr>
                </a:gs>
                <a:gs pos="85714">
                  <a:srgbClr val="B86600">
                    <a:alpha val="1902"/>
                  </a:srgbClr>
                </a:gs>
                <a:gs pos="100000">
                  <a:srgbClr val="B86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Splat 377"/>
            <p:cNvSpPr>
              <a:spLocks noGrp="1"/>
            </p:cNvSpPr>
            <p:nvPr/>
          </p:nvSpPr>
          <p:spPr>
            <a:xfrm rot="7179483">
              <a:off x="3701400" y="4591371"/>
              <a:ext cx="328612" cy="91281"/>
            </a:xfrm>
            <a:prstGeom prst="ellipse">
              <a:avLst/>
            </a:prstGeom>
            <a:gradFill>
              <a:gsLst>
                <a:gs pos="0">
                  <a:srgbClr val="002E00">
                    <a:alpha val="32968"/>
                  </a:srgbClr>
                </a:gs>
                <a:gs pos="14286">
                  <a:srgbClr val="002E00">
                    <a:alpha val="30764"/>
                  </a:srgbClr>
                </a:gs>
                <a:gs pos="28571">
                  <a:srgbClr val="002E00">
                    <a:alpha val="24833"/>
                  </a:srgbClr>
                </a:gs>
                <a:gs pos="42857">
                  <a:srgbClr val="002E00">
                    <a:alpha val="17075"/>
                  </a:srgbClr>
                </a:gs>
                <a:gs pos="57143">
                  <a:srgbClr val="002E00">
                    <a:alpha val="9855"/>
                  </a:srgbClr>
                </a:gs>
                <a:gs pos="71429">
                  <a:srgbClr val="002E00">
                    <a:alpha val="4740"/>
                  </a:srgbClr>
                </a:gs>
                <a:gs pos="85714">
                  <a:srgbClr val="002E00">
                    <a:alpha val="1902"/>
                  </a:srgbClr>
                </a:gs>
                <a:gs pos="100000">
                  <a:srgbClr val="002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Splat 378"/>
            <p:cNvSpPr>
              <a:spLocks noGrp="1"/>
            </p:cNvSpPr>
            <p:nvPr/>
          </p:nvSpPr>
          <p:spPr>
            <a:xfrm rot="5400000">
              <a:off x="2585650" y="3283385"/>
              <a:ext cx="328612" cy="328612"/>
            </a:xfrm>
            <a:prstGeom prst="ellipse">
              <a:avLst/>
            </a:prstGeom>
            <a:gradFill>
              <a:gsLst>
                <a:gs pos="0">
                  <a:srgbClr val="820054">
                    <a:alpha val="32968"/>
                  </a:srgbClr>
                </a:gs>
                <a:gs pos="14286">
                  <a:srgbClr val="820054">
                    <a:alpha val="30764"/>
                  </a:srgbClr>
                </a:gs>
                <a:gs pos="28571">
                  <a:srgbClr val="820054">
                    <a:alpha val="24833"/>
                  </a:srgbClr>
                </a:gs>
                <a:gs pos="42857">
                  <a:srgbClr val="820054">
                    <a:alpha val="17075"/>
                  </a:srgbClr>
                </a:gs>
                <a:gs pos="57143">
                  <a:srgbClr val="820054">
                    <a:alpha val="9855"/>
                  </a:srgbClr>
                </a:gs>
                <a:gs pos="71429">
                  <a:srgbClr val="820054">
                    <a:alpha val="4740"/>
                  </a:srgbClr>
                </a:gs>
                <a:gs pos="85714">
                  <a:srgbClr val="820054">
                    <a:alpha val="1902"/>
                  </a:srgbClr>
                </a:gs>
                <a:gs pos="100000">
                  <a:srgbClr val="82005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Splat 379"/>
            <p:cNvSpPr>
              <a:spLocks noGrp="1"/>
            </p:cNvSpPr>
            <p:nvPr/>
          </p:nvSpPr>
          <p:spPr>
            <a:xfrm rot="5400000">
              <a:off x="3064669" y="3445669"/>
              <a:ext cx="328612" cy="328612"/>
            </a:xfrm>
            <a:prstGeom prst="ellipse">
              <a:avLst/>
            </a:prstGeom>
            <a:gradFill>
              <a:gsLst>
                <a:gs pos="0">
                  <a:srgbClr val="FD9351">
                    <a:alpha val="20293"/>
                  </a:srgbClr>
                </a:gs>
                <a:gs pos="14286">
                  <a:srgbClr val="FD9351">
                    <a:alpha val="18817"/>
                  </a:srgbClr>
                </a:gs>
                <a:gs pos="28571">
                  <a:srgbClr val="FD9351">
                    <a:alpha val="14944"/>
                  </a:srgbClr>
                </a:gs>
                <a:gs pos="42857">
                  <a:srgbClr val="FD9351">
                    <a:alpha val="10073"/>
                  </a:srgbClr>
                </a:gs>
                <a:gs pos="57143">
                  <a:srgbClr val="FD9351">
                    <a:alpha val="5713"/>
                  </a:srgbClr>
                </a:gs>
                <a:gs pos="71429">
                  <a:srgbClr val="FD9351">
                    <a:alpha val="2716"/>
                  </a:srgbClr>
                </a:gs>
                <a:gs pos="85714">
                  <a:srgbClr val="FD9351">
                    <a:alpha val="1083"/>
                  </a:srgbClr>
                </a:gs>
                <a:gs pos="100000">
                  <a:srgbClr val="FD9351">
                    <a:alpha val="3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Splat 380"/>
            <p:cNvSpPr>
              <a:spLocks noGrp="1"/>
            </p:cNvSpPr>
            <p:nvPr/>
          </p:nvSpPr>
          <p:spPr>
            <a:xfrm rot="5400000">
              <a:off x="2778919" y="3569494"/>
              <a:ext cx="328612" cy="328612"/>
            </a:xfrm>
            <a:prstGeom prst="ellipse">
              <a:avLst/>
            </a:prstGeom>
            <a:gradFill>
              <a:gsLst>
                <a:gs pos="0">
                  <a:srgbClr val="8D335E">
                    <a:alpha val="32968"/>
                  </a:srgbClr>
                </a:gs>
                <a:gs pos="14286">
                  <a:srgbClr val="8D335E">
                    <a:alpha val="30764"/>
                  </a:srgbClr>
                </a:gs>
                <a:gs pos="28571">
                  <a:srgbClr val="8D335E">
                    <a:alpha val="24833"/>
                  </a:srgbClr>
                </a:gs>
                <a:gs pos="42857">
                  <a:srgbClr val="8D335E">
                    <a:alpha val="17075"/>
                  </a:srgbClr>
                </a:gs>
                <a:gs pos="57143">
                  <a:srgbClr val="8D335E">
                    <a:alpha val="9855"/>
                  </a:srgbClr>
                </a:gs>
                <a:gs pos="71429">
                  <a:srgbClr val="8D335E">
                    <a:alpha val="4740"/>
                  </a:srgbClr>
                </a:gs>
                <a:gs pos="85714">
                  <a:srgbClr val="8D335E">
                    <a:alpha val="1902"/>
                  </a:srgbClr>
                </a:gs>
                <a:gs pos="100000">
                  <a:srgbClr val="8D335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Splat 381"/>
            <p:cNvSpPr>
              <a:spLocks noGrp="1"/>
            </p:cNvSpPr>
            <p:nvPr/>
          </p:nvSpPr>
          <p:spPr>
            <a:xfrm rot="9277245">
              <a:off x="681190" y="1247008"/>
              <a:ext cx="328612" cy="91281"/>
            </a:xfrm>
            <a:prstGeom prst="ellipse">
              <a:avLst/>
            </a:prstGeom>
            <a:gradFill>
              <a:gsLst>
                <a:gs pos="0">
                  <a:srgbClr val="FF2F34">
                    <a:alpha val="13400"/>
                  </a:srgbClr>
                </a:gs>
                <a:gs pos="14286">
                  <a:srgbClr val="FF2F34">
                    <a:alpha val="12386"/>
                  </a:srgbClr>
                </a:gs>
                <a:gs pos="28571">
                  <a:srgbClr val="FF2F34">
                    <a:alpha val="9758"/>
                  </a:srgbClr>
                </a:gs>
                <a:gs pos="42857">
                  <a:srgbClr val="FF2F34">
                    <a:alpha val="6513"/>
                  </a:srgbClr>
                </a:gs>
                <a:gs pos="57143">
                  <a:srgbClr val="FF2F34">
                    <a:alpha val="3663"/>
                  </a:srgbClr>
                </a:gs>
                <a:gs pos="71429">
                  <a:srgbClr val="FF2F34">
                    <a:alpha val="1732"/>
                  </a:srgbClr>
                </a:gs>
                <a:gs pos="85714">
                  <a:srgbClr val="FF2F34">
                    <a:alpha val="688"/>
                  </a:srgbClr>
                </a:gs>
                <a:gs pos="100000">
                  <a:srgbClr val="FF2F34">
                    <a:alpha val="2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Splat 382"/>
            <p:cNvSpPr>
              <a:spLocks noGrp="1"/>
            </p:cNvSpPr>
            <p:nvPr/>
          </p:nvSpPr>
          <p:spPr>
            <a:xfrm rot="5656221">
              <a:off x="2428861" y="3706547"/>
              <a:ext cx="328612" cy="91281"/>
            </a:xfrm>
            <a:prstGeom prst="ellipse">
              <a:avLst/>
            </a:prstGeom>
            <a:gradFill>
              <a:gsLst>
                <a:gs pos="0">
                  <a:srgbClr val="F17464">
                    <a:alpha val="32968"/>
                  </a:srgbClr>
                </a:gs>
                <a:gs pos="14286">
                  <a:srgbClr val="F17464">
                    <a:alpha val="30764"/>
                  </a:srgbClr>
                </a:gs>
                <a:gs pos="28571">
                  <a:srgbClr val="F17464">
                    <a:alpha val="24833"/>
                  </a:srgbClr>
                </a:gs>
                <a:gs pos="42857">
                  <a:srgbClr val="F17464">
                    <a:alpha val="17075"/>
                  </a:srgbClr>
                </a:gs>
                <a:gs pos="57143">
                  <a:srgbClr val="F17464">
                    <a:alpha val="9855"/>
                  </a:srgbClr>
                </a:gs>
                <a:gs pos="71429">
                  <a:srgbClr val="F17464">
                    <a:alpha val="4740"/>
                  </a:srgbClr>
                </a:gs>
                <a:gs pos="85714">
                  <a:srgbClr val="F17464">
                    <a:alpha val="1902"/>
                  </a:srgbClr>
                </a:gs>
                <a:gs pos="100000">
                  <a:srgbClr val="F1746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Splat 383"/>
            <p:cNvSpPr>
              <a:spLocks noGrp="1"/>
            </p:cNvSpPr>
            <p:nvPr/>
          </p:nvSpPr>
          <p:spPr>
            <a:xfrm rot="5400000">
              <a:off x="2750344" y="3369469"/>
              <a:ext cx="328612" cy="328612"/>
            </a:xfrm>
            <a:prstGeom prst="ellipse">
              <a:avLst/>
            </a:prstGeom>
            <a:gradFill>
              <a:gsLst>
                <a:gs pos="0">
                  <a:srgbClr val="93425C">
                    <a:alpha val="32968"/>
                  </a:srgbClr>
                </a:gs>
                <a:gs pos="14286">
                  <a:srgbClr val="93425C">
                    <a:alpha val="30764"/>
                  </a:srgbClr>
                </a:gs>
                <a:gs pos="28571">
                  <a:srgbClr val="93425C">
                    <a:alpha val="24833"/>
                  </a:srgbClr>
                </a:gs>
                <a:gs pos="42857">
                  <a:srgbClr val="93425C">
                    <a:alpha val="17075"/>
                  </a:srgbClr>
                </a:gs>
                <a:gs pos="57143">
                  <a:srgbClr val="93425C">
                    <a:alpha val="9855"/>
                  </a:srgbClr>
                </a:gs>
                <a:gs pos="71429">
                  <a:srgbClr val="93425C">
                    <a:alpha val="4740"/>
                  </a:srgbClr>
                </a:gs>
                <a:gs pos="85714">
                  <a:srgbClr val="93425C">
                    <a:alpha val="1902"/>
                  </a:srgbClr>
                </a:gs>
                <a:gs pos="100000">
                  <a:srgbClr val="93425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Splat 384"/>
            <p:cNvSpPr>
              <a:spLocks noGrp="1"/>
            </p:cNvSpPr>
            <p:nvPr/>
          </p:nvSpPr>
          <p:spPr>
            <a:xfrm rot="9528928">
              <a:off x="1389236" y="633836"/>
              <a:ext cx="328612" cy="91281"/>
            </a:xfrm>
            <a:prstGeom prst="ellipse">
              <a:avLst/>
            </a:prstGeom>
            <a:gradFill>
              <a:gsLst>
                <a:gs pos="0">
                  <a:srgbClr val="D14E36">
                    <a:alpha val="32968"/>
                  </a:srgbClr>
                </a:gs>
                <a:gs pos="14286">
                  <a:srgbClr val="D14E36">
                    <a:alpha val="30764"/>
                  </a:srgbClr>
                </a:gs>
                <a:gs pos="28571">
                  <a:srgbClr val="D14E36">
                    <a:alpha val="24833"/>
                  </a:srgbClr>
                </a:gs>
                <a:gs pos="42857">
                  <a:srgbClr val="D14E36">
                    <a:alpha val="17075"/>
                  </a:srgbClr>
                </a:gs>
                <a:gs pos="57143">
                  <a:srgbClr val="D14E36">
                    <a:alpha val="9855"/>
                  </a:srgbClr>
                </a:gs>
                <a:gs pos="71429">
                  <a:srgbClr val="D14E36">
                    <a:alpha val="4740"/>
                  </a:srgbClr>
                </a:gs>
                <a:gs pos="85714">
                  <a:srgbClr val="D14E36">
                    <a:alpha val="1902"/>
                  </a:srgbClr>
                </a:gs>
                <a:gs pos="100000">
                  <a:srgbClr val="D14E3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Splat 385"/>
            <p:cNvSpPr>
              <a:spLocks noGrp="1"/>
            </p:cNvSpPr>
            <p:nvPr/>
          </p:nvSpPr>
          <p:spPr>
            <a:xfrm rot="5951719">
              <a:off x="3121819" y="4602559"/>
              <a:ext cx="328612" cy="91281"/>
            </a:xfrm>
            <a:prstGeom prst="ellipse">
              <a:avLst/>
            </a:prstGeom>
            <a:gradFill>
              <a:gsLst>
                <a:gs pos="0">
                  <a:srgbClr val="C24F2D">
                    <a:alpha val="32968"/>
                  </a:srgbClr>
                </a:gs>
                <a:gs pos="14286">
                  <a:srgbClr val="C24F2D">
                    <a:alpha val="30764"/>
                  </a:srgbClr>
                </a:gs>
                <a:gs pos="28571">
                  <a:srgbClr val="C24F2D">
                    <a:alpha val="24833"/>
                  </a:srgbClr>
                </a:gs>
                <a:gs pos="42857">
                  <a:srgbClr val="C24F2D">
                    <a:alpha val="17075"/>
                  </a:srgbClr>
                </a:gs>
                <a:gs pos="57143">
                  <a:srgbClr val="C24F2D">
                    <a:alpha val="9855"/>
                  </a:srgbClr>
                </a:gs>
                <a:gs pos="71429">
                  <a:srgbClr val="C24F2D">
                    <a:alpha val="4740"/>
                  </a:srgbClr>
                </a:gs>
                <a:gs pos="85714">
                  <a:srgbClr val="C24F2D">
                    <a:alpha val="1902"/>
                  </a:srgbClr>
                </a:gs>
                <a:gs pos="100000">
                  <a:srgbClr val="C24F2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Splat 386"/>
            <p:cNvSpPr>
              <a:spLocks noGrp="1"/>
            </p:cNvSpPr>
            <p:nvPr/>
          </p:nvSpPr>
          <p:spPr>
            <a:xfrm rot="5400000">
              <a:off x="1887319" y="4117594"/>
              <a:ext cx="328612" cy="328612"/>
            </a:xfrm>
            <a:prstGeom prst="ellipse">
              <a:avLst/>
            </a:prstGeom>
            <a:gradFill>
              <a:gsLst>
                <a:gs pos="0">
                  <a:srgbClr val="4F5900">
                    <a:alpha val="4382"/>
                  </a:srgbClr>
                </a:gs>
                <a:gs pos="14286">
                  <a:srgbClr val="4F5900">
                    <a:alpha val="4035"/>
                  </a:srgbClr>
                </a:gs>
                <a:gs pos="28571">
                  <a:srgbClr val="4F5900">
                    <a:alpha val="3147"/>
                  </a:srgbClr>
                </a:gs>
                <a:gs pos="42857">
                  <a:srgbClr val="4F5900">
                    <a:alpha val="2076"/>
                  </a:srgbClr>
                </a:gs>
                <a:gs pos="57143">
                  <a:srgbClr val="4F5900">
                    <a:alpha val="1156"/>
                  </a:srgbClr>
                </a:gs>
                <a:gs pos="71429">
                  <a:srgbClr val="4F5900">
                    <a:alpha val="543"/>
                  </a:srgbClr>
                </a:gs>
                <a:gs pos="85714">
                  <a:srgbClr val="4F5900">
                    <a:alpha val="215"/>
                  </a:srgbClr>
                </a:gs>
                <a:gs pos="100000">
                  <a:srgbClr val="4F5900">
                    <a:alpha val="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Splat 387"/>
            <p:cNvSpPr>
              <a:spLocks noGrp="1"/>
            </p:cNvSpPr>
            <p:nvPr/>
          </p:nvSpPr>
          <p:spPr>
            <a:xfrm rot="5400000">
              <a:off x="1683544" y="4074319"/>
              <a:ext cx="328612" cy="328612"/>
            </a:xfrm>
            <a:prstGeom prst="ellipse">
              <a:avLst/>
            </a:prstGeom>
            <a:gradFill>
              <a:gsLst>
                <a:gs pos="0">
                  <a:srgbClr val="6D003D">
                    <a:alpha val="32968"/>
                  </a:srgbClr>
                </a:gs>
                <a:gs pos="14286">
                  <a:srgbClr val="6D003D">
                    <a:alpha val="30764"/>
                  </a:srgbClr>
                </a:gs>
                <a:gs pos="28571">
                  <a:srgbClr val="6D003D">
                    <a:alpha val="24833"/>
                  </a:srgbClr>
                </a:gs>
                <a:gs pos="42857">
                  <a:srgbClr val="6D003D">
                    <a:alpha val="17075"/>
                  </a:srgbClr>
                </a:gs>
                <a:gs pos="57143">
                  <a:srgbClr val="6D003D">
                    <a:alpha val="9855"/>
                  </a:srgbClr>
                </a:gs>
                <a:gs pos="71429">
                  <a:srgbClr val="6D003D">
                    <a:alpha val="4740"/>
                  </a:srgbClr>
                </a:gs>
                <a:gs pos="85714">
                  <a:srgbClr val="6D003D">
                    <a:alpha val="1902"/>
                  </a:srgbClr>
                </a:gs>
                <a:gs pos="100000">
                  <a:srgbClr val="6D003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Splat 388"/>
            <p:cNvSpPr>
              <a:spLocks noGrp="1"/>
            </p:cNvSpPr>
            <p:nvPr/>
          </p:nvSpPr>
          <p:spPr>
            <a:xfrm rot="5400000">
              <a:off x="2540794" y="3902869"/>
              <a:ext cx="328612" cy="328612"/>
            </a:xfrm>
            <a:prstGeom prst="ellipse">
              <a:avLst/>
            </a:prstGeom>
            <a:gradFill>
              <a:gsLst>
                <a:gs pos="0">
                  <a:srgbClr val="53003B">
                    <a:alpha val="32968"/>
                  </a:srgbClr>
                </a:gs>
                <a:gs pos="14286">
                  <a:srgbClr val="53003B">
                    <a:alpha val="30764"/>
                  </a:srgbClr>
                </a:gs>
                <a:gs pos="28571">
                  <a:srgbClr val="53003B">
                    <a:alpha val="24833"/>
                  </a:srgbClr>
                </a:gs>
                <a:gs pos="42857">
                  <a:srgbClr val="53003B">
                    <a:alpha val="17075"/>
                  </a:srgbClr>
                </a:gs>
                <a:gs pos="57143">
                  <a:srgbClr val="53003B">
                    <a:alpha val="9855"/>
                  </a:srgbClr>
                </a:gs>
                <a:gs pos="71429">
                  <a:srgbClr val="53003B">
                    <a:alpha val="4740"/>
                  </a:srgbClr>
                </a:gs>
                <a:gs pos="85714">
                  <a:srgbClr val="53003B">
                    <a:alpha val="1902"/>
                  </a:srgbClr>
                </a:gs>
                <a:gs pos="100000">
                  <a:srgbClr val="53003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Splat 389"/>
            <p:cNvSpPr>
              <a:spLocks noGrp="1"/>
            </p:cNvSpPr>
            <p:nvPr/>
          </p:nvSpPr>
          <p:spPr>
            <a:xfrm rot="7399215">
              <a:off x="1264444" y="2821384"/>
              <a:ext cx="328612" cy="91281"/>
            </a:xfrm>
            <a:prstGeom prst="ellipse">
              <a:avLst/>
            </a:prstGeom>
            <a:gradFill>
              <a:gsLst>
                <a:gs pos="0">
                  <a:srgbClr val="7300B8">
                    <a:alpha val="32968"/>
                  </a:srgbClr>
                </a:gs>
                <a:gs pos="14286">
                  <a:srgbClr val="7300B8">
                    <a:alpha val="30764"/>
                  </a:srgbClr>
                </a:gs>
                <a:gs pos="28571">
                  <a:srgbClr val="7300B8">
                    <a:alpha val="24833"/>
                  </a:srgbClr>
                </a:gs>
                <a:gs pos="42857">
                  <a:srgbClr val="7300B8">
                    <a:alpha val="17075"/>
                  </a:srgbClr>
                </a:gs>
                <a:gs pos="57143">
                  <a:srgbClr val="7300B8">
                    <a:alpha val="9855"/>
                  </a:srgbClr>
                </a:gs>
                <a:gs pos="71429">
                  <a:srgbClr val="7300B8">
                    <a:alpha val="4740"/>
                  </a:srgbClr>
                </a:gs>
                <a:gs pos="85714">
                  <a:srgbClr val="7300B8">
                    <a:alpha val="1902"/>
                  </a:srgbClr>
                </a:gs>
                <a:gs pos="100000">
                  <a:srgbClr val="7300B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Splat 390"/>
            <p:cNvSpPr>
              <a:spLocks noGrp="1"/>
            </p:cNvSpPr>
            <p:nvPr/>
          </p:nvSpPr>
          <p:spPr>
            <a:xfrm rot="5603901">
              <a:off x="743305" y="2357146"/>
              <a:ext cx="328612" cy="91281"/>
            </a:xfrm>
            <a:prstGeom prst="ellipse">
              <a:avLst/>
            </a:prstGeom>
            <a:gradFill>
              <a:gsLst>
                <a:gs pos="0">
                  <a:srgbClr val="CA007E">
                    <a:alpha val="32968"/>
                  </a:srgbClr>
                </a:gs>
                <a:gs pos="14286">
                  <a:srgbClr val="CA007E">
                    <a:alpha val="30764"/>
                  </a:srgbClr>
                </a:gs>
                <a:gs pos="28571">
                  <a:srgbClr val="CA007E">
                    <a:alpha val="24833"/>
                  </a:srgbClr>
                </a:gs>
                <a:gs pos="42857">
                  <a:srgbClr val="CA007E">
                    <a:alpha val="17075"/>
                  </a:srgbClr>
                </a:gs>
                <a:gs pos="57143">
                  <a:srgbClr val="CA007E">
                    <a:alpha val="9855"/>
                  </a:srgbClr>
                </a:gs>
                <a:gs pos="71429">
                  <a:srgbClr val="CA007E">
                    <a:alpha val="4740"/>
                  </a:srgbClr>
                </a:gs>
                <a:gs pos="85714">
                  <a:srgbClr val="CA007E">
                    <a:alpha val="1902"/>
                  </a:srgbClr>
                </a:gs>
                <a:gs pos="100000">
                  <a:srgbClr val="CA007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Splat 391"/>
            <p:cNvSpPr>
              <a:spLocks noGrp="1"/>
            </p:cNvSpPr>
            <p:nvPr/>
          </p:nvSpPr>
          <p:spPr>
            <a:xfrm rot="5400000">
              <a:off x="2883694" y="4321969"/>
              <a:ext cx="328612" cy="328612"/>
            </a:xfrm>
            <a:prstGeom prst="ellipse">
              <a:avLst/>
            </a:prstGeom>
            <a:gradFill>
              <a:gsLst>
                <a:gs pos="0">
                  <a:srgbClr val="FA6863">
                    <a:alpha val="9327"/>
                  </a:srgbClr>
                </a:gs>
                <a:gs pos="14286">
                  <a:srgbClr val="FA6863">
                    <a:alpha val="8606"/>
                  </a:srgbClr>
                </a:gs>
                <a:gs pos="28571">
                  <a:srgbClr val="FA6863">
                    <a:alpha val="6749"/>
                  </a:srgbClr>
                </a:gs>
                <a:gs pos="42857">
                  <a:srgbClr val="FA6863">
                    <a:alpha val="4480"/>
                  </a:srgbClr>
                </a:gs>
                <a:gs pos="57143">
                  <a:srgbClr val="FA6863">
                    <a:alpha val="2508"/>
                  </a:srgbClr>
                </a:gs>
                <a:gs pos="71429">
                  <a:srgbClr val="FA6863">
                    <a:alpha val="1182"/>
                  </a:srgbClr>
                </a:gs>
                <a:gs pos="85714">
                  <a:srgbClr val="FA6863">
                    <a:alpha val="469"/>
                  </a:srgbClr>
                </a:gs>
                <a:gs pos="100000">
                  <a:srgbClr val="FA6863">
                    <a:alpha val="1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Splat 392"/>
            <p:cNvSpPr>
              <a:spLocks noGrp="1"/>
            </p:cNvSpPr>
            <p:nvPr/>
          </p:nvSpPr>
          <p:spPr>
            <a:xfrm rot="-8293146">
              <a:off x="4083538" y="2630867"/>
              <a:ext cx="328612" cy="130538"/>
            </a:xfrm>
            <a:prstGeom prst="ellipse">
              <a:avLst/>
            </a:prstGeom>
            <a:gradFill>
              <a:gsLst>
                <a:gs pos="0">
                  <a:srgbClr val="C70000">
                    <a:alpha val="32968"/>
                  </a:srgbClr>
                </a:gs>
                <a:gs pos="14286">
                  <a:srgbClr val="C70000">
                    <a:alpha val="30764"/>
                  </a:srgbClr>
                </a:gs>
                <a:gs pos="28571">
                  <a:srgbClr val="C70000">
                    <a:alpha val="24833"/>
                  </a:srgbClr>
                </a:gs>
                <a:gs pos="42857">
                  <a:srgbClr val="C70000">
                    <a:alpha val="17075"/>
                  </a:srgbClr>
                </a:gs>
                <a:gs pos="57143">
                  <a:srgbClr val="C70000">
                    <a:alpha val="9855"/>
                  </a:srgbClr>
                </a:gs>
                <a:gs pos="71429">
                  <a:srgbClr val="C70000">
                    <a:alpha val="4740"/>
                  </a:srgbClr>
                </a:gs>
                <a:gs pos="85714">
                  <a:srgbClr val="C70000">
                    <a:alpha val="1902"/>
                  </a:srgbClr>
                </a:gs>
                <a:gs pos="100000">
                  <a:srgbClr val="C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Splat 393"/>
            <p:cNvSpPr>
              <a:spLocks noGrp="1"/>
            </p:cNvSpPr>
            <p:nvPr/>
          </p:nvSpPr>
          <p:spPr>
            <a:xfrm rot="5698394">
              <a:off x="916877" y="2747560"/>
              <a:ext cx="328612" cy="91281"/>
            </a:xfrm>
            <a:prstGeom prst="ellipse">
              <a:avLst/>
            </a:prstGeom>
            <a:gradFill>
              <a:gsLst>
                <a:gs pos="0">
                  <a:srgbClr val="000062">
                    <a:alpha val="32968"/>
                  </a:srgbClr>
                </a:gs>
                <a:gs pos="14286">
                  <a:srgbClr val="000062">
                    <a:alpha val="30764"/>
                  </a:srgbClr>
                </a:gs>
                <a:gs pos="28571">
                  <a:srgbClr val="000062">
                    <a:alpha val="24833"/>
                  </a:srgbClr>
                </a:gs>
                <a:gs pos="42857">
                  <a:srgbClr val="000062">
                    <a:alpha val="17075"/>
                  </a:srgbClr>
                </a:gs>
                <a:gs pos="57143">
                  <a:srgbClr val="000062">
                    <a:alpha val="9855"/>
                  </a:srgbClr>
                </a:gs>
                <a:gs pos="71429">
                  <a:srgbClr val="000062">
                    <a:alpha val="4740"/>
                  </a:srgbClr>
                </a:gs>
                <a:gs pos="85714">
                  <a:srgbClr val="000062">
                    <a:alpha val="1902"/>
                  </a:srgbClr>
                </a:gs>
                <a:gs pos="100000">
                  <a:srgbClr val="00006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Splat 394"/>
            <p:cNvSpPr>
              <a:spLocks noGrp="1"/>
            </p:cNvSpPr>
            <p:nvPr/>
          </p:nvSpPr>
          <p:spPr>
            <a:xfrm rot="8213786">
              <a:off x="435607" y="4090629"/>
              <a:ext cx="328612" cy="91281"/>
            </a:xfrm>
            <a:prstGeom prst="ellipse">
              <a:avLst/>
            </a:prstGeom>
            <a:gradFill>
              <a:gsLst>
                <a:gs pos="0">
                  <a:srgbClr val="CA7800">
                    <a:alpha val="32968"/>
                  </a:srgbClr>
                </a:gs>
                <a:gs pos="14286">
                  <a:srgbClr val="CA7800">
                    <a:alpha val="30764"/>
                  </a:srgbClr>
                </a:gs>
                <a:gs pos="28571">
                  <a:srgbClr val="CA7800">
                    <a:alpha val="24833"/>
                  </a:srgbClr>
                </a:gs>
                <a:gs pos="42857">
                  <a:srgbClr val="CA7800">
                    <a:alpha val="17075"/>
                  </a:srgbClr>
                </a:gs>
                <a:gs pos="57143">
                  <a:srgbClr val="CA7800">
                    <a:alpha val="9855"/>
                  </a:srgbClr>
                </a:gs>
                <a:gs pos="71429">
                  <a:srgbClr val="CA7800">
                    <a:alpha val="4740"/>
                  </a:srgbClr>
                </a:gs>
                <a:gs pos="85714">
                  <a:srgbClr val="CA7800">
                    <a:alpha val="1902"/>
                  </a:srgbClr>
                </a:gs>
                <a:gs pos="100000">
                  <a:srgbClr val="CA7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Splat 395"/>
            <p:cNvSpPr>
              <a:spLocks noGrp="1"/>
            </p:cNvSpPr>
            <p:nvPr/>
          </p:nvSpPr>
          <p:spPr>
            <a:xfrm rot="5400000">
              <a:off x="2045494" y="4264819"/>
              <a:ext cx="328612" cy="328612"/>
            </a:xfrm>
            <a:prstGeom prst="ellipse">
              <a:avLst/>
            </a:prstGeom>
            <a:gradFill>
              <a:gsLst>
                <a:gs pos="0">
                  <a:srgbClr val="911E35">
                    <a:alpha val="32968"/>
                  </a:srgbClr>
                </a:gs>
                <a:gs pos="14286">
                  <a:srgbClr val="911E35">
                    <a:alpha val="30764"/>
                  </a:srgbClr>
                </a:gs>
                <a:gs pos="28571">
                  <a:srgbClr val="911E35">
                    <a:alpha val="24833"/>
                  </a:srgbClr>
                </a:gs>
                <a:gs pos="42857">
                  <a:srgbClr val="911E35">
                    <a:alpha val="17075"/>
                  </a:srgbClr>
                </a:gs>
                <a:gs pos="57143">
                  <a:srgbClr val="911E35">
                    <a:alpha val="9855"/>
                  </a:srgbClr>
                </a:gs>
                <a:gs pos="71429">
                  <a:srgbClr val="911E35">
                    <a:alpha val="4740"/>
                  </a:srgbClr>
                </a:gs>
                <a:gs pos="85714">
                  <a:srgbClr val="911E35">
                    <a:alpha val="1902"/>
                  </a:srgbClr>
                </a:gs>
                <a:gs pos="100000">
                  <a:srgbClr val="911E3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Splat 396"/>
            <p:cNvSpPr>
              <a:spLocks noGrp="1"/>
            </p:cNvSpPr>
            <p:nvPr/>
          </p:nvSpPr>
          <p:spPr>
            <a:xfrm rot="5400000">
              <a:off x="1988344" y="4312444"/>
              <a:ext cx="328612" cy="328612"/>
            </a:xfrm>
            <a:prstGeom prst="ellipse">
              <a:avLst/>
            </a:prstGeom>
            <a:gradFill>
              <a:gsLst>
                <a:gs pos="0">
                  <a:srgbClr val="000007">
                    <a:alpha val="32968"/>
                  </a:srgbClr>
                </a:gs>
                <a:gs pos="14286">
                  <a:srgbClr val="000007">
                    <a:alpha val="30764"/>
                  </a:srgbClr>
                </a:gs>
                <a:gs pos="28571">
                  <a:srgbClr val="000007">
                    <a:alpha val="24833"/>
                  </a:srgbClr>
                </a:gs>
                <a:gs pos="42857">
                  <a:srgbClr val="000007">
                    <a:alpha val="17075"/>
                  </a:srgbClr>
                </a:gs>
                <a:gs pos="57143">
                  <a:srgbClr val="000007">
                    <a:alpha val="9855"/>
                  </a:srgbClr>
                </a:gs>
                <a:gs pos="71429">
                  <a:srgbClr val="000007">
                    <a:alpha val="4740"/>
                  </a:srgbClr>
                </a:gs>
                <a:gs pos="85714">
                  <a:srgbClr val="000007">
                    <a:alpha val="1902"/>
                  </a:srgbClr>
                </a:gs>
                <a:gs pos="100000">
                  <a:srgbClr val="00000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Splat 397"/>
            <p:cNvSpPr>
              <a:spLocks noGrp="1"/>
            </p:cNvSpPr>
            <p:nvPr/>
          </p:nvSpPr>
          <p:spPr>
            <a:xfrm rot="5400000">
              <a:off x="1988738" y="4278912"/>
              <a:ext cx="328612" cy="328612"/>
            </a:xfrm>
            <a:prstGeom prst="ellipse">
              <a:avLst/>
            </a:prstGeom>
            <a:gradFill>
              <a:gsLst>
                <a:gs pos="0">
                  <a:srgbClr val="FFFFD5">
                    <a:alpha val="12147"/>
                  </a:srgbClr>
                </a:gs>
                <a:gs pos="14286">
                  <a:srgbClr val="FFFFD5">
                    <a:alpha val="11222"/>
                  </a:srgbClr>
                </a:gs>
                <a:gs pos="28571">
                  <a:srgbClr val="FFFFD5">
                    <a:alpha val="8828"/>
                  </a:srgbClr>
                </a:gs>
                <a:gs pos="42857">
                  <a:srgbClr val="FFFFD5">
                    <a:alpha val="5882"/>
                  </a:srgbClr>
                </a:gs>
                <a:gs pos="57143">
                  <a:srgbClr val="FFFFD5">
                    <a:alpha val="3303"/>
                  </a:srgbClr>
                </a:gs>
                <a:gs pos="71429">
                  <a:srgbClr val="FFFFD5">
                    <a:alpha val="1560"/>
                  </a:srgbClr>
                </a:gs>
                <a:gs pos="85714">
                  <a:srgbClr val="FFFFD5">
                    <a:alpha val="620"/>
                  </a:srgbClr>
                </a:gs>
                <a:gs pos="100000">
                  <a:srgbClr val="FFFFD5">
                    <a:alpha val="2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Splat 398"/>
            <p:cNvSpPr>
              <a:spLocks noGrp="1"/>
            </p:cNvSpPr>
            <p:nvPr/>
          </p:nvSpPr>
          <p:spPr>
            <a:xfrm rot="5400000">
              <a:off x="2615471" y="4316252"/>
              <a:ext cx="328612" cy="328612"/>
            </a:xfrm>
            <a:prstGeom prst="ellipse">
              <a:avLst/>
            </a:prstGeom>
            <a:gradFill>
              <a:gsLst>
                <a:gs pos="0">
                  <a:srgbClr val="E16365">
                    <a:alpha val="32968"/>
                  </a:srgbClr>
                </a:gs>
                <a:gs pos="14286">
                  <a:srgbClr val="E16365">
                    <a:alpha val="30764"/>
                  </a:srgbClr>
                </a:gs>
                <a:gs pos="28571">
                  <a:srgbClr val="E16365">
                    <a:alpha val="24833"/>
                  </a:srgbClr>
                </a:gs>
                <a:gs pos="42857">
                  <a:srgbClr val="E16365">
                    <a:alpha val="17075"/>
                  </a:srgbClr>
                </a:gs>
                <a:gs pos="57143">
                  <a:srgbClr val="E16365">
                    <a:alpha val="9855"/>
                  </a:srgbClr>
                </a:gs>
                <a:gs pos="71429">
                  <a:srgbClr val="E16365">
                    <a:alpha val="4740"/>
                  </a:srgbClr>
                </a:gs>
                <a:gs pos="85714">
                  <a:srgbClr val="E16365">
                    <a:alpha val="1902"/>
                  </a:srgbClr>
                </a:gs>
                <a:gs pos="100000">
                  <a:srgbClr val="E1636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Splat 399"/>
            <p:cNvSpPr>
              <a:spLocks noGrp="1"/>
            </p:cNvSpPr>
            <p:nvPr/>
          </p:nvSpPr>
          <p:spPr>
            <a:xfrm rot="5410324">
              <a:off x="1417393" y="2655549"/>
              <a:ext cx="328612" cy="99611"/>
            </a:xfrm>
            <a:prstGeom prst="ellipse">
              <a:avLst/>
            </a:prstGeom>
            <a:gradFill>
              <a:gsLst>
                <a:gs pos="0">
                  <a:srgbClr val="F6FF00">
                    <a:alpha val="9499"/>
                  </a:srgbClr>
                </a:gs>
                <a:gs pos="14286">
                  <a:srgbClr val="F6FF00">
                    <a:alpha val="8766"/>
                  </a:srgbClr>
                </a:gs>
                <a:gs pos="28571">
                  <a:srgbClr val="F6FF00">
                    <a:alpha val="6875"/>
                  </a:srgbClr>
                </a:gs>
                <a:gs pos="42857">
                  <a:srgbClr val="F6FF00">
                    <a:alpha val="4565"/>
                  </a:srgbClr>
                </a:gs>
                <a:gs pos="57143">
                  <a:srgbClr val="F6FF00">
                    <a:alpha val="2556"/>
                  </a:srgbClr>
                </a:gs>
                <a:gs pos="71429">
                  <a:srgbClr val="F6FF00">
                    <a:alpha val="1205"/>
                  </a:srgbClr>
                </a:gs>
                <a:gs pos="85714">
                  <a:srgbClr val="F6FF00">
                    <a:alpha val="478"/>
                  </a:srgbClr>
                </a:gs>
                <a:gs pos="100000">
                  <a:srgbClr val="F6FF00">
                    <a:alpha val="1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Splat 400"/>
            <p:cNvSpPr>
              <a:spLocks noGrp="1"/>
            </p:cNvSpPr>
            <p:nvPr/>
          </p:nvSpPr>
          <p:spPr>
            <a:xfrm rot="3933157">
              <a:off x="3636169" y="1792684"/>
              <a:ext cx="328612" cy="91281"/>
            </a:xfrm>
            <a:prstGeom prst="ellipse">
              <a:avLst/>
            </a:prstGeom>
            <a:gradFill>
              <a:gsLst>
                <a:gs pos="0">
                  <a:srgbClr val="F6A9B3">
                    <a:alpha val="32968"/>
                  </a:srgbClr>
                </a:gs>
                <a:gs pos="14286">
                  <a:srgbClr val="F6A9B3">
                    <a:alpha val="30764"/>
                  </a:srgbClr>
                </a:gs>
                <a:gs pos="28571">
                  <a:srgbClr val="F6A9B3">
                    <a:alpha val="24833"/>
                  </a:srgbClr>
                </a:gs>
                <a:gs pos="42857">
                  <a:srgbClr val="F6A9B3">
                    <a:alpha val="17075"/>
                  </a:srgbClr>
                </a:gs>
                <a:gs pos="57143">
                  <a:srgbClr val="F6A9B3">
                    <a:alpha val="9855"/>
                  </a:srgbClr>
                </a:gs>
                <a:gs pos="71429">
                  <a:srgbClr val="F6A9B3">
                    <a:alpha val="4740"/>
                  </a:srgbClr>
                </a:gs>
                <a:gs pos="85714">
                  <a:srgbClr val="F6A9B3">
                    <a:alpha val="1902"/>
                  </a:srgbClr>
                </a:gs>
                <a:gs pos="100000">
                  <a:srgbClr val="F6A9B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Splat 401"/>
            <p:cNvSpPr>
              <a:spLocks noGrp="1"/>
            </p:cNvSpPr>
            <p:nvPr/>
          </p:nvSpPr>
          <p:spPr>
            <a:xfrm rot="5108503">
              <a:off x="797719" y="2078434"/>
              <a:ext cx="328612" cy="91281"/>
            </a:xfrm>
            <a:prstGeom prst="ellipse">
              <a:avLst/>
            </a:prstGeom>
            <a:gradFill>
              <a:gsLst>
                <a:gs pos="0">
                  <a:srgbClr val="FFC847">
                    <a:alpha val="32968"/>
                  </a:srgbClr>
                </a:gs>
                <a:gs pos="14286">
                  <a:srgbClr val="FFC847">
                    <a:alpha val="30764"/>
                  </a:srgbClr>
                </a:gs>
                <a:gs pos="28571">
                  <a:srgbClr val="FFC847">
                    <a:alpha val="24833"/>
                  </a:srgbClr>
                </a:gs>
                <a:gs pos="42857">
                  <a:srgbClr val="FFC847">
                    <a:alpha val="17075"/>
                  </a:srgbClr>
                </a:gs>
                <a:gs pos="57143">
                  <a:srgbClr val="FFC847">
                    <a:alpha val="9855"/>
                  </a:srgbClr>
                </a:gs>
                <a:gs pos="71429">
                  <a:srgbClr val="FFC847">
                    <a:alpha val="4740"/>
                  </a:srgbClr>
                </a:gs>
                <a:gs pos="85714">
                  <a:srgbClr val="FFC847">
                    <a:alpha val="1902"/>
                  </a:srgbClr>
                </a:gs>
                <a:gs pos="100000">
                  <a:srgbClr val="FFC84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Splat 402"/>
            <p:cNvSpPr>
              <a:spLocks noGrp="1"/>
            </p:cNvSpPr>
            <p:nvPr/>
          </p:nvSpPr>
          <p:spPr>
            <a:xfrm rot="-10614641">
              <a:off x="4150519" y="2602309"/>
              <a:ext cx="328612" cy="91281"/>
            </a:xfrm>
            <a:prstGeom prst="ellipse">
              <a:avLst/>
            </a:prstGeom>
            <a:gradFill>
              <a:gsLst>
                <a:gs pos="0">
                  <a:srgbClr val="C873B4">
                    <a:alpha val="24761"/>
                  </a:srgbClr>
                </a:gs>
                <a:gs pos="14286">
                  <a:srgbClr val="C873B4">
                    <a:alpha val="23009"/>
                  </a:srgbClr>
                </a:gs>
                <a:gs pos="28571">
                  <a:srgbClr val="C873B4">
                    <a:alpha val="18375"/>
                  </a:srgbClr>
                </a:gs>
                <a:gs pos="42857">
                  <a:srgbClr val="C873B4">
                    <a:alpha val="12469"/>
                  </a:srgbClr>
                </a:gs>
                <a:gs pos="57143">
                  <a:srgbClr val="C873B4">
                    <a:alpha val="7113"/>
                  </a:srgbClr>
                </a:gs>
                <a:gs pos="71429">
                  <a:srgbClr val="C873B4">
                    <a:alpha val="3395"/>
                  </a:srgbClr>
                </a:gs>
                <a:gs pos="85714">
                  <a:srgbClr val="C873B4">
                    <a:alpha val="1357"/>
                  </a:srgbClr>
                </a:gs>
                <a:gs pos="100000">
                  <a:srgbClr val="C873B4">
                    <a:alpha val="4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Splat 403"/>
            <p:cNvSpPr>
              <a:spLocks noGrp="1"/>
            </p:cNvSpPr>
            <p:nvPr/>
          </p:nvSpPr>
          <p:spPr>
            <a:xfrm rot="6025539">
              <a:off x="778669" y="3069034"/>
              <a:ext cx="328612" cy="91281"/>
            </a:xfrm>
            <a:prstGeom prst="ellipse">
              <a:avLst/>
            </a:prstGeom>
            <a:gradFill>
              <a:gsLst>
                <a:gs pos="0">
                  <a:srgbClr val="F0BB2B">
                    <a:alpha val="32968"/>
                  </a:srgbClr>
                </a:gs>
                <a:gs pos="14286">
                  <a:srgbClr val="F0BB2B">
                    <a:alpha val="30764"/>
                  </a:srgbClr>
                </a:gs>
                <a:gs pos="28571">
                  <a:srgbClr val="F0BB2B">
                    <a:alpha val="24833"/>
                  </a:srgbClr>
                </a:gs>
                <a:gs pos="42857">
                  <a:srgbClr val="F0BB2B">
                    <a:alpha val="17075"/>
                  </a:srgbClr>
                </a:gs>
                <a:gs pos="57143">
                  <a:srgbClr val="F0BB2B">
                    <a:alpha val="9855"/>
                  </a:srgbClr>
                </a:gs>
                <a:gs pos="71429">
                  <a:srgbClr val="F0BB2B">
                    <a:alpha val="4740"/>
                  </a:srgbClr>
                </a:gs>
                <a:gs pos="85714">
                  <a:srgbClr val="F0BB2B">
                    <a:alpha val="1902"/>
                  </a:srgbClr>
                </a:gs>
                <a:gs pos="100000">
                  <a:srgbClr val="F0BB2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Splat 404"/>
            <p:cNvSpPr>
              <a:spLocks noGrp="1"/>
            </p:cNvSpPr>
            <p:nvPr/>
          </p:nvSpPr>
          <p:spPr>
            <a:xfrm rot="8873282">
              <a:off x="4037263" y="2260355"/>
              <a:ext cx="328612" cy="91281"/>
            </a:xfrm>
            <a:prstGeom prst="ellipse">
              <a:avLst/>
            </a:prstGeom>
            <a:gradFill>
              <a:gsLst>
                <a:gs pos="0">
                  <a:srgbClr val="E3002F">
                    <a:alpha val="15252"/>
                  </a:srgbClr>
                </a:gs>
                <a:gs pos="14286">
                  <a:srgbClr val="E3002F">
                    <a:alpha val="14110"/>
                  </a:srgbClr>
                </a:gs>
                <a:gs pos="28571">
                  <a:srgbClr val="E3002F">
                    <a:alpha val="11139"/>
                  </a:srgbClr>
                </a:gs>
                <a:gs pos="42857">
                  <a:srgbClr val="E3002F">
                    <a:alpha val="7454"/>
                  </a:srgbClr>
                </a:gs>
                <a:gs pos="57143">
                  <a:srgbClr val="E3002F">
                    <a:alpha val="4201"/>
                  </a:srgbClr>
                </a:gs>
                <a:gs pos="71429">
                  <a:srgbClr val="E3002F">
                    <a:alpha val="1989"/>
                  </a:srgbClr>
                </a:gs>
                <a:gs pos="85714">
                  <a:srgbClr val="E3002F">
                    <a:alpha val="791"/>
                  </a:srgbClr>
                </a:gs>
                <a:gs pos="100000">
                  <a:srgbClr val="E3002F">
                    <a:alpha val="2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Splat 405"/>
            <p:cNvSpPr>
              <a:spLocks noGrp="1"/>
            </p:cNvSpPr>
            <p:nvPr/>
          </p:nvSpPr>
          <p:spPr>
            <a:xfrm rot="5673277">
              <a:off x="969169" y="2630884"/>
              <a:ext cx="328612" cy="91281"/>
            </a:xfrm>
            <a:prstGeom prst="ellipse">
              <a:avLst/>
            </a:prstGeom>
            <a:gradFill>
              <a:gsLst>
                <a:gs pos="0">
                  <a:srgbClr val="B90049">
                    <a:alpha val="32968"/>
                  </a:srgbClr>
                </a:gs>
                <a:gs pos="14286">
                  <a:srgbClr val="B90049">
                    <a:alpha val="30764"/>
                  </a:srgbClr>
                </a:gs>
                <a:gs pos="28571">
                  <a:srgbClr val="B90049">
                    <a:alpha val="24833"/>
                  </a:srgbClr>
                </a:gs>
                <a:gs pos="42857">
                  <a:srgbClr val="B90049">
                    <a:alpha val="17075"/>
                  </a:srgbClr>
                </a:gs>
                <a:gs pos="57143">
                  <a:srgbClr val="B90049">
                    <a:alpha val="9855"/>
                  </a:srgbClr>
                </a:gs>
                <a:gs pos="71429">
                  <a:srgbClr val="B90049">
                    <a:alpha val="4740"/>
                  </a:srgbClr>
                </a:gs>
                <a:gs pos="85714">
                  <a:srgbClr val="B90049">
                    <a:alpha val="1902"/>
                  </a:srgbClr>
                </a:gs>
                <a:gs pos="100000">
                  <a:srgbClr val="B9004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Splat 406"/>
            <p:cNvSpPr>
              <a:spLocks noGrp="1"/>
            </p:cNvSpPr>
            <p:nvPr/>
          </p:nvSpPr>
          <p:spPr>
            <a:xfrm rot="4186491">
              <a:off x="1302544" y="3992959"/>
              <a:ext cx="328612" cy="91281"/>
            </a:xfrm>
            <a:prstGeom prst="ellipse">
              <a:avLst/>
            </a:prstGeom>
            <a:gradFill>
              <a:gsLst>
                <a:gs pos="0">
                  <a:srgbClr val="FF6A00">
                    <a:alpha val="19403"/>
                  </a:srgbClr>
                </a:gs>
                <a:gs pos="14286">
                  <a:srgbClr val="FF6A00">
                    <a:alpha val="17984"/>
                  </a:srgbClr>
                </a:gs>
                <a:gs pos="28571">
                  <a:srgbClr val="FF6A00">
                    <a:alpha val="14267"/>
                  </a:srgbClr>
                </a:gs>
                <a:gs pos="42857">
                  <a:srgbClr val="FF6A00">
                    <a:alpha val="9604"/>
                  </a:srgbClr>
                </a:gs>
                <a:gs pos="57143">
                  <a:srgbClr val="FF6A00">
                    <a:alpha val="5441"/>
                  </a:srgbClr>
                </a:gs>
                <a:gs pos="71429">
                  <a:srgbClr val="FF6A00">
                    <a:alpha val="2585"/>
                  </a:srgbClr>
                </a:gs>
                <a:gs pos="85714">
                  <a:srgbClr val="FF6A00">
                    <a:alpha val="1030"/>
                  </a:srgbClr>
                </a:gs>
                <a:gs pos="100000">
                  <a:srgbClr val="FF6A00">
                    <a:alpha val="3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Splat 407"/>
            <p:cNvSpPr>
              <a:spLocks noGrp="1"/>
            </p:cNvSpPr>
            <p:nvPr/>
          </p:nvSpPr>
          <p:spPr>
            <a:xfrm rot="5229635">
              <a:off x="3656206" y="2031222"/>
              <a:ext cx="328612" cy="91281"/>
            </a:xfrm>
            <a:prstGeom prst="ellipse">
              <a:avLst/>
            </a:prstGeom>
            <a:gradFill>
              <a:gsLst>
                <a:gs pos="0">
                  <a:srgbClr val="4D4D57">
                    <a:alpha val="32968"/>
                  </a:srgbClr>
                </a:gs>
                <a:gs pos="14286">
                  <a:srgbClr val="4D4D57">
                    <a:alpha val="30764"/>
                  </a:srgbClr>
                </a:gs>
                <a:gs pos="28571">
                  <a:srgbClr val="4D4D57">
                    <a:alpha val="24833"/>
                  </a:srgbClr>
                </a:gs>
                <a:gs pos="42857">
                  <a:srgbClr val="4D4D57">
                    <a:alpha val="17075"/>
                  </a:srgbClr>
                </a:gs>
                <a:gs pos="57143">
                  <a:srgbClr val="4D4D57">
                    <a:alpha val="9855"/>
                  </a:srgbClr>
                </a:gs>
                <a:gs pos="71429">
                  <a:srgbClr val="4D4D57">
                    <a:alpha val="4740"/>
                  </a:srgbClr>
                </a:gs>
                <a:gs pos="85714">
                  <a:srgbClr val="4D4D57">
                    <a:alpha val="1902"/>
                  </a:srgbClr>
                </a:gs>
                <a:gs pos="100000">
                  <a:srgbClr val="4D4D5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Splat 408"/>
            <p:cNvSpPr>
              <a:spLocks noGrp="1"/>
            </p:cNvSpPr>
            <p:nvPr/>
          </p:nvSpPr>
          <p:spPr>
            <a:xfrm rot="-8993753">
              <a:off x="3321844" y="1640284"/>
              <a:ext cx="328612" cy="91281"/>
            </a:xfrm>
            <a:prstGeom prst="ellipse">
              <a:avLst/>
            </a:prstGeom>
            <a:gradFill>
              <a:gsLst>
                <a:gs pos="0">
                  <a:srgbClr val="CC6BE8">
                    <a:alpha val="6656"/>
                  </a:srgbClr>
                </a:gs>
                <a:gs pos="14286">
                  <a:srgbClr val="CC6BE8">
                    <a:alpha val="6135"/>
                  </a:srgbClr>
                </a:gs>
                <a:gs pos="28571">
                  <a:srgbClr val="CC6BE8">
                    <a:alpha val="4797"/>
                  </a:srgbClr>
                </a:gs>
                <a:gs pos="42857">
                  <a:srgbClr val="CC6BE8">
                    <a:alpha val="3173"/>
                  </a:srgbClr>
                </a:gs>
                <a:gs pos="57143">
                  <a:srgbClr val="CC6BE8">
                    <a:alpha val="1771"/>
                  </a:srgbClr>
                </a:gs>
                <a:gs pos="71429">
                  <a:srgbClr val="CC6BE8">
                    <a:alpha val="833"/>
                  </a:srgbClr>
                </a:gs>
                <a:gs pos="85714">
                  <a:srgbClr val="CC6BE8">
                    <a:alpha val="330"/>
                  </a:srgbClr>
                </a:gs>
                <a:gs pos="100000">
                  <a:srgbClr val="CC6BE8">
                    <a:alpha val="1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Splat 409"/>
            <p:cNvSpPr>
              <a:spLocks noGrp="1"/>
            </p:cNvSpPr>
            <p:nvPr/>
          </p:nvSpPr>
          <p:spPr>
            <a:xfrm rot="4436118">
              <a:off x="758868" y="4167629"/>
              <a:ext cx="328612" cy="91281"/>
            </a:xfrm>
            <a:prstGeom prst="ellipse">
              <a:avLst/>
            </a:prstGeom>
            <a:gradFill>
              <a:gsLst>
                <a:gs pos="0">
                  <a:srgbClr val="970000">
                    <a:alpha val="16531"/>
                  </a:srgbClr>
                </a:gs>
                <a:gs pos="14286">
                  <a:srgbClr val="970000">
                    <a:alpha val="15302"/>
                  </a:srgbClr>
                </a:gs>
                <a:gs pos="28571">
                  <a:srgbClr val="970000">
                    <a:alpha val="12098"/>
                  </a:srgbClr>
                </a:gs>
                <a:gs pos="42857">
                  <a:srgbClr val="970000">
                    <a:alpha val="8110"/>
                  </a:srgbClr>
                </a:gs>
                <a:gs pos="57143">
                  <a:srgbClr val="970000">
                    <a:alpha val="4578"/>
                  </a:srgbClr>
                </a:gs>
                <a:gs pos="71429">
                  <a:srgbClr val="970000">
                    <a:alpha val="2170"/>
                  </a:srgbClr>
                </a:gs>
                <a:gs pos="85714">
                  <a:srgbClr val="970000">
                    <a:alpha val="864"/>
                  </a:srgbClr>
                </a:gs>
                <a:gs pos="100000">
                  <a:srgbClr val="970000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Splat 410"/>
            <p:cNvSpPr>
              <a:spLocks noGrp="1"/>
            </p:cNvSpPr>
            <p:nvPr/>
          </p:nvSpPr>
          <p:spPr>
            <a:xfrm rot="9423655">
              <a:off x="2918904" y="1951820"/>
              <a:ext cx="328612" cy="91281"/>
            </a:xfrm>
            <a:prstGeom prst="ellipse">
              <a:avLst/>
            </a:prstGeom>
            <a:gradFill>
              <a:gsLst>
                <a:gs pos="0">
                  <a:srgbClr val="FFFFB2">
                    <a:alpha val="17872"/>
                  </a:srgbClr>
                </a:gs>
                <a:gs pos="14286">
                  <a:srgbClr val="FFFFB2">
                    <a:alpha val="16554"/>
                  </a:srgbClr>
                </a:gs>
                <a:gs pos="28571">
                  <a:srgbClr val="FFFFB2">
                    <a:alpha val="13109"/>
                  </a:srgbClr>
                </a:gs>
                <a:gs pos="42857">
                  <a:srgbClr val="FFFFB2">
                    <a:alpha val="8805"/>
                  </a:srgbClr>
                </a:gs>
                <a:gs pos="57143">
                  <a:srgbClr val="FFFFB2">
                    <a:alpha val="4979"/>
                  </a:srgbClr>
                </a:gs>
                <a:gs pos="71429">
                  <a:srgbClr val="FFFFB2">
                    <a:alpha val="2362"/>
                  </a:srgbClr>
                </a:gs>
                <a:gs pos="85714">
                  <a:srgbClr val="FFFFB2">
                    <a:alpha val="941"/>
                  </a:srgbClr>
                </a:gs>
                <a:gs pos="100000">
                  <a:srgbClr val="FFFFB2">
                    <a:alpha val="3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Splat 411"/>
            <p:cNvSpPr>
              <a:spLocks noGrp="1"/>
            </p:cNvSpPr>
            <p:nvPr/>
          </p:nvSpPr>
          <p:spPr>
            <a:xfrm rot="-8960235">
              <a:off x="2557201" y="2368235"/>
              <a:ext cx="328612" cy="169509"/>
            </a:xfrm>
            <a:prstGeom prst="ellipse">
              <a:avLst/>
            </a:prstGeom>
            <a:gradFill>
              <a:gsLst>
                <a:gs pos="0">
                  <a:srgbClr val="A2618F">
                    <a:alpha val="32968"/>
                  </a:srgbClr>
                </a:gs>
                <a:gs pos="14286">
                  <a:srgbClr val="A2618F">
                    <a:alpha val="30764"/>
                  </a:srgbClr>
                </a:gs>
                <a:gs pos="28571">
                  <a:srgbClr val="A2618F">
                    <a:alpha val="24833"/>
                  </a:srgbClr>
                </a:gs>
                <a:gs pos="42857">
                  <a:srgbClr val="A2618F">
                    <a:alpha val="17075"/>
                  </a:srgbClr>
                </a:gs>
                <a:gs pos="57143">
                  <a:srgbClr val="A2618F">
                    <a:alpha val="9855"/>
                  </a:srgbClr>
                </a:gs>
                <a:gs pos="71429">
                  <a:srgbClr val="A2618F">
                    <a:alpha val="4740"/>
                  </a:srgbClr>
                </a:gs>
                <a:gs pos="85714">
                  <a:srgbClr val="A2618F">
                    <a:alpha val="1902"/>
                  </a:srgbClr>
                </a:gs>
                <a:gs pos="100000">
                  <a:srgbClr val="A2618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Splat 412"/>
            <p:cNvSpPr>
              <a:spLocks noGrp="1"/>
            </p:cNvSpPr>
            <p:nvPr/>
          </p:nvSpPr>
          <p:spPr>
            <a:xfrm rot="8744160">
              <a:off x="4064794" y="2230834"/>
              <a:ext cx="328612" cy="91281"/>
            </a:xfrm>
            <a:prstGeom prst="ellipse">
              <a:avLst/>
            </a:prstGeom>
            <a:gradFill>
              <a:gsLst>
                <a:gs pos="0">
                  <a:srgbClr val="C00000">
                    <a:alpha val="32968"/>
                  </a:srgbClr>
                </a:gs>
                <a:gs pos="14286">
                  <a:srgbClr val="C00000">
                    <a:alpha val="30764"/>
                  </a:srgbClr>
                </a:gs>
                <a:gs pos="28571">
                  <a:srgbClr val="C00000">
                    <a:alpha val="24833"/>
                  </a:srgbClr>
                </a:gs>
                <a:gs pos="42857">
                  <a:srgbClr val="C00000">
                    <a:alpha val="17075"/>
                  </a:srgbClr>
                </a:gs>
                <a:gs pos="57143">
                  <a:srgbClr val="C00000">
                    <a:alpha val="9855"/>
                  </a:srgbClr>
                </a:gs>
                <a:gs pos="71429">
                  <a:srgbClr val="C00000">
                    <a:alpha val="4740"/>
                  </a:srgbClr>
                </a:gs>
                <a:gs pos="85714">
                  <a:srgbClr val="C00000">
                    <a:alpha val="1902"/>
                  </a:srgbClr>
                </a:gs>
                <a:gs pos="100000">
                  <a:srgbClr val="C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Splat 413"/>
            <p:cNvSpPr>
              <a:spLocks noGrp="1"/>
            </p:cNvSpPr>
            <p:nvPr/>
          </p:nvSpPr>
          <p:spPr>
            <a:xfrm rot="9343544">
              <a:off x="645929" y="4197220"/>
              <a:ext cx="328612" cy="91281"/>
            </a:xfrm>
            <a:prstGeom prst="ellipse">
              <a:avLst/>
            </a:prstGeom>
            <a:gradFill>
              <a:gsLst>
                <a:gs pos="0">
                  <a:srgbClr val="BD0092">
                    <a:alpha val="31498"/>
                  </a:srgbClr>
                </a:gs>
                <a:gs pos="14286">
                  <a:srgbClr val="BD0092">
                    <a:alpha val="29370"/>
                  </a:srgbClr>
                </a:gs>
                <a:gs pos="28571">
                  <a:srgbClr val="BD0092">
                    <a:alpha val="23661"/>
                  </a:srgbClr>
                </a:gs>
                <a:gs pos="42857">
                  <a:srgbClr val="BD0092">
                    <a:alpha val="16229"/>
                  </a:srgbClr>
                </a:gs>
                <a:gs pos="57143">
                  <a:srgbClr val="BD0092">
                    <a:alpha val="9346"/>
                  </a:srgbClr>
                </a:gs>
                <a:gs pos="71429">
                  <a:srgbClr val="BD0092">
                    <a:alpha val="4489"/>
                  </a:srgbClr>
                </a:gs>
                <a:gs pos="85714">
                  <a:srgbClr val="BD0092">
                    <a:alpha val="1800"/>
                  </a:srgbClr>
                </a:gs>
                <a:gs pos="100000">
                  <a:srgbClr val="BD0092">
                    <a:alpha val="6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Splat 414"/>
            <p:cNvSpPr>
              <a:spLocks noGrp="1"/>
            </p:cNvSpPr>
            <p:nvPr/>
          </p:nvSpPr>
          <p:spPr>
            <a:xfrm rot="4269102">
              <a:off x="3588544" y="2078434"/>
              <a:ext cx="328612" cy="91281"/>
            </a:xfrm>
            <a:prstGeom prst="ellipse">
              <a:avLst/>
            </a:prstGeom>
            <a:gradFill>
              <a:gsLst>
                <a:gs pos="0">
                  <a:srgbClr val="009A9B">
                    <a:alpha val="32968"/>
                  </a:srgbClr>
                </a:gs>
                <a:gs pos="14286">
                  <a:srgbClr val="009A9B">
                    <a:alpha val="30764"/>
                  </a:srgbClr>
                </a:gs>
                <a:gs pos="28571">
                  <a:srgbClr val="009A9B">
                    <a:alpha val="24833"/>
                  </a:srgbClr>
                </a:gs>
                <a:gs pos="42857">
                  <a:srgbClr val="009A9B">
                    <a:alpha val="17075"/>
                  </a:srgbClr>
                </a:gs>
                <a:gs pos="57143">
                  <a:srgbClr val="009A9B">
                    <a:alpha val="9855"/>
                  </a:srgbClr>
                </a:gs>
                <a:gs pos="71429">
                  <a:srgbClr val="009A9B">
                    <a:alpha val="4740"/>
                  </a:srgbClr>
                </a:gs>
                <a:gs pos="85714">
                  <a:srgbClr val="009A9B">
                    <a:alpha val="1902"/>
                  </a:srgbClr>
                </a:gs>
                <a:gs pos="100000">
                  <a:srgbClr val="009A9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Splat 415"/>
            <p:cNvSpPr>
              <a:spLocks noGrp="1"/>
            </p:cNvSpPr>
            <p:nvPr/>
          </p:nvSpPr>
          <p:spPr>
            <a:xfrm rot="-8118374">
              <a:off x="1202214" y="4227837"/>
              <a:ext cx="328612" cy="91281"/>
            </a:xfrm>
            <a:prstGeom prst="ellipse">
              <a:avLst/>
            </a:prstGeom>
            <a:gradFill>
              <a:gsLst>
                <a:gs pos="0">
                  <a:srgbClr val="009C91">
                    <a:alpha val="32968"/>
                  </a:srgbClr>
                </a:gs>
                <a:gs pos="14286">
                  <a:srgbClr val="009C91">
                    <a:alpha val="30764"/>
                  </a:srgbClr>
                </a:gs>
                <a:gs pos="28571">
                  <a:srgbClr val="009C91">
                    <a:alpha val="24833"/>
                  </a:srgbClr>
                </a:gs>
                <a:gs pos="42857">
                  <a:srgbClr val="009C91">
                    <a:alpha val="17075"/>
                  </a:srgbClr>
                </a:gs>
                <a:gs pos="57143">
                  <a:srgbClr val="009C91">
                    <a:alpha val="9855"/>
                  </a:srgbClr>
                </a:gs>
                <a:gs pos="71429">
                  <a:srgbClr val="009C91">
                    <a:alpha val="4740"/>
                  </a:srgbClr>
                </a:gs>
                <a:gs pos="85714">
                  <a:srgbClr val="009C91">
                    <a:alpha val="1902"/>
                  </a:srgbClr>
                </a:gs>
                <a:gs pos="100000">
                  <a:srgbClr val="009C9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Splat 416"/>
            <p:cNvSpPr>
              <a:spLocks noGrp="1"/>
            </p:cNvSpPr>
            <p:nvPr/>
          </p:nvSpPr>
          <p:spPr>
            <a:xfrm rot="5939704">
              <a:off x="4041650" y="843605"/>
              <a:ext cx="328612" cy="91281"/>
            </a:xfrm>
            <a:prstGeom prst="ellipse">
              <a:avLst/>
            </a:prstGeom>
            <a:gradFill>
              <a:gsLst>
                <a:gs pos="0">
                  <a:srgbClr val="897E00">
                    <a:alpha val="32968"/>
                  </a:srgbClr>
                </a:gs>
                <a:gs pos="14286">
                  <a:srgbClr val="897E00">
                    <a:alpha val="30764"/>
                  </a:srgbClr>
                </a:gs>
                <a:gs pos="28571">
                  <a:srgbClr val="897E00">
                    <a:alpha val="24833"/>
                  </a:srgbClr>
                </a:gs>
                <a:gs pos="42857">
                  <a:srgbClr val="897E00">
                    <a:alpha val="17075"/>
                  </a:srgbClr>
                </a:gs>
                <a:gs pos="57143">
                  <a:srgbClr val="897E00">
                    <a:alpha val="9855"/>
                  </a:srgbClr>
                </a:gs>
                <a:gs pos="71429">
                  <a:srgbClr val="897E00">
                    <a:alpha val="4740"/>
                  </a:srgbClr>
                </a:gs>
                <a:gs pos="85714">
                  <a:srgbClr val="897E00">
                    <a:alpha val="1902"/>
                  </a:srgbClr>
                </a:gs>
                <a:gs pos="100000">
                  <a:srgbClr val="897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Splat 417"/>
            <p:cNvSpPr>
              <a:spLocks noGrp="1"/>
            </p:cNvSpPr>
            <p:nvPr/>
          </p:nvSpPr>
          <p:spPr>
            <a:xfrm rot="7885820">
              <a:off x="3293269" y="1935559"/>
              <a:ext cx="328612" cy="91281"/>
            </a:xfrm>
            <a:prstGeom prst="ellipse">
              <a:avLst/>
            </a:prstGeom>
            <a:gradFill>
              <a:gsLst>
                <a:gs pos="0">
                  <a:srgbClr val="DD9EC0">
                    <a:alpha val="32968"/>
                  </a:srgbClr>
                </a:gs>
                <a:gs pos="14286">
                  <a:srgbClr val="DD9EC0">
                    <a:alpha val="30764"/>
                  </a:srgbClr>
                </a:gs>
                <a:gs pos="28571">
                  <a:srgbClr val="DD9EC0">
                    <a:alpha val="24833"/>
                  </a:srgbClr>
                </a:gs>
                <a:gs pos="42857">
                  <a:srgbClr val="DD9EC0">
                    <a:alpha val="17075"/>
                  </a:srgbClr>
                </a:gs>
                <a:gs pos="57143">
                  <a:srgbClr val="DD9EC0">
                    <a:alpha val="9855"/>
                  </a:srgbClr>
                </a:gs>
                <a:gs pos="71429">
                  <a:srgbClr val="DD9EC0">
                    <a:alpha val="4740"/>
                  </a:srgbClr>
                </a:gs>
                <a:gs pos="85714">
                  <a:srgbClr val="DD9EC0">
                    <a:alpha val="1902"/>
                  </a:srgbClr>
                </a:gs>
                <a:gs pos="100000">
                  <a:srgbClr val="DD9EC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Splat 418"/>
            <p:cNvSpPr>
              <a:spLocks noGrp="1"/>
            </p:cNvSpPr>
            <p:nvPr/>
          </p:nvSpPr>
          <p:spPr>
            <a:xfrm rot="-9377143">
              <a:off x="1187488" y="4401706"/>
              <a:ext cx="328612" cy="91281"/>
            </a:xfrm>
            <a:prstGeom prst="ellipse">
              <a:avLst/>
            </a:prstGeom>
            <a:gradFill>
              <a:gsLst>
                <a:gs pos="0">
                  <a:srgbClr val="666F55">
                    <a:alpha val="32968"/>
                  </a:srgbClr>
                </a:gs>
                <a:gs pos="14286">
                  <a:srgbClr val="666F55">
                    <a:alpha val="30764"/>
                  </a:srgbClr>
                </a:gs>
                <a:gs pos="28571">
                  <a:srgbClr val="666F55">
                    <a:alpha val="24833"/>
                  </a:srgbClr>
                </a:gs>
                <a:gs pos="42857">
                  <a:srgbClr val="666F55">
                    <a:alpha val="17075"/>
                  </a:srgbClr>
                </a:gs>
                <a:gs pos="57143">
                  <a:srgbClr val="666F55">
                    <a:alpha val="9855"/>
                  </a:srgbClr>
                </a:gs>
                <a:gs pos="71429">
                  <a:srgbClr val="666F55">
                    <a:alpha val="4740"/>
                  </a:srgbClr>
                </a:gs>
                <a:gs pos="85714">
                  <a:srgbClr val="666F55">
                    <a:alpha val="1902"/>
                  </a:srgbClr>
                </a:gs>
                <a:gs pos="100000">
                  <a:srgbClr val="666F5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Splat 419"/>
            <p:cNvSpPr>
              <a:spLocks noGrp="1"/>
            </p:cNvSpPr>
            <p:nvPr/>
          </p:nvSpPr>
          <p:spPr>
            <a:xfrm rot="6514580">
              <a:off x="2752462" y="2142082"/>
              <a:ext cx="328613" cy="114185"/>
            </a:xfrm>
            <a:prstGeom prst="ellipse">
              <a:avLst/>
            </a:prstGeom>
            <a:gradFill>
              <a:gsLst>
                <a:gs pos="0">
                  <a:srgbClr val="D1FFAE">
                    <a:alpha val="2794"/>
                  </a:srgbClr>
                </a:gs>
                <a:gs pos="14286">
                  <a:srgbClr val="D1FFAE">
                    <a:alpha val="2571"/>
                  </a:srgbClr>
                </a:gs>
                <a:gs pos="28571">
                  <a:srgbClr val="D1FFAE">
                    <a:alpha val="2002"/>
                  </a:srgbClr>
                </a:gs>
                <a:gs pos="42857">
                  <a:srgbClr val="D1FFAE">
                    <a:alpha val="1318"/>
                  </a:srgbClr>
                </a:gs>
                <a:gs pos="57143">
                  <a:srgbClr val="D1FFAE">
                    <a:alpha val="732"/>
                  </a:srgbClr>
                </a:gs>
                <a:gs pos="71429">
                  <a:srgbClr val="D1FFAE">
                    <a:alpha val="344"/>
                  </a:srgbClr>
                </a:gs>
                <a:gs pos="85714">
                  <a:srgbClr val="D1FFAE">
                    <a:alpha val="136"/>
                  </a:srgbClr>
                </a:gs>
                <a:gs pos="100000">
                  <a:srgbClr val="D1FFAE">
                    <a:alpha val="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Splat 420"/>
            <p:cNvSpPr>
              <a:spLocks noGrp="1"/>
            </p:cNvSpPr>
            <p:nvPr/>
          </p:nvSpPr>
          <p:spPr>
            <a:xfrm rot="6120927">
              <a:off x="826294" y="2221309"/>
              <a:ext cx="328612" cy="91281"/>
            </a:xfrm>
            <a:prstGeom prst="ellipse">
              <a:avLst/>
            </a:prstGeom>
            <a:gradFill>
              <a:gsLst>
                <a:gs pos="0">
                  <a:srgbClr val="FFE557">
                    <a:alpha val="32968"/>
                  </a:srgbClr>
                </a:gs>
                <a:gs pos="14286">
                  <a:srgbClr val="FFE557">
                    <a:alpha val="30764"/>
                  </a:srgbClr>
                </a:gs>
                <a:gs pos="28571">
                  <a:srgbClr val="FFE557">
                    <a:alpha val="24833"/>
                  </a:srgbClr>
                </a:gs>
                <a:gs pos="42857">
                  <a:srgbClr val="FFE557">
                    <a:alpha val="17075"/>
                  </a:srgbClr>
                </a:gs>
                <a:gs pos="57143">
                  <a:srgbClr val="FFE557">
                    <a:alpha val="9855"/>
                  </a:srgbClr>
                </a:gs>
                <a:gs pos="71429">
                  <a:srgbClr val="FFE557">
                    <a:alpha val="4740"/>
                  </a:srgbClr>
                </a:gs>
                <a:gs pos="85714">
                  <a:srgbClr val="FFE557">
                    <a:alpha val="1902"/>
                  </a:srgbClr>
                </a:gs>
                <a:gs pos="100000">
                  <a:srgbClr val="FFE55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Splat 421"/>
            <p:cNvSpPr>
              <a:spLocks noGrp="1"/>
            </p:cNvSpPr>
            <p:nvPr/>
          </p:nvSpPr>
          <p:spPr>
            <a:xfrm rot="-10129693">
              <a:off x="1255593" y="751382"/>
              <a:ext cx="328612" cy="91281"/>
            </a:xfrm>
            <a:prstGeom prst="ellipse">
              <a:avLst/>
            </a:prstGeom>
            <a:gradFill>
              <a:gsLst>
                <a:gs pos="0">
                  <a:srgbClr val="D2FFFF">
                    <a:alpha val="7128"/>
                  </a:srgbClr>
                </a:gs>
                <a:gs pos="14286">
                  <a:srgbClr val="D2FFFF">
                    <a:alpha val="6571"/>
                  </a:srgbClr>
                </a:gs>
                <a:gs pos="28571">
                  <a:srgbClr val="D2FFFF">
                    <a:alpha val="5140"/>
                  </a:srgbClr>
                </a:gs>
                <a:gs pos="42857">
                  <a:srgbClr val="D2FFFF">
                    <a:alpha val="3402"/>
                  </a:srgbClr>
                </a:gs>
                <a:gs pos="57143">
                  <a:srgbClr val="D2FFFF">
                    <a:alpha val="1900"/>
                  </a:srgbClr>
                </a:gs>
                <a:gs pos="71429">
                  <a:srgbClr val="D2FFFF">
                    <a:alpha val="894"/>
                  </a:srgbClr>
                </a:gs>
                <a:gs pos="85714">
                  <a:srgbClr val="D2FFFF">
                    <a:alpha val="354"/>
                  </a:srgbClr>
                </a:gs>
                <a:gs pos="100000">
                  <a:srgbClr val="D2FFFF">
                    <a:alpha val="1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Splat 422"/>
            <p:cNvSpPr>
              <a:spLocks noGrp="1"/>
            </p:cNvSpPr>
            <p:nvPr/>
          </p:nvSpPr>
          <p:spPr>
            <a:xfrm rot="5400000">
              <a:off x="4242501" y="2476367"/>
              <a:ext cx="510308" cy="510308"/>
            </a:xfrm>
            <a:prstGeom prst="ellipse">
              <a:avLst/>
            </a:prstGeom>
            <a:gradFill>
              <a:gsLst>
                <a:gs pos="0">
                  <a:srgbClr val="A47BC0">
                    <a:alpha val="32968"/>
                  </a:srgbClr>
                </a:gs>
                <a:gs pos="14286">
                  <a:srgbClr val="A47BC0">
                    <a:alpha val="30764"/>
                  </a:srgbClr>
                </a:gs>
                <a:gs pos="28571">
                  <a:srgbClr val="A47BC0">
                    <a:alpha val="24833"/>
                  </a:srgbClr>
                </a:gs>
                <a:gs pos="42857">
                  <a:srgbClr val="A47BC0">
                    <a:alpha val="17075"/>
                  </a:srgbClr>
                </a:gs>
                <a:gs pos="57143">
                  <a:srgbClr val="A47BC0">
                    <a:alpha val="9855"/>
                  </a:srgbClr>
                </a:gs>
                <a:gs pos="71429">
                  <a:srgbClr val="A47BC0">
                    <a:alpha val="4740"/>
                  </a:srgbClr>
                </a:gs>
                <a:gs pos="85714">
                  <a:srgbClr val="A47BC0">
                    <a:alpha val="1902"/>
                  </a:srgbClr>
                </a:gs>
                <a:gs pos="100000">
                  <a:srgbClr val="A47BC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Splat 423"/>
            <p:cNvSpPr>
              <a:spLocks noGrp="1"/>
            </p:cNvSpPr>
            <p:nvPr/>
          </p:nvSpPr>
          <p:spPr>
            <a:xfrm rot="7226552">
              <a:off x="2692610" y="2150371"/>
              <a:ext cx="328612" cy="123475"/>
            </a:xfrm>
            <a:prstGeom prst="ellipse">
              <a:avLst/>
            </a:prstGeom>
            <a:gradFill>
              <a:gsLst>
                <a:gs pos="0">
                  <a:srgbClr val="00FF63">
                    <a:alpha val="1424"/>
                  </a:srgbClr>
                </a:gs>
                <a:gs pos="14286">
                  <a:srgbClr val="00FF63">
                    <a:alpha val="1310"/>
                  </a:srgbClr>
                </a:gs>
                <a:gs pos="28571">
                  <a:srgbClr val="00FF63">
                    <a:alpha val="1018"/>
                  </a:srgbClr>
                </a:gs>
                <a:gs pos="42857">
                  <a:srgbClr val="00FF63">
                    <a:alpha val="669"/>
                  </a:srgbClr>
                </a:gs>
                <a:gs pos="57143">
                  <a:srgbClr val="00FF63">
                    <a:alpha val="371"/>
                  </a:srgbClr>
                </a:gs>
                <a:gs pos="71429">
                  <a:srgbClr val="00FF63">
                    <a:alpha val="174"/>
                  </a:srgbClr>
                </a:gs>
                <a:gs pos="85714">
                  <a:srgbClr val="00FF63">
                    <a:alpha val="69"/>
                  </a:srgbClr>
                </a:gs>
                <a:gs pos="100000">
                  <a:srgbClr val="00FF63">
                    <a:alpha val="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Splat 424"/>
            <p:cNvSpPr>
              <a:spLocks noGrp="1"/>
            </p:cNvSpPr>
            <p:nvPr/>
          </p:nvSpPr>
          <p:spPr>
            <a:xfrm rot="5400000">
              <a:off x="4242972" y="-47721"/>
              <a:ext cx="464000" cy="464000"/>
            </a:xfrm>
            <a:prstGeom prst="ellipse">
              <a:avLst/>
            </a:prstGeom>
            <a:gradFill>
              <a:gsLst>
                <a:gs pos="0">
                  <a:srgbClr val="FF85EC">
                    <a:alpha val="25138"/>
                  </a:srgbClr>
                </a:gs>
                <a:gs pos="14286">
                  <a:srgbClr val="FF85EC">
                    <a:alpha val="23364"/>
                  </a:srgbClr>
                </a:gs>
                <a:gs pos="28571">
                  <a:srgbClr val="FF85EC">
                    <a:alpha val="18667"/>
                  </a:srgbClr>
                </a:gs>
                <a:gs pos="42857">
                  <a:srgbClr val="FF85EC">
                    <a:alpha val="12674"/>
                  </a:srgbClr>
                </a:gs>
                <a:gs pos="57143">
                  <a:srgbClr val="FF85EC">
                    <a:alpha val="7234"/>
                  </a:srgbClr>
                </a:gs>
                <a:gs pos="71429">
                  <a:srgbClr val="FF85EC">
                    <a:alpha val="3454"/>
                  </a:srgbClr>
                </a:gs>
                <a:gs pos="85714">
                  <a:srgbClr val="FF85EC">
                    <a:alpha val="1380"/>
                  </a:srgbClr>
                </a:gs>
                <a:gs pos="100000">
                  <a:srgbClr val="FF85EC">
                    <a:alpha val="4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Splat 425"/>
            <p:cNvSpPr>
              <a:spLocks noGrp="1"/>
            </p:cNvSpPr>
            <p:nvPr/>
          </p:nvSpPr>
          <p:spPr>
            <a:xfrm rot="5400000">
              <a:off x="2524384" y="4514732"/>
              <a:ext cx="495140" cy="495140"/>
            </a:xfrm>
            <a:prstGeom prst="ellipse">
              <a:avLst/>
            </a:prstGeom>
            <a:gradFill>
              <a:gsLst>
                <a:gs pos="0">
                  <a:srgbClr val="974137">
                    <a:alpha val="32968"/>
                  </a:srgbClr>
                </a:gs>
                <a:gs pos="14286">
                  <a:srgbClr val="974137">
                    <a:alpha val="30764"/>
                  </a:srgbClr>
                </a:gs>
                <a:gs pos="28571">
                  <a:srgbClr val="974137">
                    <a:alpha val="24833"/>
                  </a:srgbClr>
                </a:gs>
                <a:gs pos="42857">
                  <a:srgbClr val="974137">
                    <a:alpha val="17075"/>
                  </a:srgbClr>
                </a:gs>
                <a:gs pos="57143">
                  <a:srgbClr val="974137">
                    <a:alpha val="9855"/>
                  </a:srgbClr>
                </a:gs>
                <a:gs pos="71429">
                  <a:srgbClr val="974137">
                    <a:alpha val="4740"/>
                  </a:srgbClr>
                </a:gs>
                <a:gs pos="85714">
                  <a:srgbClr val="974137">
                    <a:alpha val="1902"/>
                  </a:srgbClr>
                </a:gs>
                <a:gs pos="100000">
                  <a:srgbClr val="97413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Splat 426"/>
            <p:cNvSpPr>
              <a:spLocks noGrp="1"/>
            </p:cNvSpPr>
            <p:nvPr/>
          </p:nvSpPr>
          <p:spPr>
            <a:xfrm rot="5956478">
              <a:off x="3074194" y="3126184"/>
              <a:ext cx="328612" cy="91281"/>
            </a:xfrm>
            <a:prstGeom prst="ellipse">
              <a:avLst/>
            </a:prstGeom>
            <a:gradFill>
              <a:gsLst>
                <a:gs pos="0">
                  <a:srgbClr val="729CAB">
                    <a:alpha val="1341"/>
                  </a:srgbClr>
                </a:gs>
                <a:gs pos="14286">
                  <a:srgbClr val="729CAB">
                    <a:alpha val="1233"/>
                  </a:srgbClr>
                </a:gs>
                <a:gs pos="28571">
                  <a:srgbClr val="729CAB">
                    <a:alpha val="959"/>
                  </a:srgbClr>
                </a:gs>
                <a:gs pos="42857">
                  <a:srgbClr val="729CAB">
                    <a:alpha val="630"/>
                  </a:srgbClr>
                </a:gs>
                <a:gs pos="57143">
                  <a:srgbClr val="729CAB">
                    <a:alpha val="350"/>
                  </a:srgbClr>
                </a:gs>
                <a:gs pos="71429">
                  <a:srgbClr val="729CAB">
                    <a:alpha val="164"/>
                  </a:srgbClr>
                </a:gs>
                <a:gs pos="85714">
                  <a:srgbClr val="729CAB">
                    <a:alpha val="65"/>
                  </a:srgbClr>
                </a:gs>
                <a:gs pos="100000">
                  <a:srgbClr val="729CAB">
                    <a:alpha val="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Splat 427"/>
            <p:cNvSpPr>
              <a:spLocks noGrp="1"/>
            </p:cNvSpPr>
            <p:nvPr/>
          </p:nvSpPr>
          <p:spPr>
            <a:xfrm rot="5400000">
              <a:off x="840131" y="3228982"/>
              <a:ext cx="244208" cy="244208"/>
            </a:xfrm>
            <a:prstGeom prst="ellipse">
              <a:avLst/>
            </a:prstGeom>
            <a:gradFill>
              <a:gsLst>
                <a:gs pos="0">
                  <a:srgbClr val="FF0000">
                    <a:alpha val="1898"/>
                  </a:srgbClr>
                </a:gs>
                <a:gs pos="14286">
                  <a:srgbClr val="FF0000">
                    <a:alpha val="1746"/>
                  </a:srgbClr>
                </a:gs>
                <a:gs pos="28571">
                  <a:srgbClr val="FF0000">
                    <a:alpha val="1359"/>
                  </a:srgbClr>
                </a:gs>
                <a:gs pos="42857">
                  <a:srgbClr val="FF0000">
                    <a:alpha val="893"/>
                  </a:srgbClr>
                </a:gs>
                <a:gs pos="57143">
                  <a:srgbClr val="FF0000">
                    <a:alpha val="496"/>
                  </a:srgbClr>
                </a:gs>
                <a:gs pos="71429">
                  <a:srgbClr val="FF0000">
                    <a:alpha val="232"/>
                  </a:srgbClr>
                </a:gs>
                <a:gs pos="85714">
                  <a:srgbClr val="FF0000">
                    <a:alpha val="92"/>
                  </a:srgbClr>
                </a:gs>
                <a:gs pos="100000">
                  <a:srgbClr val="FF0000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Splat 428"/>
            <p:cNvSpPr>
              <a:spLocks noGrp="1"/>
            </p:cNvSpPr>
            <p:nvPr/>
          </p:nvSpPr>
          <p:spPr>
            <a:xfrm rot="5400000">
              <a:off x="2547185" y="4507738"/>
              <a:ext cx="500268" cy="5002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Splat 429"/>
            <p:cNvSpPr>
              <a:spLocks noGrp="1"/>
            </p:cNvSpPr>
            <p:nvPr/>
          </p:nvSpPr>
          <p:spPr>
            <a:xfrm rot="5400000">
              <a:off x="560634" y="2923599"/>
              <a:ext cx="504460" cy="504460"/>
            </a:xfrm>
            <a:prstGeom prst="ellipse">
              <a:avLst/>
            </a:prstGeom>
            <a:gradFill>
              <a:gsLst>
                <a:gs pos="0">
                  <a:srgbClr val="FFE63C">
                    <a:alpha val="32968"/>
                  </a:srgbClr>
                </a:gs>
                <a:gs pos="14286">
                  <a:srgbClr val="FFE63C">
                    <a:alpha val="30764"/>
                  </a:srgbClr>
                </a:gs>
                <a:gs pos="28571">
                  <a:srgbClr val="FFE63C">
                    <a:alpha val="24833"/>
                  </a:srgbClr>
                </a:gs>
                <a:gs pos="42857">
                  <a:srgbClr val="FFE63C">
                    <a:alpha val="17075"/>
                  </a:srgbClr>
                </a:gs>
                <a:gs pos="57143">
                  <a:srgbClr val="FFE63C">
                    <a:alpha val="9855"/>
                  </a:srgbClr>
                </a:gs>
                <a:gs pos="71429">
                  <a:srgbClr val="FFE63C">
                    <a:alpha val="4740"/>
                  </a:srgbClr>
                </a:gs>
                <a:gs pos="85714">
                  <a:srgbClr val="FFE63C">
                    <a:alpha val="1902"/>
                  </a:srgbClr>
                </a:gs>
                <a:gs pos="100000">
                  <a:srgbClr val="FFE63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Splat 430"/>
            <p:cNvSpPr>
              <a:spLocks noGrp="1"/>
            </p:cNvSpPr>
            <p:nvPr/>
          </p:nvSpPr>
          <p:spPr>
            <a:xfrm rot="8599605">
              <a:off x="2650804" y="967958"/>
              <a:ext cx="328612" cy="184572"/>
            </a:xfrm>
            <a:prstGeom prst="ellipse">
              <a:avLst/>
            </a:prstGeom>
            <a:gradFill>
              <a:gsLst>
                <a:gs pos="0">
                  <a:srgbClr val="FC4EA4">
                    <a:alpha val="29068"/>
                  </a:srgbClr>
                </a:gs>
                <a:gs pos="14286">
                  <a:srgbClr val="FC4EA4">
                    <a:alpha val="27070"/>
                  </a:srgbClr>
                </a:gs>
                <a:gs pos="28571">
                  <a:srgbClr val="FC4EA4">
                    <a:alpha val="21737"/>
                  </a:srgbClr>
                </a:gs>
                <a:gs pos="42857">
                  <a:srgbClr val="FC4EA4">
                    <a:alpha val="14851"/>
                  </a:srgbClr>
                </a:gs>
                <a:gs pos="57143">
                  <a:srgbClr val="FC4EA4">
                    <a:alpha val="8523"/>
                  </a:srgbClr>
                </a:gs>
                <a:gs pos="71429">
                  <a:srgbClr val="FC4EA4">
                    <a:alpha val="4084"/>
                  </a:srgbClr>
                </a:gs>
                <a:gs pos="85714">
                  <a:srgbClr val="FC4EA4">
                    <a:alpha val="1635"/>
                  </a:srgbClr>
                </a:gs>
                <a:gs pos="100000">
                  <a:srgbClr val="FC4EA4">
                    <a:alpha val="5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Splat 431"/>
            <p:cNvSpPr>
              <a:spLocks noGrp="1"/>
            </p:cNvSpPr>
            <p:nvPr/>
          </p:nvSpPr>
          <p:spPr>
            <a:xfrm rot="5400000">
              <a:off x="734370" y="3853741"/>
              <a:ext cx="239389" cy="239389"/>
            </a:xfrm>
            <a:prstGeom prst="ellipse">
              <a:avLst/>
            </a:prstGeom>
            <a:gradFill>
              <a:gsLst>
                <a:gs pos="0">
                  <a:srgbClr val="FF008E">
                    <a:alpha val="7079"/>
                  </a:srgbClr>
                </a:gs>
                <a:gs pos="14286">
                  <a:srgbClr val="FF008E">
                    <a:alpha val="6526"/>
                  </a:srgbClr>
                </a:gs>
                <a:gs pos="28571">
                  <a:srgbClr val="FF008E">
                    <a:alpha val="5105"/>
                  </a:srgbClr>
                </a:gs>
                <a:gs pos="42857">
                  <a:srgbClr val="FF008E">
                    <a:alpha val="3378"/>
                  </a:srgbClr>
                </a:gs>
                <a:gs pos="57143">
                  <a:srgbClr val="FF008E">
                    <a:alpha val="1886"/>
                  </a:srgbClr>
                </a:gs>
                <a:gs pos="71429">
                  <a:srgbClr val="FF008E">
                    <a:alpha val="887"/>
                  </a:srgbClr>
                </a:gs>
                <a:gs pos="85714">
                  <a:srgbClr val="FF008E">
                    <a:alpha val="352"/>
                  </a:srgbClr>
                </a:gs>
                <a:gs pos="100000">
                  <a:srgbClr val="FF008E">
                    <a:alpha val="1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Splat 432"/>
            <p:cNvSpPr>
              <a:spLocks noGrp="1"/>
            </p:cNvSpPr>
            <p:nvPr/>
          </p:nvSpPr>
          <p:spPr>
            <a:xfrm rot="5400000">
              <a:off x="3377720" y="4426543"/>
              <a:ext cx="513526" cy="513526"/>
            </a:xfrm>
            <a:prstGeom prst="ellipse">
              <a:avLst/>
            </a:prstGeom>
            <a:gradFill>
              <a:gsLst>
                <a:gs pos="0">
                  <a:srgbClr val="442600">
                    <a:alpha val="32968"/>
                  </a:srgbClr>
                </a:gs>
                <a:gs pos="14286">
                  <a:srgbClr val="442600">
                    <a:alpha val="30764"/>
                  </a:srgbClr>
                </a:gs>
                <a:gs pos="28571">
                  <a:srgbClr val="442600">
                    <a:alpha val="24833"/>
                  </a:srgbClr>
                </a:gs>
                <a:gs pos="42857">
                  <a:srgbClr val="442600">
                    <a:alpha val="17075"/>
                  </a:srgbClr>
                </a:gs>
                <a:gs pos="57143">
                  <a:srgbClr val="442600">
                    <a:alpha val="9855"/>
                  </a:srgbClr>
                </a:gs>
                <a:gs pos="71429">
                  <a:srgbClr val="442600">
                    <a:alpha val="4740"/>
                  </a:srgbClr>
                </a:gs>
                <a:gs pos="85714">
                  <a:srgbClr val="442600">
                    <a:alpha val="1902"/>
                  </a:srgbClr>
                </a:gs>
                <a:gs pos="100000">
                  <a:srgbClr val="442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Splat 433"/>
            <p:cNvSpPr>
              <a:spLocks noGrp="1"/>
            </p:cNvSpPr>
            <p:nvPr/>
          </p:nvSpPr>
          <p:spPr>
            <a:xfrm rot="8495947">
              <a:off x="1015868" y="3123964"/>
              <a:ext cx="328612" cy="91281"/>
            </a:xfrm>
            <a:prstGeom prst="ellipse">
              <a:avLst/>
            </a:prstGeom>
            <a:gradFill>
              <a:gsLst>
                <a:gs pos="0">
                  <a:srgbClr val="E57E75">
                    <a:alpha val="32968"/>
                  </a:srgbClr>
                </a:gs>
                <a:gs pos="14286">
                  <a:srgbClr val="E57E75">
                    <a:alpha val="30764"/>
                  </a:srgbClr>
                </a:gs>
                <a:gs pos="28571">
                  <a:srgbClr val="E57E75">
                    <a:alpha val="24833"/>
                  </a:srgbClr>
                </a:gs>
                <a:gs pos="42857">
                  <a:srgbClr val="E57E75">
                    <a:alpha val="17075"/>
                  </a:srgbClr>
                </a:gs>
                <a:gs pos="57143">
                  <a:srgbClr val="E57E75">
                    <a:alpha val="9855"/>
                  </a:srgbClr>
                </a:gs>
                <a:gs pos="71429">
                  <a:srgbClr val="E57E75">
                    <a:alpha val="4740"/>
                  </a:srgbClr>
                </a:gs>
                <a:gs pos="85714">
                  <a:srgbClr val="E57E75">
                    <a:alpha val="1902"/>
                  </a:srgbClr>
                </a:gs>
                <a:gs pos="100000">
                  <a:srgbClr val="E57E7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Splat 434"/>
            <p:cNvSpPr>
              <a:spLocks noGrp="1"/>
            </p:cNvSpPr>
            <p:nvPr/>
          </p:nvSpPr>
          <p:spPr>
            <a:xfrm rot="10533200">
              <a:off x="3604395" y="1956543"/>
              <a:ext cx="328613" cy="109404"/>
            </a:xfrm>
            <a:prstGeom prst="ellipse">
              <a:avLst/>
            </a:prstGeom>
            <a:gradFill>
              <a:gsLst>
                <a:gs pos="0">
                  <a:srgbClr val="008100">
                    <a:alpha val="32968"/>
                  </a:srgbClr>
                </a:gs>
                <a:gs pos="14286">
                  <a:srgbClr val="008100">
                    <a:alpha val="30764"/>
                  </a:srgbClr>
                </a:gs>
                <a:gs pos="28571">
                  <a:srgbClr val="008100">
                    <a:alpha val="24833"/>
                  </a:srgbClr>
                </a:gs>
                <a:gs pos="42857">
                  <a:srgbClr val="008100">
                    <a:alpha val="17075"/>
                  </a:srgbClr>
                </a:gs>
                <a:gs pos="57143">
                  <a:srgbClr val="008100">
                    <a:alpha val="9855"/>
                  </a:srgbClr>
                </a:gs>
                <a:gs pos="71429">
                  <a:srgbClr val="008100">
                    <a:alpha val="4740"/>
                  </a:srgbClr>
                </a:gs>
                <a:gs pos="85714">
                  <a:srgbClr val="008100">
                    <a:alpha val="1902"/>
                  </a:srgbClr>
                </a:gs>
                <a:gs pos="100000">
                  <a:srgbClr val="008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Splat 435"/>
            <p:cNvSpPr>
              <a:spLocks noGrp="1"/>
            </p:cNvSpPr>
            <p:nvPr/>
          </p:nvSpPr>
          <p:spPr>
            <a:xfrm rot="5990238">
              <a:off x="924958" y="2070941"/>
              <a:ext cx="328612" cy="91281"/>
            </a:xfrm>
            <a:prstGeom prst="ellipse">
              <a:avLst/>
            </a:prstGeom>
            <a:gradFill>
              <a:gsLst>
                <a:gs pos="0">
                  <a:srgbClr val="E79B00">
                    <a:alpha val="32968"/>
                  </a:srgbClr>
                </a:gs>
                <a:gs pos="14286">
                  <a:srgbClr val="E79B00">
                    <a:alpha val="30764"/>
                  </a:srgbClr>
                </a:gs>
                <a:gs pos="28571">
                  <a:srgbClr val="E79B00">
                    <a:alpha val="24833"/>
                  </a:srgbClr>
                </a:gs>
                <a:gs pos="42857">
                  <a:srgbClr val="E79B00">
                    <a:alpha val="17075"/>
                  </a:srgbClr>
                </a:gs>
                <a:gs pos="57143">
                  <a:srgbClr val="E79B00">
                    <a:alpha val="9855"/>
                  </a:srgbClr>
                </a:gs>
                <a:gs pos="71429">
                  <a:srgbClr val="E79B00">
                    <a:alpha val="4740"/>
                  </a:srgbClr>
                </a:gs>
                <a:gs pos="85714">
                  <a:srgbClr val="E79B00">
                    <a:alpha val="1902"/>
                  </a:srgbClr>
                </a:gs>
                <a:gs pos="100000">
                  <a:srgbClr val="E79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Splat 436"/>
            <p:cNvSpPr>
              <a:spLocks noGrp="1"/>
            </p:cNvSpPr>
            <p:nvPr/>
          </p:nvSpPr>
          <p:spPr>
            <a:xfrm rot="5928935">
              <a:off x="1759744" y="3078559"/>
              <a:ext cx="328612" cy="91281"/>
            </a:xfrm>
            <a:prstGeom prst="ellipse">
              <a:avLst/>
            </a:prstGeom>
            <a:gradFill>
              <a:gsLst>
                <a:gs pos="0">
                  <a:srgbClr val="00ACD3">
                    <a:alpha val="32968"/>
                  </a:srgbClr>
                </a:gs>
                <a:gs pos="14286">
                  <a:srgbClr val="00ACD3">
                    <a:alpha val="30764"/>
                  </a:srgbClr>
                </a:gs>
                <a:gs pos="28571">
                  <a:srgbClr val="00ACD3">
                    <a:alpha val="24833"/>
                  </a:srgbClr>
                </a:gs>
                <a:gs pos="42857">
                  <a:srgbClr val="00ACD3">
                    <a:alpha val="17075"/>
                  </a:srgbClr>
                </a:gs>
                <a:gs pos="57143">
                  <a:srgbClr val="00ACD3">
                    <a:alpha val="9855"/>
                  </a:srgbClr>
                </a:gs>
                <a:gs pos="71429">
                  <a:srgbClr val="00ACD3">
                    <a:alpha val="4740"/>
                  </a:srgbClr>
                </a:gs>
                <a:gs pos="85714">
                  <a:srgbClr val="00ACD3">
                    <a:alpha val="1902"/>
                  </a:srgbClr>
                </a:gs>
                <a:gs pos="100000">
                  <a:srgbClr val="00ACD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Splat 437"/>
            <p:cNvSpPr>
              <a:spLocks noGrp="1"/>
            </p:cNvSpPr>
            <p:nvPr/>
          </p:nvSpPr>
          <p:spPr>
            <a:xfrm rot="-8672406">
              <a:off x="1360568" y="4423621"/>
              <a:ext cx="328612" cy="91281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Splat 438"/>
            <p:cNvSpPr>
              <a:spLocks noGrp="1"/>
            </p:cNvSpPr>
            <p:nvPr/>
          </p:nvSpPr>
          <p:spPr>
            <a:xfrm rot="5061519">
              <a:off x="1542696" y="2861010"/>
              <a:ext cx="328612" cy="91281"/>
            </a:xfrm>
            <a:prstGeom prst="ellipse">
              <a:avLst/>
            </a:prstGeom>
            <a:gradFill>
              <a:gsLst>
                <a:gs pos="0">
                  <a:srgbClr val="287486">
                    <a:alpha val="32968"/>
                  </a:srgbClr>
                </a:gs>
                <a:gs pos="14286">
                  <a:srgbClr val="287486">
                    <a:alpha val="30764"/>
                  </a:srgbClr>
                </a:gs>
                <a:gs pos="28571">
                  <a:srgbClr val="287486">
                    <a:alpha val="24833"/>
                  </a:srgbClr>
                </a:gs>
                <a:gs pos="42857">
                  <a:srgbClr val="287486">
                    <a:alpha val="17075"/>
                  </a:srgbClr>
                </a:gs>
                <a:gs pos="57143">
                  <a:srgbClr val="287486">
                    <a:alpha val="9855"/>
                  </a:srgbClr>
                </a:gs>
                <a:gs pos="71429">
                  <a:srgbClr val="287486">
                    <a:alpha val="4740"/>
                  </a:srgbClr>
                </a:gs>
                <a:gs pos="85714">
                  <a:srgbClr val="287486">
                    <a:alpha val="1902"/>
                  </a:srgbClr>
                </a:gs>
                <a:gs pos="100000">
                  <a:srgbClr val="28748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Splat 439"/>
            <p:cNvSpPr>
              <a:spLocks noGrp="1"/>
            </p:cNvSpPr>
            <p:nvPr/>
          </p:nvSpPr>
          <p:spPr>
            <a:xfrm rot="5019508">
              <a:off x="1959769" y="2621359"/>
              <a:ext cx="328612" cy="91281"/>
            </a:xfrm>
            <a:prstGeom prst="ellipse">
              <a:avLst/>
            </a:prstGeom>
            <a:gradFill>
              <a:gsLst>
                <a:gs pos="0">
                  <a:srgbClr val="290024">
                    <a:alpha val="32968"/>
                  </a:srgbClr>
                </a:gs>
                <a:gs pos="14286">
                  <a:srgbClr val="290024">
                    <a:alpha val="30764"/>
                  </a:srgbClr>
                </a:gs>
                <a:gs pos="28571">
                  <a:srgbClr val="290024">
                    <a:alpha val="24833"/>
                  </a:srgbClr>
                </a:gs>
                <a:gs pos="42857">
                  <a:srgbClr val="290024">
                    <a:alpha val="17075"/>
                  </a:srgbClr>
                </a:gs>
                <a:gs pos="57143">
                  <a:srgbClr val="290024">
                    <a:alpha val="9855"/>
                  </a:srgbClr>
                </a:gs>
                <a:gs pos="71429">
                  <a:srgbClr val="290024">
                    <a:alpha val="4740"/>
                  </a:srgbClr>
                </a:gs>
                <a:gs pos="85714">
                  <a:srgbClr val="290024">
                    <a:alpha val="1902"/>
                  </a:srgbClr>
                </a:gs>
                <a:gs pos="100000">
                  <a:srgbClr val="29002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Splat 440"/>
            <p:cNvSpPr>
              <a:spLocks noGrp="1"/>
            </p:cNvSpPr>
            <p:nvPr/>
          </p:nvSpPr>
          <p:spPr>
            <a:xfrm rot="5400000">
              <a:off x="2508009" y="2986184"/>
              <a:ext cx="275132" cy="275132"/>
            </a:xfrm>
            <a:prstGeom prst="ellipse">
              <a:avLst/>
            </a:prstGeom>
            <a:gradFill>
              <a:gsLst>
                <a:gs pos="0">
                  <a:srgbClr val="008E8A">
                    <a:alpha val="22896"/>
                  </a:srgbClr>
                </a:gs>
                <a:gs pos="14286">
                  <a:srgbClr val="008E8A">
                    <a:alpha val="21257"/>
                  </a:srgbClr>
                </a:gs>
                <a:gs pos="28571">
                  <a:srgbClr val="008E8A">
                    <a:alpha val="16936"/>
                  </a:srgbClr>
                </a:gs>
                <a:gs pos="42857">
                  <a:srgbClr val="008E8A">
                    <a:alpha val="11459"/>
                  </a:srgbClr>
                </a:gs>
                <a:gs pos="57143">
                  <a:srgbClr val="008E8A">
                    <a:alpha val="6522"/>
                  </a:srgbClr>
                </a:gs>
                <a:gs pos="71429">
                  <a:srgbClr val="008E8A">
                    <a:alpha val="3108"/>
                  </a:srgbClr>
                </a:gs>
                <a:gs pos="85714">
                  <a:srgbClr val="008E8A">
                    <a:alpha val="1241"/>
                  </a:srgbClr>
                </a:gs>
                <a:gs pos="100000">
                  <a:srgbClr val="008E8A">
                    <a:alpha val="4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Splat 441"/>
            <p:cNvSpPr>
              <a:spLocks noGrp="1"/>
            </p:cNvSpPr>
            <p:nvPr/>
          </p:nvSpPr>
          <p:spPr>
            <a:xfrm rot="5400000">
              <a:off x="4240606" y="-4625"/>
              <a:ext cx="469291" cy="469291"/>
            </a:xfrm>
            <a:prstGeom prst="ellipse">
              <a:avLst/>
            </a:prstGeom>
            <a:gradFill>
              <a:gsLst>
                <a:gs pos="0">
                  <a:srgbClr val="E7E4FE">
                    <a:alpha val="31979"/>
                  </a:srgbClr>
                </a:gs>
                <a:gs pos="14286">
                  <a:srgbClr val="E7E4FE">
                    <a:alpha val="29825"/>
                  </a:srgbClr>
                </a:gs>
                <a:gs pos="28571">
                  <a:srgbClr val="E7E4FE">
                    <a:alpha val="24043"/>
                  </a:srgbClr>
                </a:gs>
                <a:gs pos="42857">
                  <a:srgbClr val="E7E4FE">
                    <a:alpha val="16505"/>
                  </a:srgbClr>
                </a:gs>
                <a:gs pos="57143">
                  <a:srgbClr val="E7E4FE">
                    <a:alpha val="9512"/>
                  </a:srgbClr>
                </a:gs>
                <a:gs pos="71429">
                  <a:srgbClr val="E7E4FE">
                    <a:alpha val="4571"/>
                  </a:srgbClr>
                </a:gs>
                <a:gs pos="85714">
                  <a:srgbClr val="E7E4FE">
                    <a:alpha val="1833"/>
                  </a:srgbClr>
                </a:gs>
                <a:gs pos="100000">
                  <a:srgbClr val="E7E4FE">
                    <a:alpha val="6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Splat 442"/>
            <p:cNvSpPr>
              <a:spLocks noGrp="1"/>
            </p:cNvSpPr>
            <p:nvPr/>
          </p:nvSpPr>
          <p:spPr>
            <a:xfrm rot="6199690">
              <a:off x="692944" y="4002484"/>
              <a:ext cx="328612" cy="91281"/>
            </a:xfrm>
            <a:prstGeom prst="ellipse">
              <a:avLst/>
            </a:prstGeom>
            <a:gradFill>
              <a:gsLst>
                <a:gs pos="0">
                  <a:srgbClr val="FF00FF">
                    <a:alpha val="1861"/>
                  </a:srgbClr>
                </a:gs>
                <a:gs pos="14286">
                  <a:srgbClr val="FF00FF">
                    <a:alpha val="1712"/>
                  </a:srgbClr>
                </a:gs>
                <a:gs pos="28571">
                  <a:srgbClr val="FF00FF">
                    <a:alpha val="1332"/>
                  </a:srgbClr>
                </a:gs>
                <a:gs pos="42857">
                  <a:srgbClr val="FF00FF">
                    <a:alpha val="876"/>
                  </a:srgbClr>
                </a:gs>
                <a:gs pos="57143">
                  <a:srgbClr val="FF00FF">
                    <a:alpha val="486"/>
                  </a:srgbClr>
                </a:gs>
                <a:gs pos="71429">
                  <a:srgbClr val="FF00FF">
                    <a:alpha val="228"/>
                  </a:srgbClr>
                </a:gs>
                <a:gs pos="85714">
                  <a:srgbClr val="FF00FF">
                    <a:alpha val="90"/>
                  </a:srgbClr>
                </a:gs>
                <a:gs pos="100000">
                  <a:srgbClr val="FF00FF">
                    <a:alpha val="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Splat 443"/>
            <p:cNvSpPr>
              <a:spLocks noGrp="1"/>
            </p:cNvSpPr>
            <p:nvPr/>
          </p:nvSpPr>
          <p:spPr>
            <a:xfrm rot="5400000">
              <a:off x="4033370" y="4362535"/>
              <a:ext cx="567210" cy="567210"/>
            </a:xfrm>
            <a:prstGeom prst="ellipse">
              <a:avLst/>
            </a:prstGeom>
            <a:gradFill>
              <a:gsLst>
                <a:gs pos="0">
                  <a:srgbClr val="8B6134">
                    <a:alpha val="32968"/>
                  </a:srgbClr>
                </a:gs>
                <a:gs pos="14286">
                  <a:srgbClr val="8B6134">
                    <a:alpha val="30764"/>
                  </a:srgbClr>
                </a:gs>
                <a:gs pos="28571">
                  <a:srgbClr val="8B6134">
                    <a:alpha val="24833"/>
                  </a:srgbClr>
                </a:gs>
                <a:gs pos="42857">
                  <a:srgbClr val="8B6134">
                    <a:alpha val="17075"/>
                  </a:srgbClr>
                </a:gs>
                <a:gs pos="57143">
                  <a:srgbClr val="8B6134">
                    <a:alpha val="9855"/>
                  </a:srgbClr>
                </a:gs>
                <a:gs pos="71429">
                  <a:srgbClr val="8B6134">
                    <a:alpha val="4740"/>
                  </a:srgbClr>
                </a:gs>
                <a:gs pos="85714">
                  <a:srgbClr val="8B6134">
                    <a:alpha val="1902"/>
                  </a:srgbClr>
                </a:gs>
                <a:gs pos="100000">
                  <a:srgbClr val="8B613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Splat 444"/>
            <p:cNvSpPr>
              <a:spLocks noGrp="1"/>
            </p:cNvSpPr>
            <p:nvPr/>
          </p:nvSpPr>
          <p:spPr>
            <a:xfrm rot="4593594">
              <a:off x="1178719" y="3602434"/>
              <a:ext cx="328612" cy="91281"/>
            </a:xfrm>
            <a:prstGeom prst="ellipse">
              <a:avLst/>
            </a:prstGeom>
            <a:gradFill>
              <a:gsLst>
                <a:gs pos="0">
                  <a:srgbClr val="0E446F">
                    <a:alpha val="16258"/>
                  </a:srgbClr>
                </a:gs>
                <a:gs pos="14286">
                  <a:srgbClr val="0E446F">
                    <a:alpha val="15048"/>
                  </a:srgbClr>
                </a:gs>
                <a:gs pos="28571">
                  <a:srgbClr val="0E446F">
                    <a:alpha val="11893"/>
                  </a:srgbClr>
                </a:gs>
                <a:gs pos="42857">
                  <a:srgbClr val="0E446F">
                    <a:alpha val="7970"/>
                  </a:srgbClr>
                </a:gs>
                <a:gs pos="57143">
                  <a:srgbClr val="0E446F">
                    <a:alpha val="4498"/>
                  </a:srgbClr>
                </a:gs>
                <a:gs pos="71429">
                  <a:srgbClr val="0E446F">
                    <a:alpha val="2131"/>
                  </a:srgbClr>
                </a:gs>
                <a:gs pos="85714">
                  <a:srgbClr val="0E446F">
                    <a:alpha val="848"/>
                  </a:srgbClr>
                </a:gs>
                <a:gs pos="100000">
                  <a:srgbClr val="0E446F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Splat 445"/>
            <p:cNvSpPr>
              <a:spLocks noGrp="1"/>
            </p:cNvSpPr>
            <p:nvPr/>
          </p:nvSpPr>
          <p:spPr>
            <a:xfrm rot="5400000">
              <a:off x="1072842" y="3008189"/>
              <a:ext cx="247268" cy="247268"/>
            </a:xfrm>
            <a:prstGeom prst="ellipse">
              <a:avLst/>
            </a:prstGeom>
            <a:gradFill>
              <a:gsLst>
                <a:gs pos="0">
                  <a:srgbClr val="FFFFEB">
                    <a:alpha val="32968"/>
                  </a:srgbClr>
                </a:gs>
                <a:gs pos="14286">
                  <a:srgbClr val="FFFFEB">
                    <a:alpha val="30764"/>
                  </a:srgbClr>
                </a:gs>
                <a:gs pos="28571">
                  <a:srgbClr val="FFFFEB">
                    <a:alpha val="24833"/>
                  </a:srgbClr>
                </a:gs>
                <a:gs pos="42857">
                  <a:srgbClr val="FFFFEB">
                    <a:alpha val="17075"/>
                  </a:srgbClr>
                </a:gs>
                <a:gs pos="57143">
                  <a:srgbClr val="FFFFEB">
                    <a:alpha val="9855"/>
                  </a:srgbClr>
                </a:gs>
                <a:gs pos="71429">
                  <a:srgbClr val="FFFFEB">
                    <a:alpha val="4740"/>
                  </a:srgbClr>
                </a:gs>
                <a:gs pos="85714">
                  <a:srgbClr val="FFFFEB">
                    <a:alpha val="1902"/>
                  </a:srgbClr>
                </a:gs>
                <a:gs pos="100000">
                  <a:srgbClr val="FFFF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Splat 446"/>
            <p:cNvSpPr>
              <a:spLocks noGrp="1"/>
            </p:cNvSpPr>
            <p:nvPr/>
          </p:nvSpPr>
          <p:spPr>
            <a:xfrm rot="9196133">
              <a:off x="2588419" y="3059509"/>
              <a:ext cx="328612" cy="91281"/>
            </a:xfrm>
            <a:prstGeom prst="ellipse">
              <a:avLst/>
            </a:prstGeom>
            <a:gradFill>
              <a:gsLst>
                <a:gs pos="0">
                  <a:srgbClr val="00CA00">
                    <a:alpha val="1473"/>
                  </a:srgbClr>
                </a:gs>
                <a:gs pos="14286">
                  <a:srgbClr val="00CA00">
                    <a:alpha val="1355"/>
                  </a:srgbClr>
                </a:gs>
                <a:gs pos="28571">
                  <a:srgbClr val="00CA00">
                    <a:alpha val="1054"/>
                  </a:srgbClr>
                </a:gs>
                <a:gs pos="42857">
                  <a:srgbClr val="00CA00">
                    <a:alpha val="692"/>
                  </a:srgbClr>
                </a:gs>
                <a:gs pos="57143">
                  <a:srgbClr val="00CA00">
                    <a:alpha val="384"/>
                  </a:srgbClr>
                </a:gs>
                <a:gs pos="71429">
                  <a:srgbClr val="00CA00">
                    <a:alpha val="180"/>
                  </a:srgbClr>
                </a:gs>
                <a:gs pos="85714">
                  <a:srgbClr val="00CA00">
                    <a:alpha val="71"/>
                  </a:srgbClr>
                </a:gs>
                <a:gs pos="100000">
                  <a:srgbClr val="00CA00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Splat 447"/>
            <p:cNvSpPr>
              <a:spLocks noGrp="1"/>
            </p:cNvSpPr>
            <p:nvPr/>
          </p:nvSpPr>
          <p:spPr>
            <a:xfrm rot="9215534">
              <a:off x="3802714" y="2409573"/>
              <a:ext cx="266338" cy="73983"/>
            </a:xfrm>
            <a:prstGeom prst="ellipse">
              <a:avLst/>
            </a:prstGeom>
            <a:gradFill>
              <a:gsLst>
                <a:gs pos="0">
                  <a:srgbClr val="0000CF">
                    <a:alpha val="2363"/>
                  </a:srgbClr>
                </a:gs>
                <a:gs pos="14286">
                  <a:srgbClr val="0000CF">
                    <a:alpha val="2174"/>
                  </a:srgbClr>
                </a:gs>
                <a:gs pos="28571">
                  <a:srgbClr val="0000CF">
                    <a:alpha val="1692"/>
                  </a:srgbClr>
                </a:gs>
                <a:gs pos="42857">
                  <a:srgbClr val="0000CF">
                    <a:alpha val="1113"/>
                  </a:srgbClr>
                </a:gs>
                <a:gs pos="57143">
                  <a:srgbClr val="0000CF">
                    <a:alpha val="618"/>
                  </a:srgbClr>
                </a:gs>
                <a:gs pos="71429">
                  <a:srgbClr val="0000CF">
                    <a:alpha val="290"/>
                  </a:srgbClr>
                </a:gs>
                <a:gs pos="85714">
                  <a:srgbClr val="0000CF">
                    <a:alpha val="115"/>
                  </a:srgbClr>
                </a:gs>
                <a:gs pos="100000">
                  <a:srgbClr val="0000CF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Splat 448"/>
            <p:cNvSpPr>
              <a:spLocks noGrp="1"/>
            </p:cNvSpPr>
            <p:nvPr/>
          </p:nvSpPr>
          <p:spPr>
            <a:xfrm rot="5227635">
              <a:off x="1988928" y="2831356"/>
              <a:ext cx="328612" cy="91281"/>
            </a:xfrm>
            <a:prstGeom prst="ellipse">
              <a:avLst/>
            </a:prstGeom>
            <a:gradFill>
              <a:gsLst>
                <a:gs pos="0">
                  <a:srgbClr val="FF00E3">
                    <a:alpha val="4749"/>
                  </a:srgbClr>
                </a:gs>
                <a:gs pos="14286">
                  <a:srgbClr val="FF00E3">
                    <a:alpha val="4373"/>
                  </a:srgbClr>
                </a:gs>
                <a:gs pos="28571">
                  <a:srgbClr val="FF00E3">
                    <a:alpha val="3412"/>
                  </a:srgbClr>
                </a:gs>
                <a:gs pos="42857">
                  <a:srgbClr val="FF00E3">
                    <a:alpha val="2252"/>
                  </a:srgbClr>
                </a:gs>
                <a:gs pos="57143">
                  <a:srgbClr val="FF00E3">
                    <a:alpha val="1254"/>
                  </a:srgbClr>
                </a:gs>
                <a:gs pos="71429">
                  <a:srgbClr val="FF00E3">
                    <a:alpha val="589"/>
                  </a:srgbClr>
                </a:gs>
                <a:gs pos="85714">
                  <a:srgbClr val="FF00E3">
                    <a:alpha val="233"/>
                  </a:srgbClr>
                </a:gs>
                <a:gs pos="100000">
                  <a:srgbClr val="FF00E3">
                    <a:alpha val="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Splat 449"/>
            <p:cNvSpPr>
              <a:spLocks noGrp="1"/>
            </p:cNvSpPr>
            <p:nvPr/>
          </p:nvSpPr>
          <p:spPr>
            <a:xfrm rot="5400000">
              <a:off x="3109141" y="2955258"/>
              <a:ext cx="277974" cy="277974"/>
            </a:xfrm>
            <a:prstGeom prst="ellipse">
              <a:avLst/>
            </a:prstGeom>
            <a:gradFill>
              <a:gsLst>
                <a:gs pos="0">
                  <a:srgbClr val="005D6D">
                    <a:alpha val="9243"/>
                  </a:srgbClr>
                </a:gs>
                <a:gs pos="14286">
                  <a:srgbClr val="005D6D">
                    <a:alpha val="8529"/>
                  </a:srgbClr>
                </a:gs>
                <a:gs pos="28571">
                  <a:srgbClr val="005D6D">
                    <a:alpha val="6687"/>
                  </a:srgbClr>
                </a:gs>
                <a:gs pos="42857">
                  <a:srgbClr val="005D6D">
                    <a:alpha val="4438"/>
                  </a:srgbClr>
                </a:gs>
                <a:gs pos="57143">
                  <a:srgbClr val="005D6D">
                    <a:alpha val="2484"/>
                  </a:srgbClr>
                </a:gs>
                <a:gs pos="71429">
                  <a:srgbClr val="005D6D">
                    <a:alpha val="1171"/>
                  </a:srgbClr>
                </a:gs>
                <a:gs pos="85714">
                  <a:srgbClr val="005D6D">
                    <a:alpha val="465"/>
                  </a:srgbClr>
                </a:gs>
                <a:gs pos="100000">
                  <a:srgbClr val="005D6D">
                    <a:alpha val="1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Splat 450"/>
            <p:cNvSpPr>
              <a:spLocks noGrp="1"/>
            </p:cNvSpPr>
            <p:nvPr/>
          </p:nvSpPr>
          <p:spPr>
            <a:xfrm rot="5400000">
              <a:off x="3709863" y="2516907"/>
              <a:ext cx="328482" cy="328482"/>
            </a:xfrm>
            <a:prstGeom prst="ellipse">
              <a:avLst/>
            </a:prstGeom>
            <a:gradFill>
              <a:gsLst>
                <a:gs pos="0">
                  <a:srgbClr val="DDE7E3">
                    <a:alpha val="31625"/>
                  </a:srgbClr>
                </a:gs>
                <a:gs pos="14286">
                  <a:srgbClr val="DDE7E3">
                    <a:alpha val="29490"/>
                  </a:srgbClr>
                </a:gs>
                <a:gs pos="28571">
                  <a:srgbClr val="DDE7E3">
                    <a:alpha val="23762"/>
                  </a:srgbClr>
                </a:gs>
                <a:gs pos="42857">
                  <a:srgbClr val="DDE7E3">
                    <a:alpha val="16302"/>
                  </a:srgbClr>
                </a:gs>
                <a:gs pos="57143">
                  <a:srgbClr val="DDE7E3">
                    <a:alpha val="9390"/>
                  </a:srgbClr>
                </a:gs>
                <a:gs pos="71429">
                  <a:srgbClr val="DDE7E3">
                    <a:alpha val="4511"/>
                  </a:srgbClr>
                </a:gs>
                <a:gs pos="85714">
                  <a:srgbClr val="DDE7E3">
                    <a:alpha val="1809"/>
                  </a:srgbClr>
                </a:gs>
                <a:gs pos="100000">
                  <a:srgbClr val="DDE7E3">
                    <a:alpha val="6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Splat 451"/>
            <p:cNvSpPr>
              <a:spLocks noGrp="1"/>
            </p:cNvSpPr>
            <p:nvPr/>
          </p:nvSpPr>
          <p:spPr>
            <a:xfrm rot="5400000">
              <a:off x="1260716" y="3628404"/>
              <a:ext cx="313628" cy="313628"/>
            </a:xfrm>
            <a:prstGeom prst="ellipse">
              <a:avLst/>
            </a:prstGeom>
            <a:gradFill>
              <a:gsLst>
                <a:gs pos="0">
                  <a:srgbClr val="C0A400">
                    <a:alpha val="14746"/>
                  </a:srgbClr>
                </a:gs>
                <a:gs pos="14286">
                  <a:srgbClr val="C0A400">
                    <a:alpha val="13638"/>
                  </a:srgbClr>
                </a:gs>
                <a:gs pos="28571">
                  <a:srgbClr val="C0A400">
                    <a:alpha val="10761"/>
                  </a:srgbClr>
                </a:gs>
                <a:gs pos="42857">
                  <a:srgbClr val="C0A400">
                    <a:alpha val="7195"/>
                  </a:srgbClr>
                </a:gs>
                <a:gs pos="57143">
                  <a:srgbClr val="C0A400">
                    <a:alpha val="4053"/>
                  </a:srgbClr>
                </a:gs>
                <a:gs pos="71429">
                  <a:srgbClr val="C0A400">
                    <a:alpha val="1918"/>
                  </a:srgbClr>
                </a:gs>
                <a:gs pos="85714">
                  <a:srgbClr val="C0A400">
                    <a:alpha val="763"/>
                  </a:srgbClr>
                </a:gs>
                <a:gs pos="100000">
                  <a:srgbClr val="C0A400">
                    <a:alpha val="2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Splat 452"/>
            <p:cNvSpPr>
              <a:spLocks noGrp="1"/>
            </p:cNvSpPr>
            <p:nvPr/>
          </p:nvSpPr>
          <p:spPr>
            <a:xfrm rot="5400000">
              <a:off x="2588419" y="2178844"/>
              <a:ext cx="328612" cy="328612"/>
            </a:xfrm>
            <a:prstGeom prst="ellipse">
              <a:avLst/>
            </a:prstGeom>
            <a:gradFill>
              <a:gsLst>
                <a:gs pos="0">
                  <a:srgbClr val="7F71B7">
                    <a:alpha val="32968"/>
                  </a:srgbClr>
                </a:gs>
                <a:gs pos="14286">
                  <a:srgbClr val="7F71B7">
                    <a:alpha val="30764"/>
                  </a:srgbClr>
                </a:gs>
                <a:gs pos="28571">
                  <a:srgbClr val="7F71B7">
                    <a:alpha val="24833"/>
                  </a:srgbClr>
                </a:gs>
                <a:gs pos="42857">
                  <a:srgbClr val="7F71B7">
                    <a:alpha val="17075"/>
                  </a:srgbClr>
                </a:gs>
                <a:gs pos="57143">
                  <a:srgbClr val="7F71B7">
                    <a:alpha val="9855"/>
                  </a:srgbClr>
                </a:gs>
                <a:gs pos="71429">
                  <a:srgbClr val="7F71B7">
                    <a:alpha val="4740"/>
                  </a:srgbClr>
                </a:gs>
                <a:gs pos="85714">
                  <a:srgbClr val="7F71B7">
                    <a:alpha val="1902"/>
                  </a:srgbClr>
                </a:gs>
                <a:gs pos="100000">
                  <a:srgbClr val="7F71B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Splat 453"/>
            <p:cNvSpPr>
              <a:spLocks noGrp="1"/>
            </p:cNvSpPr>
            <p:nvPr/>
          </p:nvSpPr>
          <p:spPr>
            <a:xfrm rot="10163131">
              <a:off x="3509805" y="2231079"/>
              <a:ext cx="328613" cy="91281"/>
            </a:xfrm>
            <a:prstGeom prst="ellipse">
              <a:avLst/>
            </a:prstGeom>
            <a:gradFill>
              <a:gsLst>
                <a:gs pos="0">
                  <a:srgbClr val="83B0D1">
                    <a:alpha val="19013"/>
                  </a:srgbClr>
                </a:gs>
                <a:gs pos="14286">
                  <a:srgbClr val="83B0D1">
                    <a:alpha val="17620"/>
                  </a:srgbClr>
                </a:gs>
                <a:gs pos="28571">
                  <a:srgbClr val="83B0D1">
                    <a:alpha val="13972"/>
                  </a:srgbClr>
                </a:gs>
                <a:gs pos="42857">
                  <a:srgbClr val="83B0D1">
                    <a:alpha val="9400"/>
                  </a:srgbClr>
                </a:gs>
                <a:gs pos="57143">
                  <a:srgbClr val="83B0D1">
                    <a:alpha val="5323"/>
                  </a:srgbClr>
                </a:gs>
                <a:gs pos="71429">
                  <a:srgbClr val="83B0D1">
                    <a:alpha val="2528"/>
                  </a:srgbClr>
                </a:gs>
                <a:gs pos="85714">
                  <a:srgbClr val="83B0D1">
                    <a:alpha val="1007"/>
                  </a:srgbClr>
                </a:gs>
                <a:gs pos="100000">
                  <a:srgbClr val="83B0D1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Splat 454"/>
            <p:cNvSpPr>
              <a:spLocks noGrp="1"/>
            </p:cNvSpPr>
            <p:nvPr/>
          </p:nvSpPr>
          <p:spPr>
            <a:xfrm rot="5400000">
              <a:off x="3771665" y="2249219"/>
              <a:ext cx="298295" cy="298295"/>
            </a:xfrm>
            <a:prstGeom prst="ellipse">
              <a:avLst/>
            </a:prstGeom>
            <a:gradFill>
              <a:gsLst>
                <a:gs pos="0">
                  <a:srgbClr val="E00000">
                    <a:alpha val="31353"/>
                  </a:srgbClr>
                </a:gs>
                <a:gs pos="14286">
                  <a:srgbClr val="E00000">
                    <a:alpha val="29232"/>
                  </a:srgbClr>
                </a:gs>
                <a:gs pos="28571">
                  <a:srgbClr val="E00000">
                    <a:alpha val="23545"/>
                  </a:srgbClr>
                </a:gs>
                <a:gs pos="42857">
                  <a:srgbClr val="E00000">
                    <a:alpha val="16146"/>
                  </a:srgbClr>
                </a:gs>
                <a:gs pos="57143">
                  <a:srgbClr val="E00000">
                    <a:alpha val="9296"/>
                  </a:srgbClr>
                </a:gs>
                <a:gs pos="71429">
                  <a:srgbClr val="E00000">
                    <a:alpha val="4465"/>
                  </a:srgbClr>
                </a:gs>
                <a:gs pos="85714">
                  <a:srgbClr val="E00000">
                    <a:alpha val="1790"/>
                  </a:srgbClr>
                </a:gs>
                <a:gs pos="100000">
                  <a:srgbClr val="E00000">
                    <a:alpha val="6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Splat 455"/>
            <p:cNvSpPr>
              <a:spLocks noGrp="1"/>
            </p:cNvSpPr>
            <p:nvPr/>
          </p:nvSpPr>
          <p:spPr>
            <a:xfrm rot="5400000">
              <a:off x="2331645" y="2805241"/>
              <a:ext cx="336183" cy="336183"/>
            </a:xfrm>
            <a:prstGeom prst="ellipse">
              <a:avLst/>
            </a:prstGeom>
            <a:gradFill>
              <a:gsLst>
                <a:gs pos="0">
                  <a:srgbClr val="006E7F">
                    <a:alpha val="17983"/>
                  </a:srgbClr>
                </a:gs>
                <a:gs pos="14286">
                  <a:srgbClr val="006E7F">
                    <a:alpha val="16657"/>
                  </a:srgbClr>
                </a:gs>
                <a:gs pos="28571">
                  <a:srgbClr val="006E7F">
                    <a:alpha val="13192"/>
                  </a:srgbClr>
                </a:gs>
                <a:gs pos="42857">
                  <a:srgbClr val="006E7F">
                    <a:alpha val="8862"/>
                  </a:srgbClr>
                </a:gs>
                <a:gs pos="57143">
                  <a:srgbClr val="006E7F">
                    <a:alpha val="5012"/>
                  </a:srgbClr>
                </a:gs>
                <a:gs pos="71429">
                  <a:srgbClr val="006E7F">
                    <a:alpha val="2378"/>
                  </a:srgbClr>
                </a:gs>
                <a:gs pos="85714">
                  <a:srgbClr val="006E7F">
                    <a:alpha val="947"/>
                  </a:srgbClr>
                </a:gs>
                <a:gs pos="100000">
                  <a:srgbClr val="006E7F">
                    <a:alpha val="3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Splat 456"/>
            <p:cNvSpPr>
              <a:spLocks noGrp="1"/>
            </p:cNvSpPr>
            <p:nvPr/>
          </p:nvSpPr>
          <p:spPr>
            <a:xfrm rot="5400000">
              <a:off x="2121069" y="2973489"/>
              <a:ext cx="328612" cy="328612"/>
            </a:xfrm>
            <a:prstGeom prst="ellipse">
              <a:avLst/>
            </a:prstGeom>
            <a:gradFill>
              <a:gsLst>
                <a:gs pos="0">
                  <a:srgbClr val="005400">
                    <a:alpha val="32968"/>
                  </a:srgbClr>
                </a:gs>
                <a:gs pos="14286">
                  <a:srgbClr val="005400">
                    <a:alpha val="30764"/>
                  </a:srgbClr>
                </a:gs>
                <a:gs pos="28571">
                  <a:srgbClr val="005400">
                    <a:alpha val="24833"/>
                  </a:srgbClr>
                </a:gs>
                <a:gs pos="42857">
                  <a:srgbClr val="005400">
                    <a:alpha val="17075"/>
                  </a:srgbClr>
                </a:gs>
                <a:gs pos="57143">
                  <a:srgbClr val="005400">
                    <a:alpha val="9855"/>
                  </a:srgbClr>
                </a:gs>
                <a:gs pos="71429">
                  <a:srgbClr val="005400">
                    <a:alpha val="4740"/>
                  </a:srgbClr>
                </a:gs>
                <a:gs pos="85714">
                  <a:srgbClr val="005400">
                    <a:alpha val="1902"/>
                  </a:srgbClr>
                </a:gs>
                <a:gs pos="100000">
                  <a:srgbClr val="005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Splat 457"/>
            <p:cNvSpPr>
              <a:spLocks noGrp="1"/>
            </p:cNvSpPr>
            <p:nvPr/>
          </p:nvSpPr>
          <p:spPr>
            <a:xfrm rot="9927523">
              <a:off x="3619276" y="2447925"/>
              <a:ext cx="328612" cy="91281"/>
            </a:xfrm>
            <a:prstGeom prst="ellipse">
              <a:avLst/>
            </a:prstGeom>
            <a:gradFill>
              <a:gsLst>
                <a:gs pos="0">
                  <a:srgbClr val="860000">
                    <a:alpha val="32968"/>
                  </a:srgbClr>
                </a:gs>
                <a:gs pos="14286">
                  <a:srgbClr val="860000">
                    <a:alpha val="30764"/>
                  </a:srgbClr>
                </a:gs>
                <a:gs pos="28571">
                  <a:srgbClr val="860000">
                    <a:alpha val="24833"/>
                  </a:srgbClr>
                </a:gs>
                <a:gs pos="42857">
                  <a:srgbClr val="860000">
                    <a:alpha val="17075"/>
                  </a:srgbClr>
                </a:gs>
                <a:gs pos="57143">
                  <a:srgbClr val="860000">
                    <a:alpha val="9855"/>
                  </a:srgbClr>
                </a:gs>
                <a:gs pos="71429">
                  <a:srgbClr val="860000">
                    <a:alpha val="4740"/>
                  </a:srgbClr>
                </a:gs>
                <a:gs pos="85714">
                  <a:srgbClr val="860000">
                    <a:alpha val="1902"/>
                  </a:srgbClr>
                </a:gs>
                <a:gs pos="100000">
                  <a:srgbClr val="8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Splat 458"/>
            <p:cNvSpPr>
              <a:spLocks noGrp="1"/>
            </p:cNvSpPr>
            <p:nvPr/>
          </p:nvSpPr>
          <p:spPr>
            <a:xfrm rot="5400000">
              <a:off x="2253395" y="3005500"/>
              <a:ext cx="328612" cy="328612"/>
            </a:xfrm>
            <a:prstGeom prst="ellipse">
              <a:avLst/>
            </a:prstGeom>
            <a:gradFill>
              <a:gsLst>
                <a:gs pos="0">
                  <a:srgbClr val="002B54">
                    <a:alpha val="32968"/>
                  </a:srgbClr>
                </a:gs>
                <a:gs pos="14286">
                  <a:srgbClr val="002B54">
                    <a:alpha val="30764"/>
                  </a:srgbClr>
                </a:gs>
                <a:gs pos="28571">
                  <a:srgbClr val="002B54">
                    <a:alpha val="24833"/>
                  </a:srgbClr>
                </a:gs>
                <a:gs pos="42857">
                  <a:srgbClr val="002B54">
                    <a:alpha val="17075"/>
                  </a:srgbClr>
                </a:gs>
                <a:gs pos="57143">
                  <a:srgbClr val="002B54">
                    <a:alpha val="9855"/>
                  </a:srgbClr>
                </a:gs>
                <a:gs pos="71429">
                  <a:srgbClr val="002B54">
                    <a:alpha val="4740"/>
                  </a:srgbClr>
                </a:gs>
                <a:gs pos="85714">
                  <a:srgbClr val="002B54">
                    <a:alpha val="1902"/>
                  </a:srgbClr>
                </a:gs>
                <a:gs pos="100000">
                  <a:srgbClr val="002B5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Splat 459"/>
            <p:cNvSpPr>
              <a:spLocks noGrp="1"/>
            </p:cNvSpPr>
            <p:nvPr/>
          </p:nvSpPr>
          <p:spPr>
            <a:xfrm rot="5400000">
              <a:off x="2205517" y="1815816"/>
              <a:ext cx="241152" cy="241152"/>
            </a:xfrm>
            <a:prstGeom prst="ellipse">
              <a:avLst/>
            </a:prstGeom>
            <a:gradFill>
              <a:gsLst>
                <a:gs pos="0">
                  <a:srgbClr val="FFD7FF">
                    <a:alpha val="10324"/>
                  </a:srgbClr>
                </a:gs>
                <a:gs pos="14286">
                  <a:srgbClr val="FFD7FF">
                    <a:alpha val="9530"/>
                  </a:srgbClr>
                </a:gs>
                <a:gs pos="28571">
                  <a:srgbClr val="FFD7FF">
                    <a:alpha val="7482"/>
                  </a:srgbClr>
                </a:gs>
                <a:gs pos="42857">
                  <a:srgbClr val="FFD7FF">
                    <a:alpha val="4973"/>
                  </a:srgbClr>
                </a:gs>
                <a:gs pos="57143">
                  <a:srgbClr val="FFD7FF">
                    <a:alpha val="2787"/>
                  </a:srgbClr>
                </a:gs>
                <a:gs pos="71429">
                  <a:srgbClr val="FFD7FF">
                    <a:alpha val="1314"/>
                  </a:srgbClr>
                </a:gs>
                <a:gs pos="85714">
                  <a:srgbClr val="FFD7FF">
                    <a:alpha val="522"/>
                  </a:srgbClr>
                </a:gs>
                <a:gs pos="100000">
                  <a:srgbClr val="FFD7FF">
                    <a:alpha val="1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Splat 460"/>
            <p:cNvSpPr>
              <a:spLocks noGrp="1"/>
            </p:cNvSpPr>
            <p:nvPr/>
          </p:nvSpPr>
          <p:spPr>
            <a:xfrm rot="5400000">
              <a:off x="1379184" y="2632846"/>
              <a:ext cx="309968" cy="309968"/>
            </a:xfrm>
            <a:prstGeom prst="ellipse">
              <a:avLst/>
            </a:prstGeom>
            <a:gradFill>
              <a:gsLst>
                <a:gs pos="0">
                  <a:srgbClr val="0000DF">
                    <a:alpha val="32968"/>
                  </a:srgbClr>
                </a:gs>
                <a:gs pos="14286">
                  <a:srgbClr val="0000DF">
                    <a:alpha val="30764"/>
                  </a:srgbClr>
                </a:gs>
                <a:gs pos="28571">
                  <a:srgbClr val="0000DF">
                    <a:alpha val="24833"/>
                  </a:srgbClr>
                </a:gs>
                <a:gs pos="42857">
                  <a:srgbClr val="0000DF">
                    <a:alpha val="17075"/>
                  </a:srgbClr>
                </a:gs>
                <a:gs pos="57143">
                  <a:srgbClr val="0000DF">
                    <a:alpha val="9855"/>
                  </a:srgbClr>
                </a:gs>
                <a:gs pos="71429">
                  <a:srgbClr val="0000DF">
                    <a:alpha val="4740"/>
                  </a:srgbClr>
                </a:gs>
                <a:gs pos="85714">
                  <a:srgbClr val="0000DF">
                    <a:alpha val="1902"/>
                  </a:srgbClr>
                </a:gs>
                <a:gs pos="100000">
                  <a:srgbClr val="0000D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Splat 461"/>
            <p:cNvSpPr>
              <a:spLocks noGrp="1"/>
            </p:cNvSpPr>
            <p:nvPr/>
          </p:nvSpPr>
          <p:spPr>
            <a:xfrm rot="6821003">
              <a:off x="2994471" y="3056097"/>
              <a:ext cx="328612" cy="96310"/>
            </a:xfrm>
            <a:prstGeom prst="ellipse">
              <a:avLst/>
            </a:prstGeom>
            <a:gradFill>
              <a:gsLst>
                <a:gs pos="0">
                  <a:srgbClr val="371E00">
                    <a:alpha val="22985"/>
                  </a:srgbClr>
                </a:gs>
                <a:gs pos="14286">
                  <a:srgbClr val="371E00">
                    <a:alpha val="21341"/>
                  </a:srgbClr>
                </a:gs>
                <a:gs pos="28571">
                  <a:srgbClr val="371E00">
                    <a:alpha val="17004"/>
                  </a:srgbClr>
                </a:gs>
                <a:gs pos="42857">
                  <a:srgbClr val="371E00">
                    <a:alpha val="11507"/>
                  </a:srgbClr>
                </a:gs>
                <a:gs pos="57143">
                  <a:srgbClr val="371E00">
                    <a:alpha val="6550"/>
                  </a:srgbClr>
                </a:gs>
                <a:gs pos="71429">
                  <a:srgbClr val="371E00">
                    <a:alpha val="3121"/>
                  </a:srgbClr>
                </a:gs>
                <a:gs pos="85714">
                  <a:srgbClr val="371E00">
                    <a:alpha val="1246"/>
                  </a:srgbClr>
                </a:gs>
                <a:gs pos="100000">
                  <a:srgbClr val="371E00">
                    <a:alpha val="4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Splat 462"/>
            <p:cNvSpPr>
              <a:spLocks noGrp="1"/>
            </p:cNvSpPr>
            <p:nvPr/>
          </p:nvSpPr>
          <p:spPr>
            <a:xfrm rot="5400000">
              <a:off x="2521363" y="2808295"/>
              <a:ext cx="324471" cy="3244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Splat 463"/>
            <p:cNvSpPr>
              <a:spLocks noGrp="1"/>
            </p:cNvSpPr>
            <p:nvPr/>
          </p:nvSpPr>
          <p:spPr>
            <a:xfrm rot="5400000">
              <a:off x="3981243" y="4398498"/>
              <a:ext cx="591497" cy="591497"/>
            </a:xfrm>
            <a:prstGeom prst="ellipse">
              <a:avLst/>
            </a:prstGeom>
            <a:gradFill>
              <a:gsLst>
                <a:gs pos="0">
                  <a:srgbClr val="AD6800">
                    <a:alpha val="32968"/>
                  </a:srgbClr>
                </a:gs>
                <a:gs pos="14286">
                  <a:srgbClr val="AD6800">
                    <a:alpha val="30764"/>
                  </a:srgbClr>
                </a:gs>
                <a:gs pos="28571">
                  <a:srgbClr val="AD6800">
                    <a:alpha val="24833"/>
                  </a:srgbClr>
                </a:gs>
                <a:gs pos="42857">
                  <a:srgbClr val="AD6800">
                    <a:alpha val="17075"/>
                  </a:srgbClr>
                </a:gs>
                <a:gs pos="57143">
                  <a:srgbClr val="AD6800">
                    <a:alpha val="9855"/>
                  </a:srgbClr>
                </a:gs>
                <a:gs pos="71429">
                  <a:srgbClr val="AD6800">
                    <a:alpha val="4740"/>
                  </a:srgbClr>
                </a:gs>
                <a:gs pos="85714">
                  <a:srgbClr val="AD6800">
                    <a:alpha val="1902"/>
                  </a:srgbClr>
                </a:gs>
                <a:gs pos="100000">
                  <a:srgbClr val="AD6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Splat 464"/>
            <p:cNvSpPr>
              <a:spLocks noGrp="1"/>
            </p:cNvSpPr>
            <p:nvPr/>
          </p:nvSpPr>
          <p:spPr>
            <a:xfrm rot="5400000">
              <a:off x="3797856" y="4356596"/>
              <a:ext cx="591846" cy="591846"/>
            </a:xfrm>
            <a:prstGeom prst="ellipse">
              <a:avLst/>
            </a:prstGeom>
            <a:gradFill>
              <a:gsLst>
                <a:gs pos="0">
                  <a:srgbClr val="004100">
                    <a:alpha val="32968"/>
                  </a:srgbClr>
                </a:gs>
                <a:gs pos="14286">
                  <a:srgbClr val="004100">
                    <a:alpha val="30764"/>
                  </a:srgbClr>
                </a:gs>
                <a:gs pos="28571">
                  <a:srgbClr val="004100">
                    <a:alpha val="24833"/>
                  </a:srgbClr>
                </a:gs>
                <a:gs pos="42857">
                  <a:srgbClr val="004100">
                    <a:alpha val="17075"/>
                  </a:srgbClr>
                </a:gs>
                <a:gs pos="57143">
                  <a:srgbClr val="004100">
                    <a:alpha val="9855"/>
                  </a:srgbClr>
                </a:gs>
                <a:gs pos="71429">
                  <a:srgbClr val="004100">
                    <a:alpha val="4740"/>
                  </a:srgbClr>
                </a:gs>
                <a:gs pos="85714">
                  <a:srgbClr val="004100">
                    <a:alpha val="1902"/>
                  </a:srgbClr>
                </a:gs>
                <a:gs pos="100000">
                  <a:srgbClr val="004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Splat 465"/>
            <p:cNvSpPr>
              <a:spLocks noGrp="1"/>
            </p:cNvSpPr>
            <p:nvPr/>
          </p:nvSpPr>
          <p:spPr>
            <a:xfrm rot="-8901852">
              <a:off x="2605009" y="2671252"/>
              <a:ext cx="328612" cy="116347"/>
            </a:xfrm>
            <a:prstGeom prst="ellipse">
              <a:avLst/>
            </a:prstGeom>
            <a:gradFill>
              <a:gsLst>
                <a:gs pos="0">
                  <a:srgbClr val="800B00">
                    <a:alpha val="25921"/>
                  </a:srgbClr>
                </a:gs>
                <a:gs pos="14286">
                  <a:srgbClr val="800B00">
                    <a:alpha val="24101"/>
                  </a:srgbClr>
                </a:gs>
                <a:gs pos="28571">
                  <a:srgbClr val="800B00">
                    <a:alpha val="19275"/>
                  </a:srgbClr>
                </a:gs>
                <a:gs pos="42857">
                  <a:srgbClr val="800B00">
                    <a:alpha val="13103"/>
                  </a:srgbClr>
                </a:gs>
                <a:gs pos="57143">
                  <a:srgbClr val="800B00">
                    <a:alpha val="7487"/>
                  </a:srgbClr>
                </a:gs>
                <a:gs pos="71429">
                  <a:srgbClr val="800B00">
                    <a:alpha val="3577"/>
                  </a:srgbClr>
                </a:gs>
                <a:gs pos="85714">
                  <a:srgbClr val="800B00">
                    <a:alpha val="1430"/>
                  </a:srgbClr>
                </a:gs>
                <a:gs pos="100000">
                  <a:srgbClr val="800B00">
                    <a:alpha val="4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Splat 466"/>
            <p:cNvSpPr>
              <a:spLocks noGrp="1"/>
            </p:cNvSpPr>
            <p:nvPr/>
          </p:nvSpPr>
          <p:spPr>
            <a:xfrm rot="5400000">
              <a:off x="1852997" y="2246644"/>
              <a:ext cx="328612" cy="328612"/>
            </a:xfrm>
            <a:prstGeom prst="ellipse">
              <a:avLst/>
            </a:prstGeom>
            <a:gradFill>
              <a:gsLst>
                <a:gs pos="0">
                  <a:srgbClr val="775392">
                    <a:alpha val="17292"/>
                  </a:srgbClr>
                </a:gs>
                <a:gs pos="14286">
                  <a:srgbClr val="775392">
                    <a:alpha val="16012"/>
                  </a:srgbClr>
                </a:gs>
                <a:gs pos="28571">
                  <a:srgbClr val="775392">
                    <a:alpha val="12671"/>
                  </a:srgbClr>
                </a:gs>
                <a:gs pos="42857">
                  <a:srgbClr val="775392">
                    <a:alpha val="8503"/>
                  </a:srgbClr>
                </a:gs>
                <a:gs pos="57143">
                  <a:srgbClr val="775392">
                    <a:alpha val="4805"/>
                  </a:srgbClr>
                </a:gs>
                <a:gs pos="71429">
                  <a:srgbClr val="775392">
                    <a:alpha val="2279"/>
                  </a:srgbClr>
                </a:gs>
                <a:gs pos="85714">
                  <a:srgbClr val="775392">
                    <a:alpha val="907"/>
                  </a:srgbClr>
                </a:gs>
                <a:gs pos="100000">
                  <a:srgbClr val="775392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Splat 467"/>
            <p:cNvSpPr>
              <a:spLocks noGrp="1"/>
            </p:cNvSpPr>
            <p:nvPr/>
          </p:nvSpPr>
          <p:spPr>
            <a:xfrm rot="3252196">
              <a:off x="1486396" y="2607407"/>
              <a:ext cx="238672" cy="66298"/>
            </a:xfrm>
            <a:prstGeom prst="ellipse">
              <a:avLst/>
            </a:prstGeom>
            <a:gradFill>
              <a:gsLst>
                <a:gs pos="0">
                  <a:srgbClr val="8700A1">
                    <a:alpha val="32968"/>
                  </a:srgbClr>
                </a:gs>
                <a:gs pos="14286">
                  <a:srgbClr val="8700A1">
                    <a:alpha val="30764"/>
                  </a:srgbClr>
                </a:gs>
                <a:gs pos="28571">
                  <a:srgbClr val="8700A1">
                    <a:alpha val="24833"/>
                  </a:srgbClr>
                </a:gs>
                <a:gs pos="42857">
                  <a:srgbClr val="8700A1">
                    <a:alpha val="17075"/>
                  </a:srgbClr>
                </a:gs>
                <a:gs pos="57143">
                  <a:srgbClr val="8700A1">
                    <a:alpha val="9855"/>
                  </a:srgbClr>
                </a:gs>
                <a:gs pos="71429">
                  <a:srgbClr val="8700A1">
                    <a:alpha val="4740"/>
                  </a:srgbClr>
                </a:gs>
                <a:gs pos="85714">
                  <a:srgbClr val="8700A1">
                    <a:alpha val="1902"/>
                  </a:srgbClr>
                </a:gs>
                <a:gs pos="100000">
                  <a:srgbClr val="8700A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Splat 468"/>
            <p:cNvSpPr>
              <a:spLocks noGrp="1"/>
            </p:cNvSpPr>
            <p:nvPr/>
          </p:nvSpPr>
          <p:spPr>
            <a:xfrm rot="-9742226">
              <a:off x="3044307" y="2415652"/>
              <a:ext cx="328612" cy="91281"/>
            </a:xfrm>
            <a:prstGeom prst="ellipse">
              <a:avLst/>
            </a:prstGeom>
            <a:gradFill>
              <a:gsLst>
                <a:gs pos="0">
                  <a:srgbClr val="7F8000">
                    <a:alpha val="32968"/>
                  </a:srgbClr>
                </a:gs>
                <a:gs pos="14286">
                  <a:srgbClr val="7F8000">
                    <a:alpha val="30764"/>
                  </a:srgbClr>
                </a:gs>
                <a:gs pos="28571">
                  <a:srgbClr val="7F8000">
                    <a:alpha val="24833"/>
                  </a:srgbClr>
                </a:gs>
                <a:gs pos="42857">
                  <a:srgbClr val="7F8000">
                    <a:alpha val="17075"/>
                  </a:srgbClr>
                </a:gs>
                <a:gs pos="57143">
                  <a:srgbClr val="7F8000">
                    <a:alpha val="9855"/>
                  </a:srgbClr>
                </a:gs>
                <a:gs pos="71429">
                  <a:srgbClr val="7F8000">
                    <a:alpha val="4740"/>
                  </a:srgbClr>
                </a:gs>
                <a:gs pos="85714">
                  <a:srgbClr val="7F8000">
                    <a:alpha val="1902"/>
                  </a:srgbClr>
                </a:gs>
                <a:gs pos="100000">
                  <a:srgbClr val="7F8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Splat 469"/>
            <p:cNvSpPr>
              <a:spLocks noGrp="1"/>
            </p:cNvSpPr>
            <p:nvPr/>
          </p:nvSpPr>
          <p:spPr>
            <a:xfrm rot="5400000">
              <a:off x="1436228" y="2510184"/>
              <a:ext cx="247456" cy="247456"/>
            </a:xfrm>
            <a:prstGeom prst="ellipse">
              <a:avLst/>
            </a:prstGeom>
            <a:gradFill>
              <a:gsLst>
                <a:gs pos="0">
                  <a:srgbClr val="DEFF00">
                    <a:alpha val="2587"/>
                  </a:srgbClr>
                </a:gs>
                <a:gs pos="14286">
                  <a:srgbClr val="DEFF00">
                    <a:alpha val="2380"/>
                  </a:srgbClr>
                </a:gs>
                <a:gs pos="28571">
                  <a:srgbClr val="DEFF00">
                    <a:alpha val="1853"/>
                  </a:srgbClr>
                </a:gs>
                <a:gs pos="42857">
                  <a:srgbClr val="DEFF00">
                    <a:alpha val="1219"/>
                  </a:srgbClr>
                </a:gs>
                <a:gs pos="57143">
                  <a:srgbClr val="DEFF00">
                    <a:alpha val="677"/>
                  </a:srgbClr>
                </a:gs>
                <a:gs pos="71429">
                  <a:srgbClr val="DEFF00">
                    <a:alpha val="318"/>
                  </a:srgbClr>
                </a:gs>
                <a:gs pos="85714">
                  <a:srgbClr val="DEFF00">
                    <a:alpha val="126"/>
                  </a:srgbClr>
                </a:gs>
                <a:gs pos="100000">
                  <a:srgbClr val="DEFF00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Splat 470"/>
            <p:cNvSpPr>
              <a:spLocks noGrp="1"/>
            </p:cNvSpPr>
            <p:nvPr/>
          </p:nvSpPr>
          <p:spPr>
            <a:xfrm rot="10384334">
              <a:off x="1387753" y="3949497"/>
              <a:ext cx="328612" cy="91281"/>
            </a:xfrm>
            <a:prstGeom prst="ellipse">
              <a:avLst/>
            </a:prstGeom>
            <a:gradFill>
              <a:gsLst>
                <a:gs pos="0">
                  <a:srgbClr val="950000">
                    <a:alpha val="32968"/>
                  </a:srgbClr>
                </a:gs>
                <a:gs pos="14286">
                  <a:srgbClr val="950000">
                    <a:alpha val="30764"/>
                  </a:srgbClr>
                </a:gs>
                <a:gs pos="28571">
                  <a:srgbClr val="950000">
                    <a:alpha val="24833"/>
                  </a:srgbClr>
                </a:gs>
                <a:gs pos="42857">
                  <a:srgbClr val="950000">
                    <a:alpha val="17075"/>
                  </a:srgbClr>
                </a:gs>
                <a:gs pos="57143">
                  <a:srgbClr val="950000">
                    <a:alpha val="9855"/>
                  </a:srgbClr>
                </a:gs>
                <a:gs pos="71429">
                  <a:srgbClr val="950000">
                    <a:alpha val="4740"/>
                  </a:srgbClr>
                </a:gs>
                <a:gs pos="85714">
                  <a:srgbClr val="950000">
                    <a:alpha val="1902"/>
                  </a:srgbClr>
                </a:gs>
                <a:gs pos="100000">
                  <a:srgbClr val="9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Splat 471"/>
            <p:cNvSpPr>
              <a:spLocks noGrp="1"/>
            </p:cNvSpPr>
            <p:nvPr/>
          </p:nvSpPr>
          <p:spPr>
            <a:xfrm rot="5400000">
              <a:off x="1935839" y="2282621"/>
              <a:ext cx="249385" cy="249385"/>
            </a:xfrm>
            <a:prstGeom prst="ellipse">
              <a:avLst/>
            </a:prstGeom>
            <a:gradFill>
              <a:gsLst>
                <a:gs pos="0">
                  <a:srgbClr val="EE9460">
                    <a:alpha val="6297"/>
                  </a:srgbClr>
                </a:gs>
                <a:gs pos="14286">
                  <a:srgbClr val="EE9460">
                    <a:alpha val="5803"/>
                  </a:srgbClr>
                </a:gs>
                <a:gs pos="28571">
                  <a:srgbClr val="EE9460">
                    <a:alpha val="4536"/>
                  </a:srgbClr>
                </a:gs>
                <a:gs pos="42857">
                  <a:srgbClr val="EE9460">
                    <a:alpha val="2999"/>
                  </a:srgbClr>
                </a:gs>
                <a:gs pos="57143">
                  <a:srgbClr val="EE9460">
                    <a:alpha val="1673"/>
                  </a:srgbClr>
                </a:gs>
                <a:gs pos="71429">
                  <a:srgbClr val="EE9460">
                    <a:alpha val="787"/>
                  </a:srgbClr>
                </a:gs>
                <a:gs pos="85714">
                  <a:srgbClr val="EE9460">
                    <a:alpha val="312"/>
                  </a:srgbClr>
                </a:gs>
                <a:gs pos="100000">
                  <a:srgbClr val="EE9460">
                    <a:alpha val="1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Splat 472"/>
            <p:cNvSpPr>
              <a:spLocks noGrp="1"/>
            </p:cNvSpPr>
            <p:nvPr/>
          </p:nvSpPr>
          <p:spPr>
            <a:xfrm rot="-9501043">
              <a:off x="3037659" y="2408158"/>
              <a:ext cx="328612" cy="91281"/>
            </a:xfrm>
            <a:prstGeom prst="ellipse">
              <a:avLst/>
            </a:prstGeom>
            <a:gradFill>
              <a:gsLst>
                <a:gs pos="0">
                  <a:srgbClr val="DFFFFE">
                    <a:alpha val="32968"/>
                  </a:srgbClr>
                </a:gs>
                <a:gs pos="14286">
                  <a:srgbClr val="DFFFFE">
                    <a:alpha val="30764"/>
                  </a:srgbClr>
                </a:gs>
                <a:gs pos="28571">
                  <a:srgbClr val="DFFFFE">
                    <a:alpha val="24833"/>
                  </a:srgbClr>
                </a:gs>
                <a:gs pos="42857">
                  <a:srgbClr val="DFFFFE">
                    <a:alpha val="17075"/>
                  </a:srgbClr>
                </a:gs>
                <a:gs pos="57143">
                  <a:srgbClr val="DFFFFE">
                    <a:alpha val="9855"/>
                  </a:srgbClr>
                </a:gs>
                <a:gs pos="71429">
                  <a:srgbClr val="DFFFFE">
                    <a:alpha val="4740"/>
                  </a:srgbClr>
                </a:gs>
                <a:gs pos="85714">
                  <a:srgbClr val="DFFFFE">
                    <a:alpha val="1902"/>
                  </a:srgbClr>
                </a:gs>
                <a:gs pos="100000">
                  <a:srgbClr val="D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Splat 473"/>
            <p:cNvSpPr>
              <a:spLocks noGrp="1"/>
            </p:cNvSpPr>
            <p:nvPr/>
          </p:nvSpPr>
          <p:spPr>
            <a:xfrm rot="5416163">
              <a:off x="3533746" y="2108132"/>
              <a:ext cx="328613" cy="91281"/>
            </a:xfrm>
            <a:prstGeom prst="ellipse">
              <a:avLst/>
            </a:prstGeom>
            <a:gradFill>
              <a:gsLst>
                <a:gs pos="0">
                  <a:srgbClr val="7FBAA0">
                    <a:alpha val="32968"/>
                  </a:srgbClr>
                </a:gs>
                <a:gs pos="14286">
                  <a:srgbClr val="7FBAA0">
                    <a:alpha val="30764"/>
                  </a:srgbClr>
                </a:gs>
                <a:gs pos="28571">
                  <a:srgbClr val="7FBAA0">
                    <a:alpha val="24833"/>
                  </a:srgbClr>
                </a:gs>
                <a:gs pos="42857">
                  <a:srgbClr val="7FBAA0">
                    <a:alpha val="17075"/>
                  </a:srgbClr>
                </a:gs>
                <a:gs pos="57143">
                  <a:srgbClr val="7FBAA0">
                    <a:alpha val="9855"/>
                  </a:srgbClr>
                </a:gs>
                <a:gs pos="71429">
                  <a:srgbClr val="7FBAA0">
                    <a:alpha val="4740"/>
                  </a:srgbClr>
                </a:gs>
                <a:gs pos="85714">
                  <a:srgbClr val="7FBAA0">
                    <a:alpha val="1902"/>
                  </a:srgbClr>
                </a:gs>
                <a:gs pos="100000">
                  <a:srgbClr val="7FBAA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Splat 474"/>
            <p:cNvSpPr>
              <a:spLocks noGrp="1"/>
            </p:cNvSpPr>
            <p:nvPr/>
          </p:nvSpPr>
          <p:spPr>
            <a:xfrm rot="8746378">
              <a:off x="2702728" y="920779"/>
              <a:ext cx="328612" cy="91281"/>
            </a:xfrm>
            <a:prstGeom prst="ellipse">
              <a:avLst/>
            </a:prstGeom>
            <a:gradFill>
              <a:gsLst>
                <a:gs pos="0">
                  <a:srgbClr val="FFE0EC">
                    <a:alpha val="32968"/>
                  </a:srgbClr>
                </a:gs>
                <a:gs pos="14286">
                  <a:srgbClr val="FFE0EC">
                    <a:alpha val="30764"/>
                  </a:srgbClr>
                </a:gs>
                <a:gs pos="28571">
                  <a:srgbClr val="FFE0EC">
                    <a:alpha val="24833"/>
                  </a:srgbClr>
                </a:gs>
                <a:gs pos="42857">
                  <a:srgbClr val="FFE0EC">
                    <a:alpha val="17075"/>
                  </a:srgbClr>
                </a:gs>
                <a:gs pos="57143">
                  <a:srgbClr val="FFE0EC">
                    <a:alpha val="9855"/>
                  </a:srgbClr>
                </a:gs>
                <a:gs pos="71429">
                  <a:srgbClr val="FFE0EC">
                    <a:alpha val="4740"/>
                  </a:srgbClr>
                </a:gs>
                <a:gs pos="85714">
                  <a:srgbClr val="FFE0EC">
                    <a:alpha val="1902"/>
                  </a:srgbClr>
                </a:gs>
                <a:gs pos="100000">
                  <a:srgbClr val="FFE0E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Splat 475"/>
            <p:cNvSpPr>
              <a:spLocks noGrp="1"/>
            </p:cNvSpPr>
            <p:nvPr/>
          </p:nvSpPr>
          <p:spPr>
            <a:xfrm rot="10736701">
              <a:off x="2883694" y="2030809"/>
              <a:ext cx="328612" cy="91281"/>
            </a:xfrm>
            <a:prstGeom prst="ellipse">
              <a:avLst/>
            </a:prstGeom>
            <a:gradFill>
              <a:gsLst>
                <a:gs pos="0">
                  <a:srgbClr val="E55A00">
                    <a:alpha val="28228"/>
                  </a:srgbClr>
                </a:gs>
                <a:gs pos="14286">
                  <a:srgbClr val="E55A00">
                    <a:alpha val="26276"/>
                  </a:srgbClr>
                </a:gs>
                <a:gs pos="28571">
                  <a:srgbClr val="E55A00">
                    <a:alpha val="21077"/>
                  </a:srgbClr>
                </a:gs>
                <a:gs pos="42857">
                  <a:srgbClr val="E55A00">
                    <a:alpha val="14380"/>
                  </a:srgbClr>
                </a:gs>
                <a:gs pos="57143">
                  <a:srgbClr val="E55A00">
                    <a:alpha val="8243"/>
                  </a:srgbClr>
                </a:gs>
                <a:gs pos="71429">
                  <a:srgbClr val="E55A00">
                    <a:alpha val="3947"/>
                  </a:srgbClr>
                </a:gs>
                <a:gs pos="85714">
                  <a:srgbClr val="E55A00">
                    <a:alpha val="1580"/>
                  </a:srgbClr>
                </a:gs>
                <a:gs pos="100000">
                  <a:srgbClr val="E55A00">
                    <a:alpha val="5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Splat 476"/>
            <p:cNvSpPr>
              <a:spLocks noGrp="1"/>
            </p:cNvSpPr>
            <p:nvPr/>
          </p:nvSpPr>
          <p:spPr>
            <a:xfrm rot="5400000">
              <a:off x="2887180" y="2347133"/>
              <a:ext cx="282538" cy="282538"/>
            </a:xfrm>
            <a:prstGeom prst="ellipse">
              <a:avLst/>
            </a:prstGeom>
            <a:gradFill>
              <a:gsLst>
                <a:gs pos="0">
                  <a:srgbClr val="8BFFB9">
                    <a:alpha val="2869"/>
                  </a:srgbClr>
                </a:gs>
                <a:gs pos="14286">
                  <a:srgbClr val="8BFFB9">
                    <a:alpha val="2640"/>
                  </a:srgbClr>
                </a:gs>
                <a:gs pos="28571">
                  <a:srgbClr val="8BFFB9">
                    <a:alpha val="2056"/>
                  </a:srgbClr>
                </a:gs>
                <a:gs pos="42857">
                  <a:srgbClr val="8BFFB9">
                    <a:alpha val="1353"/>
                  </a:srgbClr>
                </a:gs>
                <a:gs pos="57143">
                  <a:srgbClr val="8BFFB9">
                    <a:alpha val="752"/>
                  </a:srgbClr>
                </a:gs>
                <a:gs pos="71429">
                  <a:srgbClr val="8BFFB9">
                    <a:alpha val="353"/>
                  </a:srgbClr>
                </a:gs>
                <a:gs pos="85714">
                  <a:srgbClr val="8BFFB9">
                    <a:alpha val="140"/>
                  </a:srgbClr>
                </a:gs>
                <a:gs pos="100000">
                  <a:srgbClr val="8BFFB9">
                    <a:alpha val="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Splat 477"/>
            <p:cNvSpPr>
              <a:spLocks noGrp="1"/>
            </p:cNvSpPr>
            <p:nvPr/>
          </p:nvSpPr>
          <p:spPr>
            <a:xfrm rot="5400000">
              <a:off x="1060041" y="3069896"/>
              <a:ext cx="234717" cy="234717"/>
            </a:xfrm>
            <a:prstGeom prst="ellipse">
              <a:avLst/>
            </a:prstGeom>
            <a:gradFill>
              <a:gsLst>
                <a:gs pos="0">
                  <a:srgbClr val="00006E">
                    <a:alpha val="32968"/>
                  </a:srgbClr>
                </a:gs>
                <a:gs pos="14286">
                  <a:srgbClr val="00006E">
                    <a:alpha val="30764"/>
                  </a:srgbClr>
                </a:gs>
                <a:gs pos="28571">
                  <a:srgbClr val="00006E">
                    <a:alpha val="24833"/>
                  </a:srgbClr>
                </a:gs>
                <a:gs pos="42857">
                  <a:srgbClr val="00006E">
                    <a:alpha val="17075"/>
                  </a:srgbClr>
                </a:gs>
                <a:gs pos="57143">
                  <a:srgbClr val="00006E">
                    <a:alpha val="9855"/>
                  </a:srgbClr>
                </a:gs>
                <a:gs pos="71429">
                  <a:srgbClr val="00006E">
                    <a:alpha val="4740"/>
                  </a:srgbClr>
                </a:gs>
                <a:gs pos="85714">
                  <a:srgbClr val="00006E">
                    <a:alpha val="1902"/>
                  </a:srgbClr>
                </a:gs>
                <a:gs pos="100000">
                  <a:srgbClr val="00006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Splat 478"/>
            <p:cNvSpPr>
              <a:spLocks noGrp="1"/>
            </p:cNvSpPr>
            <p:nvPr/>
          </p:nvSpPr>
          <p:spPr>
            <a:xfrm rot="-9689463">
              <a:off x="1331119" y="2535634"/>
              <a:ext cx="328612" cy="91281"/>
            </a:xfrm>
            <a:prstGeom prst="ellipse">
              <a:avLst/>
            </a:prstGeom>
            <a:gradFill>
              <a:gsLst>
                <a:gs pos="0">
                  <a:srgbClr val="FFD000">
                    <a:alpha val="21366"/>
                  </a:srgbClr>
                </a:gs>
                <a:gs pos="14286">
                  <a:srgbClr val="FFD000">
                    <a:alpha val="19822"/>
                  </a:srgbClr>
                </a:gs>
                <a:gs pos="28571">
                  <a:srgbClr val="FFD000">
                    <a:alpha val="15763"/>
                  </a:srgbClr>
                </a:gs>
                <a:gs pos="42857">
                  <a:srgbClr val="FFD000">
                    <a:alpha val="10642"/>
                  </a:srgbClr>
                </a:gs>
                <a:gs pos="57143">
                  <a:srgbClr val="FFD000">
                    <a:alpha val="6044"/>
                  </a:srgbClr>
                </a:gs>
                <a:gs pos="71429">
                  <a:srgbClr val="FFD000">
                    <a:alpha val="2876"/>
                  </a:srgbClr>
                </a:gs>
                <a:gs pos="85714">
                  <a:srgbClr val="FFD000">
                    <a:alpha val="1147"/>
                  </a:srgbClr>
                </a:gs>
                <a:gs pos="100000">
                  <a:srgbClr val="FFD000">
                    <a:alpha val="3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Splat 479"/>
            <p:cNvSpPr>
              <a:spLocks noGrp="1"/>
            </p:cNvSpPr>
            <p:nvPr/>
          </p:nvSpPr>
          <p:spPr>
            <a:xfrm rot="10396269">
              <a:off x="2607724" y="2290628"/>
              <a:ext cx="263516" cy="161395"/>
            </a:xfrm>
            <a:prstGeom prst="ellipse">
              <a:avLst/>
            </a:prstGeom>
            <a:gradFill>
              <a:gsLst>
                <a:gs pos="0">
                  <a:srgbClr val="C82E01">
                    <a:alpha val="13775"/>
                  </a:srgbClr>
                </a:gs>
                <a:gs pos="14286">
                  <a:srgbClr val="C82E01">
                    <a:alpha val="12736"/>
                  </a:srgbClr>
                </a:gs>
                <a:gs pos="28571">
                  <a:srgbClr val="C82E01">
                    <a:alpha val="10037"/>
                  </a:srgbClr>
                </a:gs>
                <a:gs pos="42857">
                  <a:srgbClr val="C82E01">
                    <a:alpha val="6703"/>
                  </a:srgbClr>
                </a:gs>
                <a:gs pos="57143">
                  <a:srgbClr val="C82E01">
                    <a:alpha val="3771"/>
                  </a:srgbClr>
                </a:gs>
                <a:gs pos="71429">
                  <a:srgbClr val="C82E01">
                    <a:alpha val="1783"/>
                  </a:srgbClr>
                </a:gs>
                <a:gs pos="85714">
                  <a:srgbClr val="C82E01">
                    <a:alpha val="709"/>
                  </a:srgbClr>
                </a:gs>
                <a:gs pos="100000">
                  <a:srgbClr val="C82E01">
                    <a:alpha val="2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Splat 480"/>
            <p:cNvSpPr>
              <a:spLocks noGrp="1"/>
            </p:cNvSpPr>
            <p:nvPr/>
          </p:nvSpPr>
          <p:spPr>
            <a:xfrm rot="5400000">
              <a:off x="2280515" y="1636807"/>
              <a:ext cx="291081" cy="291081"/>
            </a:xfrm>
            <a:prstGeom prst="ellipse">
              <a:avLst/>
            </a:prstGeom>
            <a:gradFill>
              <a:gsLst>
                <a:gs pos="0">
                  <a:srgbClr val="9F595D">
                    <a:alpha val="32968"/>
                  </a:srgbClr>
                </a:gs>
                <a:gs pos="14286">
                  <a:srgbClr val="9F595D">
                    <a:alpha val="30764"/>
                  </a:srgbClr>
                </a:gs>
                <a:gs pos="28571">
                  <a:srgbClr val="9F595D">
                    <a:alpha val="24833"/>
                  </a:srgbClr>
                </a:gs>
                <a:gs pos="42857">
                  <a:srgbClr val="9F595D">
                    <a:alpha val="17075"/>
                  </a:srgbClr>
                </a:gs>
                <a:gs pos="57143">
                  <a:srgbClr val="9F595D">
                    <a:alpha val="9855"/>
                  </a:srgbClr>
                </a:gs>
                <a:gs pos="71429">
                  <a:srgbClr val="9F595D">
                    <a:alpha val="4740"/>
                  </a:srgbClr>
                </a:gs>
                <a:gs pos="85714">
                  <a:srgbClr val="9F595D">
                    <a:alpha val="1902"/>
                  </a:srgbClr>
                </a:gs>
                <a:gs pos="100000">
                  <a:srgbClr val="9F595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Splat 481"/>
            <p:cNvSpPr>
              <a:spLocks noGrp="1"/>
            </p:cNvSpPr>
            <p:nvPr/>
          </p:nvSpPr>
          <p:spPr>
            <a:xfrm rot="9490161">
              <a:off x="829436" y="3914099"/>
              <a:ext cx="328612" cy="91281"/>
            </a:xfrm>
            <a:prstGeom prst="ellipse">
              <a:avLst/>
            </a:prstGeom>
            <a:gradFill>
              <a:gsLst>
                <a:gs pos="0">
                  <a:srgbClr val="5E9AC2">
                    <a:alpha val="32968"/>
                  </a:srgbClr>
                </a:gs>
                <a:gs pos="14286">
                  <a:srgbClr val="5E9AC2">
                    <a:alpha val="30764"/>
                  </a:srgbClr>
                </a:gs>
                <a:gs pos="28571">
                  <a:srgbClr val="5E9AC2">
                    <a:alpha val="24833"/>
                  </a:srgbClr>
                </a:gs>
                <a:gs pos="42857">
                  <a:srgbClr val="5E9AC2">
                    <a:alpha val="17075"/>
                  </a:srgbClr>
                </a:gs>
                <a:gs pos="57143">
                  <a:srgbClr val="5E9AC2">
                    <a:alpha val="9855"/>
                  </a:srgbClr>
                </a:gs>
                <a:gs pos="71429">
                  <a:srgbClr val="5E9AC2">
                    <a:alpha val="4740"/>
                  </a:srgbClr>
                </a:gs>
                <a:gs pos="85714">
                  <a:srgbClr val="5E9AC2">
                    <a:alpha val="1902"/>
                  </a:srgbClr>
                </a:gs>
                <a:gs pos="100000">
                  <a:srgbClr val="5E9AC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Splat 482"/>
            <p:cNvSpPr>
              <a:spLocks noGrp="1"/>
            </p:cNvSpPr>
            <p:nvPr/>
          </p:nvSpPr>
          <p:spPr>
            <a:xfrm rot="8687239">
              <a:off x="778669" y="3964384"/>
              <a:ext cx="328612" cy="91281"/>
            </a:xfrm>
            <a:prstGeom prst="ellipse">
              <a:avLst/>
            </a:prstGeom>
            <a:gradFill>
              <a:gsLst>
                <a:gs pos="0">
                  <a:srgbClr val="0076B1">
                    <a:alpha val="32968"/>
                  </a:srgbClr>
                </a:gs>
                <a:gs pos="14286">
                  <a:srgbClr val="0076B1">
                    <a:alpha val="30764"/>
                  </a:srgbClr>
                </a:gs>
                <a:gs pos="28571">
                  <a:srgbClr val="0076B1">
                    <a:alpha val="24833"/>
                  </a:srgbClr>
                </a:gs>
                <a:gs pos="42857">
                  <a:srgbClr val="0076B1">
                    <a:alpha val="17075"/>
                  </a:srgbClr>
                </a:gs>
                <a:gs pos="57143">
                  <a:srgbClr val="0076B1">
                    <a:alpha val="9855"/>
                  </a:srgbClr>
                </a:gs>
                <a:gs pos="71429">
                  <a:srgbClr val="0076B1">
                    <a:alpha val="4740"/>
                  </a:srgbClr>
                </a:gs>
                <a:gs pos="85714">
                  <a:srgbClr val="0076B1">
                    <a:alpha val="1902"/>
                  </a:srgbClr>
                </a:gs>
                <a:gs pos="100000">
                  <a:srgbClr val="0076B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Splat 483"/>
            <p:cNvSpPr>
              <a:spLocks noGrp="1"/>
            </p:cNvSpPr>
            <p:nvPr/>
          </p:nvSpPr>
          <p:spPr>
            <a:xfrm rot="9902034">
              <a:off x="906543" y="1119863"/>
              <a:ext cx="328613" cy="91281"/>
            </a:xfrm>
            <a:prstGeom prst="ellipse">
              <a:avLst/>
            </a:prstGeom>
            <a:gradFill>
              <a:gsLst>
                <a:gs pos="0">
                  <a:srgbClr val="610034">
                    <a:alpha val="32749"/>
                  </a:srgbClr>
                </a:gs>
                <a:gs pos="14286">
                  <a:srgbClr val="610034">
                    <a:alpha val="30556"/>
                  </a:srgbClr>
                </a:gs>
                <a:gs pos="28571">
                  <a:srgbClr val="610034">
                    <a:alpha val="24657"/>
                  </a:srgbClr>
                </a:gs>
                <a:gs pos="42857">
                  <a:srgbClr val="610034">
                    <a:alpha val="16948"/>
                  </a:srgbClr>
                </a:gs>
                <a:gs pos="57143">
                  <a:srgbClr val="610034">
                    <a:alpha val="9778"/>
                  </a:srgbClr>
                </a:gs>
                <a:gs pos="71429">
                  <a:srgbClr val="610034">
                    <a:alpha val="4703"/>
                  </a:srgbClr>
                </a:gs>
                <a:gs pos="85714">
                  <a:srgbClr val="610034">
                    <a:alpha val="1887"/>
                  </a:srgbClr>
                </a:gs>
                <a:gs pos="100000">
                  <a:srgbClr val="610034">
                    <a:alpha val="6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Splat 484"/>
            <p:cNvSpPr>
              <a:spLocks noGrp="1"/>
            </p:cNvSpPr>
            <p:nvPr/>
          </p:nvSpPr>
          <p:spPr>
            <a:xfrm rot="6205189">
              <a:off x="1805433" y="2828807"/>
              <a:ext cx="328612" cy="91281"/>
            </a:xfrm>
            <a:prstGeom prst="ellipse">
              <a:avLst/>
            </a:prstGeom>
            <a:gradFill>
              <a:gsLst>
                <a:gs pos="0">
                  <a:srgbClr val="816A9F">
                    <a:alpha val="32968"/>
                  </a:srgbClr>
                </a:gs>
                <a:gs pos="14286">
                  <a:srgbClr val="816A9F">
                    <a:alpha val="30764"/>
                  </a:srgbClr>
                </a:gs>
                <a:gs pos="28571">
                  <a:srgbClr val="816A9F">
                    <a:alpha val="24833"/>
                  </a:srgbClr>
                </a:gs>
                <a:gs pos="42857">
                  <a:srgbClr val="816A9F">
                    <a:alpha val="17075"/>
                  </a:srgbClr>
                </a:gs>
                <a:gs pos="57143">
                  <a:srgbClr val="816A9F">
                    <a:alpha val="9855"/>
                  </a:srgbClr>
                </a:gs>
                <a:gs pos="71429">
                  <a:srgbClr val="816A9F">
                    <a:alpha val="4740"/>
                  </a:srgbClr>
                </a:gs>
                <a:gs pos="85714">
                  <a:srgbClr val="816A9F">
                    <a:alpha val="1902"/>
                  </a:srgbClr>
                </a:gs>
                <a:gs pos="100000">
                  <a:srgbClr val="816A9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Splat 485"/>
            <p:cNvSpPr>
              <a:spLocks noGrp="1"/>
            </p:cNvSpPr>
            <p:nvPr/>
          </p:nvSpPr>
          <p:spPr>
            <a:xfrm rot="-9839463">
              <a:off x="819516" y="4050267"/>
              <a:ext cx="328612" cy="114291"/>
            </a:xfrm>
            <a:prstGeom prst="ellipse">
              <a:avLst/>
            </a:prstGeom>
            <a:gradFill>
              <a:gsLst>
                <a:gs pos="0">
                  <a:srgbClr val="477095">
                    <a:alpha val="32968"/>
                  </a:srgbClr>
                </a:gs>
                <a:gs pos="14286">
                  <a:srgbClr val="477095">
                    <a:alpha val="30764"/>
                  </a:srgbClr>
                </a:gs>
                <a:gs pos="28571">
                  <a:srgbClr val="477095">
                    <a:alpha val="24833"/>
                  </a:srgbClr>
                </a:gs>
                <a:gs pos="42857">
                  <a:srgbClr val="477095">
                    <a:alpha val="17075"/>
                  </a:srgbClr>
                </a:gs>
                <a:gs pos="57143">
                  <a:srgbClr val="477095">
                    <a:alpha val="9855"/>
                  </a:srgbClr>
                </a:gs>
                <a:gs pos="71429">
                  <a:srgbClr val="477095">
                    <a:alpha val="4740"/>
                  </a:srgbClr>
                </a:gs>
                <a:gs pos="85714">
                  <a:srgbClr val="477095">
                    <a:alpha val="1902"/>
                  </a:srgbClr>
                </a:gs>
                <a:gs pos="100000">
                  <a:srgbClr val="47709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Splat 486"/>
            <p:cNvSpPr>
              <a:spLocks noGrp="1"/>
            </p:cNvSpPr>
            <p:nvPr/>
          </p:nvSpPr>
          <p:spPr>
            <a:xfrm rot="5400000">
              <a:off x="3030396" y="2338274"/>
              <a:ext cx="269062" cy="269062"/>
            </a:xfrm>
            <a:prstGeom prst="ellipse">
              <a:avLst/>
            </a:prstGeom>
            <a:gradFill>
              <a:gsLst>
                <a:gs pos="0">
                  <a:srgbClr val="00B930">
                    <a:alpha val="23941"/>
                  </a:srgbClr>
                </a:gs>
                <a:gs pos="14286">
                  <a:srgbClr val="00B930">
                    <a:alpha val="22239"/>
                  </a:srgbClr>
                </a:gs>
                <a:gs pos="28571">
                  <a:srgbClr val="00B930">
                    <a:alpha val="17741"/>
                  </a:srgbClr>
                </a:gs>
                <a:gs pos="42857">
                  <a:srgbClr val="00B930">
                    <a:alpha val="12024"/>
                  </a:srgbClr>
                </a:gs>
                <a:gs pos="57143">
                  <a:srgbClr val="00B930">
                    <a:alpha val="6852"/>
                  </a:srgbClr>
                </a:gs>
                <a:gs pos="71429">
                  <a:srgbClr val="00B930">
                    <a:alpha val="3268"/>
                  </a:srgbClr>
                </a:gs>
                <a:gs pos="85714">
                  <a:srgbClr val="00B930">
                    <a:alpha val="1305"/>
                  </a:srgbClr>
                </a:gs>
                <a:gs pos="100000">
                  <a:srgbClr val="00B930">
                    <a:alpha val="4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Splat 487"/>
            <p:cNvSpPr>
              <a:spLocks noGrp="1"/>
            </p:cNvSpPr>
            <p:nvPr/>
          </p:nvSpPr>
          <p:spPr>
            <a:xfrm rot="5400000">
              <a:off x="2086576" y="2973661"/>
              <a:ext cx="328612" cy="328612"/>
            </a:xfrm>
            <a:prstGeom prst="ellipse">
              <a:avLst/>
            </a:prstGeom>
            <a:gradFill>
              <a:gsLst>
                <a:gs pos="0">
                  <a:srgbClr val="00009F">
                    <a:alpha val="32968"/>
                  </a:srgbClr>
                </a:gs>
                <a:gs pos="14286">
                  <a:srgbClr val="00009F">
                    <a:alpha val="30764"/>
                  </a:srgbClr>
                </a:gs>
                <a:gs pos="28571">
                  <a:srgbClr val="00009F">
                    <a:alpha val="24833"/>
                  </a:srgbClr>
                </a:gs>
                <a:gs pos="42857">
                  <a:srgbClr val="00009F">
                    <a:alpha val="17075"/>
                  </a:srgbClr>
                </a:gs>
                <a:gs pos="57143">
                  <a:srgbClr val="00009F">
                    <a:alpha val="9855"/>
                  </a:srgbClr>
                </a:gs>
                <a:gs pos="71429">
                  <a:srgbClr val="00009F">
                    <a:alpha val="4740"/>
                  </a:srgbClr>
                </a:gs>
                <a:gs pos="85714">
                  <a:srgbClr val="00009F">
                    <a:alpha val="1902"/>
                  </a:srgbClr>
                </a:gs>
                <a:gs pos="100000">
                  <a:srgbClr val="00009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Splat 488"/>
            <p:cNvSpPr>
              <a:spLocks noGrp="1"/>
            </p:cNvSpPr>
            <p:nvPr/>
          </p:nvSpPr>
          <p:spPr>
            <a:xfrm rot="5400000">
              <a:off x="788056" y="1553343"/>
              <a:ext cx="286355" cy="286355"/>
            </a:xfrm>
            <a:prstGeom prst="ellipse">
              <a:avLst/>
            </a:prstGeom>
            <a:gradFill>
              <a:gsLst>
                <a:gs pos="0">
                  <a:srgbClr val="FF94A0">
                    <a:alpha val="4305"/>
                  </a:srgbClr>
                </a:gs>
                <a:gs pos="14286">
                  <a:srgbClr val="FF94A0">
                    <a:alpha val="3964"/>
                  </a:srgbClr>
                </a:gs>
                <a:gs pos="28571">
                  <a:srgbClr val="FF94A0">
                    <a:alpha val="3092"/>
                  </a:srgbClr>
                </a:gs>
                <a:gs pos="42857">
                  <a:srgbClr val="FF94A0">
                    <a:alpha val="2039"/>
                  </a:srgbClr>
                </a:gs>
                <a:gs pos="57143">
                  <a:srgbClr val="FF94A0">
                    <a:alpha val="1135"/>
                  </a:srgbClr>
                </a:gs>
                <a:gs pos="71429">
                  <a:srgbClr val="FF94A0">
                    <a:alpha val="533"/>
                  </a:srgbClr>
                </a:gs>
                <a:gs pos="85714">
                  <a:srgbClr val="FF94A0">
                    <a:alpha val="211"/>
                  </a:srgbClr>
                </a:gs>
                <a:gs pos="100000">
                  <a:srgbClr val="FF94A0">
                    <a:alpha val="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Splat 489"/>
            <p:cNvSpPr>
              <a:spLocks noGrp="1"/>
            </p:cNvSpPr>
            <p:nvPr/>
          </p:nvSpPr>
          <p:spPr>
            <a:xfrm rot="5400000">
              <a:off x="1066295" y="3184043"/>
              <a:ext cx="350040" cy="350040"/>
            </a:xfrm>
            <a:prstGeom prst="ellipse">
              <a:avLst/>
            </a:prstGeom>
            <a:gradFill>
              <a:gsLst>
                <a:gs pos="0">
                  <a:srgbClr val="00768D">
                    <a:alpha val="32968"/>
                  </a:srgbClr>
                </a:gs>
                <a:gs pos="14286">
                  <a:srgbClr val="00768D">
                    <a:alpha val="30764"/>
                  </a:srgbClr>
                </a:gs>
                <a:gs pos="28571">
                  <a:srgbClr val="00768D">
                    <a:alpha val="24833"/>
                  </a:srgbClr>
                </a:gs>
                <a:gs pos="42857">
                  <a:srgbClr val="00768D">
                    <a:alpha val="17075"/>
                  </a:srgbClr>
                </a:gs>
                <a:gs pos="57143">
                  <a:srgbClr val="00768D">
                    <a:alpha val="9855"/>
                  </a:srgbClr>
                </a:gs>
                <a:gs pos="71429">
                  <a:srgbClr val="00768D">
                    <a:alpha val="4740"/>
                  </a:srgbClr>
                </a:gs>
                <a:gs pos="85714">
                  <a:srgbClr val="00768D">
                    <a:alpha val="1902"/>
                  </a:srgbClr>
                </a:gs>
                <a:gs pos="100000">
                  <a:srgbClr val="00768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Splat 490"/>
            <p:cNvSpPr>
              <a:spLocks noGrp="1"/>
            </p:cNvSpPr>
            <p:nvPr/>
          </p:nvSpPr>
          <p:spPr>
            <a:xfrm rot="5400000">
              <a:off x="2283619" y="3007519"/>
              <a:ext cx="328612" cy="328612"/>
            </a:xfrm>
            <a:prstGeom prst="ellipse">
              <a:avLst/>
            </a:prstGeom>
            <a:gradFill>
              <a:gsLst>
                <a:gs pos="0">
                  <a:srgbClr val="000018">
                    <a:alpha val="32968"/>
                  </a:srgbClr>
                </a:gs>
                <a:gs pos="14286">
                  <a:srgbClr val="000018">
                    <a:alpha val="30764"/>
                  </a:srgbClr>
                </a:gs>
                <a:gs pos="28571">
                  <a:srgbClr val="000018">
                    <a:alpha val="24833"/>
                  </a:srgbClr>
                </a:gs>
                <a:gs pos="42857">
                  <a:srgbClr val="000018">
                    <a:alpha val="17075"/>
                  </a:srgbClr>
                </a:gs>
                <a:gs pos="57143">
                  <a:srgbClr val="000018">
                    <a:alpha val="9855"/>
                  </a:srgbClr>
                </a:gs>
                <a:gs pos="71429">
                  <a:srgbClr val="000018">
                    <a:alpha val="4740"/>
                  </a:srgbClr>
                </a:gs>
                <a:gs pos="85714">
                  <a:srgbClr val="000018">
                    <a:alpha val="1902"/>
                  </a:srgbClr>
                </a:gs>
                <a:gs pos="100000">
                  <a:srgbClr val="00001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Splat 491"/>
            <p:cNvSpPr>
              <a:spLocks noGrp="1"/>
            </p:cNvSpPr>
            <p:nvPr/>
          </p:nvSpPr>
          <p:spPr>
            <a:xfrm rot="5400000">
              <a:off x="1162144" y="2907768"/>
              <a:ext cx="295334" cy="295334"/>
            </a:xfrm>
            <a:prstGeom prst="ellipse">
              <a:avLst/>
            </a:prstGeom>
            <a:gradFill>
              <a:gsLst>
                <a:gs pos="0">
                  <a:srgbClr val="826DC7">
                    <a:alpha val="21657"/>
                  </a:srgbClr>
                </a:gs>
                <a:gs pos="14286">
                  <a:srgbClr val="826DC7">
                    <a:alpha val="20095"/>
                  </a:srgbClr>
                </a:gs>
                <a:gs pos="28571">
                  <a:srgbClr val="826DC7">
                    <a:alpha val="15985"/>
                  </a:srgbClr>
                </a:gs>
                <a:gs pos="42857">
                  <a:srgbClr val="826DC7">
                    <a:alpha val="10796"/>
                  </a:srgbClr>
                </a:gs>
                <a:gs pos="57143">
                  <a:srgbClr val="826DC7">
                    <a:alpha val="6134"/>
                  </a:srgbClr>
                </a:gs>
                <a:gs pos="71429">
                  <a:srgbClr val="826DC7">
                    <a:alpha val="2920"/>
                  </a:srgbClr>
                </a:gs>
                <a:gs pos="85714">
                  <a:srgbClr val="826DC7">
                    <a:alpha val="1165"/>
                  </a:srgbClr>
                </a:gs>
                <a:gs pos="100000">
                  <a:srgbClr val="826DC7">
                    <a:alpha val="3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Splat 492"/>
            <p:cNvSpPr>
              <a:spLocks noGrp="1"/>
            </p:cNvSpPr>
            <p:nvPr/>
          </p:nvSpPr>
          <p:spPr>
            <a:xfrm rot="-10712029">
              <a:off x="3461983" y="2047433"/>
              <a:ext cx="328612" cy="91281"/>
            </a:xfrm>
            <a:prstGeom prst="ellipse">
              <a:avLst/>
            </a:prstGeom>
            <a:gradFill>
              <a:gsLst>
                <a:gs pos="0">
                  <a:srgbClr val="33ED56">
                    <a:alpha val="11518"/>
                  </a:srgbClr>
                </a:gs>
                <a:gs pos="14286">
                  <a:srgbClr val="33ED56">
                    <a:alpha val="10638"/>
                  </a:srgbClr>
                </a:gs>
                <a:gs pos="28571">
                  <a:srgbClr val="33ED56">
                    <a:alpha val="8363"/>
                  </a:srgbClr>
                </a:gs>
                <a:gs pos="42857">
                  <a:srgbClr val="33ED56">
                    <a:alpha val="5567"/>
                  </a:srgbClr>
                </a:gs>
                <a:gs pos="57143">
                  <a:srgbClr val="33ED56">
                    <a:alpha val="3124"/>
                  </a:srgbClr>
                </a:gs>
                <a:gs pos="71429">
                  <a:srgbClr val="33ED56">
                    <a:alpha val="1475"/>
                  </a:srgbClr>
                </a:gs>
                <a:gs pos="85714">
                  <a:srgbClr val="33ED56">
                    <a:alpha val="586"/>
                  </a:srgbClr>
                </a:gs>
                <a:gs pos="100000">
                  <a:srgbClr val="33ED56">
                    <a:alpha val="1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Splat 493"/>
            <p:cNvSpPr>
              <a:spLocks noGrp="1"/>
            </p:cNvSpPr>
            <p:nvPr/>
          </p:nvSpPr>
          <p:spPr>
            <a:xfrm rot="5400000">
              <a:off x="2422271" y="2777185"/>
              <a:ext cx="274868" cy="274868"/>
            </a:xfrm>
            <a:prstGeom prst="ellipse">
              <a:avLst/>
            </a:prstGeom>
            <a:gradFill>
              <a:gsLst>
                <a:gs pos="0">
                  <a:srgbClr val="0070B6">
                    <a:alpha val="12698"/>
                  </a:srgbClr>
                </a:gs>
                <a:gs pos="14286">
                  <a:srgbClr val="0070B6">
                    <a:alpha val="11734"/>
                  </a:srgbClr>
                </a:gs>
                <a:gs pos="28571">
                  <a:srgbClr val="0070B6">
                    <a:alpha val="9236"/>
                  </a:srgbClr>
                </a:gs>
                <a:gs pos="42857">
                  <a:srgbClr val="0070B6">
                    <a:alpha val="6159"/>
                  </a:srgbClr>
                </a:gs>
                <a:gs pos="57143">
                  <a:srgbClr val="0070B6">
                    <a:alpha val="3461"/>
                  </a:srgbClr>
                </a:gs>
                <a:gs pos="71429">
                  <a:srgbClr val="0070B6">
                    <a:alpha val="1635"/>
                  </a:srgbClr>
                </a:gs>
                <a:gs pos="85714">
                  <a:srgbClr val="0070B6">
                    <a:alpha val="650"/>
                  </a:srgbClr>
                </a:gs>
                <a:gs pos="100000">
                  <a:srgbClr val="0070B6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Splat 494"/>
            <p:cNvSpPr>
              <a:spLocks noGrp="1"/>
            </p:cNvSpPr>
            <p:nvPr/>
          </p:nvSpPr>
          <p:spPr>
            <a:xfrm rot="9403306">
              <a:off x="3578295" y="2495298"/>
              <a:ext cx="255135" cy="70871"/>
            </a:xfrm>
            <a:prstGeom prst="ellipse">
              <a:avLst/>
            </a:prstGeom>
            <a:gradFill>
              <a:gsLst>
                <a:gs pos="0">
                  <a:srgbClr val="001274">
                    <a:alpha val="6553"/>
                  </a:srgbClr>
                </a:gs>
                <a:gs pos="14286">
                  <a:srgbClr val="001274">
                    <a:alpha val="6039"/>
                  </a:srgbClr>
                </a:gs>
                <a:gs pos="28571">
                  <a:srgbClr val="001274">
                    <a:alpha val="4722"/>
                  </a:srgbClr>
                </a:gs>
                <a:gs pos="42857">
                  <a:srgbClr val="001274">
                    <a:alpha val="3123"/>
                  </a:srgbClr>
                </a:gs>
                <a:gs pos="57143">
                  <a:srgbClr val="001274">
                    <a:alpha val="1743"/>
                  </a:srgbClr>
                </a:gs>
                <a:gs pos="71429">
                  <a:srgbClr val="001274">
                    <a:alpha val="819"/>
                  </a:srgbClr>
                </a:gs>
                <a:gs pos="85714">
                  <a:srgbClr val="001274">
                    <a:alpha val="325"/>
                  </a:srgbClr>
                </a:gs>
                <a:gs pos="100000">
                  <a:srgbClr val="001274">
                    <a:alpha val="1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Splat 495"/>
            <p:cNvSpPr>
              <a:spLocks noGrp="1"/>
            </p:cNvSpPr>
            <p:nvPr/>
          </p:nvSpPr>
          <p:spPr>
            <a:xfrm rot="5400000">
              <a:off x="1260996" y="2245246"/>
              <a:ext cx="328612" cy="328612"/>
            </a:xfrm>
            <a:prstGeom prst="ellipse">
              <a:avLst/>
            </a:prstGeom>
            <a:gradFill>
              <a:gsLst>
                <a:gs pos="0">
                  <a:srgbClr val="520093">
                    <a:alpha val="32968"/>
                  </a:srgbClr>
                </a:gs>
                <a:gs pos="14286">
                  <a:srgbClr val="520093">
                    <a:alpha val="30764"/>
                  </a:srgbClr>
                </a:gs>
                <a:gs pos="28571">
                  <a:srgbClr val="520093">
                    <a:alpha val="24833"/>
                  </a:srgbClr>
                </a:gs>
                <a:gs pos="42857">
                  <a:srgbClr val="520093">
                    <a:alpha val="17075"/>
                  </a:srgbClr>
                </a:gs>
                <a:gs pos="57143">
                  <a:srgbClr val="520093">
                    <a:alpha val="9855"/>
                  </a:srgbClr>
                </a:gs>
                <a:gs pos="71429">
                  <a:srgbClr val="520093">
                    <a:alpha val="4740"/>
                  </a:srgbClr>
                </a:gs>
                <a:gs pos="85714">
                  <a:srgbClr val="520093">
                    <a:alpha val="1902"/>
                  </a:srgbClr>
                </a:gs>
                <a:gs pos="100000">
                  <a:srgbClr val="52009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Splat 496"/>
            <p:cNvSpPr>
              <a:spLocks noGrp="1"/>
            </p:cNvSpPr>
            <p:nvPr/>
          </p:nvSpPr>
          <p:spPr>
            <a:xfrm rot="3309113">
              <a:off x="864665" y="4216482"/>
              <a:ext cx="328612" cy="101027"/>
            </a:xfrm>
            <a:prstGeom prst="ellipse">
              <a:avLst/>
            </a:prstGeom>
            <a:gradFill>
              <a:gsLst>
                <a:gs pos="0">
                  <a:srgbClr val="41587F">
                    <a:alpha val="32968"/>
                  </a:srgbClr>
                </a:gs>
                <a:gs pos="14286">
                  <a:srgbClr val="41587F">
                    <a:alpha val="30764"/>
                  </a:srgbClr>
                </a:gs>
                <a:gs pos="28571">
                  <a:srgbClr val="41587F">
                    <a:alpha val="24833"/>
                  </a:srgbClr>
                </a:gs>
                <a:gs pos="42857">
                  <a:srgbClr val="41587F">
                    <a:alpha val="17075"/>
                  </a:srgbClr>
                </a:gs>
                <a:gs pos="57143">
                  <a:srgbClr val="41587F">
                    <a:alpha val="9855"/>
                  </a:srgbClr>
                </a:gs>
                <a:gs pos="71429">
                  <a:srgbClr val="41587F">
                    <a:alpha val="4740"/>
                  </a:srgbClr>
                </a:gs>
                <a:gs pos="85714">
                  <a:srgbClr val="41587F">
                    <a:alpha val="1902"/>
                  </a:srgbClr>
                </a:gs>
                <a:gs pos="100000">
                  <a:srgbClr val="41587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Splat 497"/>
            <p:cNvSpPr>
              <a:spLocks noGrp="1"/>
            </p:cNvSpPr>
            <p:nvPr/>
          </p:nvSpPr>
          <p:spPr>
            <a:xfrm rot="2817380">
              <a:off x="2245519" y="2463505"/>
              <a:ext cx="328612" cy="140290"/>
            </a:xfrm>
            <a:prstGeom prst="ellipse">
              <a:avLst/>
            </a:prstGeom>
            <a:gradFill>
              <a:gsLst>
                <a:gs pos="0">
                  <a:srgbClr val="000000">
                    <a:alpha val="2954"/>
                  </a:srgbClr>
                </a:gs>
                <a:gs pos="14286">
                  <a:srgbClr val="000000">
                    <a:alpha val="2718"/>
                  </a:srgbClr>
                </a:gs>
                <a:gs pos="28571">
                  <a:srgbClr val="000000">
                    <a:alpha val="2117"/>
                  </a:srgbClr>
                </a:gs>
                <a:gs pos="42857">
                  <a:srgbClr val="000000">
                    <a:alpha val="1394"/>
                  </a:srgbClr>
                </a:gs>
                <a:gs pos="57143">
                  <a:srgbClr val="000000">
                    <a:alpha val="775"/>
                  </a:srgbClr>
                </a:gs>
                <a:gs pos="71429">
                  <a:srgbClr val="000000">
                    <a:alpha val="363"/>
                  </a:srgbClr>
                </a:gs>
                <a:gs pos="85714">
                  <a:srgbClr val="000000">
                    <a:alpha val="144"/>
                  </a:srgbClr>
                </a:gs>
                <a:gs pos="100000">
                  <a:srgbClr val="000000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Splat 498"/>
            <p:cNvSpPr>
              <a:spLocks noGrp="1"/>
            </p:cNvSpPr>
            <p:nvPr/>
          </p:nvSpPr>
          <p:spPr>
            <a:xfrm rot="5400000">
              <a:off x="2704222" y="2887286"/>
              <a:ext cx="303300" cy="30330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Splat 499"/>
            <p:cNvSpPr>
              <a:spLocks noGrp="1"/>
            </p:cNvSpPr>
            <p:nvPr/>
          </p:nvSpPr>
          <p:spPr>
            <a:xfrm rot="5400000">
              <a:off x="4175669" y="2019880"/>
              <a:ext cx="328199" cy="328199"/>
            </a:xfrm>
            <a:prstGeom prst="ellipse">
              <a:avLst/>
            </a:prstGeom>
            <a:gradFill>
              <a:gsLst>
                <a:gs pos="0">
                  <a:srgbClr val="BC0000">
                    <a:alpha val="32968"/>
                  </a:srgbClr>
                </a:gs>
                <a:gs pos="14286">
                  <a:srgbClr val="BC0000">
                    <a:alpha val="30764"/>
                  </a:srgbClr>
                </a:gs>
                <a:gs pos="28571">
                  <a:srgbClr val="BC0000">
                    <a:alpha val="24833"/>
                  </a:srgbClr>
                </a:gs>
                <a:gs pos="42857">
                  <a:srgbClr val="BC0000">
                    <a:alpha val="17075"/>
                  </a:srgbClr>
                </a:gs>
                <a:gs pos="57143">
                  <a:srgbClr val="BC0000">
                    <a:alpha val="9855"/>
                  </a:srgbClr>
                </a:gs>
                <a:gs pos="71429">
                  <a:srgbClr val="BC0000">
                    <a:alpha val="4740"/>
                  </a:srgbClr>
                </a:gs>
                <a:gs pos="85714">
                  <a:srgbClr val="BC0000">
                    <a:alpha val="1902"/>
                  </a:srgbClr>
                </a:gs>
                <a:gs pos="100000">
                  <a:srgbClr val="B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Splat 500"/>
            <p:cNvSpPr>
              <a:spLocks noGrp="1"/>
            </p:cNvSpPr>
            <p:nvPr/>
          </p:nvSpPr>
          <p:spPr>
            <a:xfrm rot="7371346">
              <a:off x="1226533" y="3804283"/>
              <a:ext cx="328612" cy="91281"/>
            </a:xfrm>
            <a:prstGeom prst="ellipse">
              <a:avLst/>
            </a:prstGeom>
            <a:gradFill>
              <a:gsLst>
                <a:gs pos="0">
                  <a:srgbClr val="A7ABBD">
                    <a:alpha val="32968"/>
                  </a:srgbClr>
                </a:gs>
                <a:gs pos="14286">
                  <a:srgbClr val="A7ABBD">
                    <a:alpha val="30764"/>
                  </a:srgbClr>
                </a:gs>
                <a:gs pos="28571">
                  <a:srgbClr val="A7ABBD">
                    <a:alpha val="24833"/>
                  </a:srgbClr>
                </a:gs>
                <a:gs pos="42857">
                  <a:srgbClr val="A7ABBD">
                    <a:alpha val="17075"/>
                  </a:srgbClr>
                </a:gs>
                <a:gs pos="57143">
                  <a:srgbClr val="A7ABBD">
                    <a:alpha val="9855"/>
                  </a:srgbClr>
                </a:gs>
                <a:gs pos="71429">
                  <a:srgbClr val="A7ABBD">
                    <a:alpha val="4740"/>
                  </a:srgbClr>
                </a:gs>
                <a:gs pos="85714">
                  <a:srgbClr val="A7ABBD">
                    <a:alpha val="1902"/>
                  </a:srgbClr>
                </a:gs>
                <a:gs pos="100000">
                  <a:srgbClr val="A7ABB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Splat 501"/>
            <p:cNvSpPr>
              <a:spLocks noGrp="1"/>
            </p:cNvSpPr>
            <p:nvPr/>
          </p:nvSpPr>
          <p:spPr>
            <a:xfrm rot="5400000">
              <a:off x="1417759" y="2309508"/>
              <a:ext cx="273440" cy="273440"/>
            </a:xfrm>
            <a:prstGeom prst="ellipse">
              <a:avLst/>
            </a:prstGeom>
            <a:gradFill>
              <a:gsLst>
                <a:gs pos="0">
                  <a:srgbClr val="6A3585">
                    <a:alpha val="32968"/>
                  </a:srgbClr>
                </a:gs>
                <a:gs pos="14286">
                  <a:srgbClr val="6A3585">
                    <a:alpha val="30764"/>
                  </a:srgbClr>
                </a:gs>
                <a:gs pos="28571">
                  <a:srgbClr val="6A3585">
                    <a:alpha val="24833"/>
                  </a:srgbClr>
                </a:gs>
                <a:gs pos="42857">
                  <a:srgbClr val="6A3585">
                    <a:alpha val="17075"/>
                  </a:srgbClr>
                </a:gs>
                <a:gs pos="57143">
                  <a:srgbClr val="6A3585">
                    <a:alpha val="9855"/>
                  </a:srgbClr>
                </a:gs>
                <a:gs pos="71429">
                  <a:srgbClr val="6A3585">
                    <a:alpha val="4740"/>
                  </a:srgbClr>
                </a:gs>
                <a:gs pos="85714">
                  <a:srgbClr val="6A3585">
                    <a:alpha val="1902"/>
                  </a:srgbClr>
                </a:gs>
                <a:gs pos="100000">
                  <a:srgbClr val="6A358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Splat 502"/>
            <p:cNvSpPr>
              <a:spLocks noGrp="1"/>
            </p:cNvSpPr>
            <p:nvPr/>
          </p:nvSpPr>
          <p:spPr>
            <a:xfrm rot="10348362">
              <a:off x="919321" y="1096166"/>
              <a:ext cx="328613" cy="91281"/>
            </a:xfrm>
            <a:prstGeom prst="ellipse">
              <a:avLst/>
            </a:prstGeom>
            <a:gradFill>
              <a:gsLst>
                <a:gs pos="0">
                  <a:srgbClr val="FFFFCF">
                    <a:alpha val="14321"/>
                  </a:srgbClr>
                </a:gs>
                <a:gs pos="14286">
                  <a:srgbClr val="FFFFCF">
                    <a:alpha val="13243"/>
                  </a:srgbClr>
                </a:gs>
                <a:gs pos="28571">
                  <a:srgbClr val="FFFFCF">
                    <a:alpha val="10443"/>
                  </a:srgbClr>
                </a:gs>
                <a:gs pos="42857">
                  <a:srgbClr val="FFFFCF">
                    <a:alpha val="6979"/>
                  </a:srgbClr>
                </a:gs>
                <a:gs pos="57143">
                  <a:srgbClr val="FFFFCF">
                    <a:alpha val="3930"/>
                  </a:srgbClr>
                </a:gs>
                <a:gs pos="71429">
                  <a:srgbClr val="FFFFCF">
                    <a:alpha val="1859"/>
                  </a:srgbClr>
                </a:gs>
                <a:gs pos="85714">
                  <a:srgbClr val="FFFFCF">
                    <a:alpha val="739"/>
                  </a:srgbClr>
                </a:gs>
                <a:gs pos="100000">
                  <a:srgbClr val="FFFFCF">
                    <a:alpha val="2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Splat 503"/>
            <p:cNvSpPr>
              <a:spLocks noGrp="1"/>
            </p:cNvSpPr>
            <p:nvPr/>
          </p:nvSpPr>
          <p:spPr>
            <a:xfrm rot="3827631">
              <a:off x="2873725" y="2947957"/>
              <a:ext cx="328613" cy="912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Splat 504"/>
            <p:cNvSpPr>
              <a:spLocks noGrp="1"/>
            </p:cNvSpPr>
            <p:nvPr/>
          </p:nvSpPr>
          <p:spPr>
            <a:xfrm rot="9988220">
              <a:off x="2806469" y="2965149"/>
              <a:ext cx="328613" cy="91281"/>
            </a:xfrm>
            <a:prstGeom prst="ellipse">
              <a:avLst/>
            </a:prstGeom>
            <a:gradFill>
              <a:gsLst>
                <a:gs pos="0">
                  <a:srgbClr val="894D62">
                    <a:alpha val="32968"/>
                  </a:srgbClr>
                </a:gs>
                <a:gs pos="14286">
                  <a:srgbClr val="894D62">
                    <a:alpha val="30764"/>
                  </a:srgbClr>
                </a:gs>
                <a:gs pos="28571">
                  <a:srgbClr val="894D62">
                    <a:alpha val="24833"/>
                  </a:srgbClr>
                </a:gs>
                <a:gs pos="42857">
                  <a:srgbClr val="894D62">
                    <a:alpha val="17075"/>
                  </a:srgbClr>
                </a:gs>
                <a:gs pos="57143">
                  <a:srgbClr val="894D62">
                    <a:alpha val="9855"/>
                  </a:srgbClr>
                </a:gs>
                <a:gs pos="71429">
                  <a:srgbClr val="894D62">
                    <a:alpha val="4740"/>
                  </a:srgbClr>
                </a:gs>
                <a:gs pos="85714">
                  <a:srgbClr val="894D62">
                    <a:alpha val="1902"/>
                  </a:srgbClr>
                </a:gs>
                <a:gs pos="100000">
                  <a:srgbClr val="894D6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Splat 505"/>
            <p:cNvSpPr>
              <a:spLocks noGrp="1"/>
            </p:cNvSpPr>
            <p:nvPr/>
          </p:nvSpPr>
          <p:spPr>
            <a:xfrm rot="10173687">
              <a:off x="3635565" y="2468487"/>
              <a:ext cx="317683" cy="88245"/>
            </a:xfrm>
            <a:prstGeom prst="ellipse">
              <a:avLst/>
            </a:prstGeom>
            <a:gradFill>
              <a:gsLst>
                <a:gs pos="0">
                  <a:srgbClr val="D57BFF">
                    <a:alpha val="3560"/>
                  </a:srgbClr>
                </a:gs>
                <a:gs pos="14286">
                  <a:srgbClr val="D57BFF">
                    <a:alpha val="3277"/>
                  </a:srgbClr>
                </a:gs>
                <a:gs pos="28571">
                  <a:srgbClr val="D57BFF">
                    <a:alpha val="2554"/>
                  </a:srgbClr>
                </a:gs>
                <a:gs pos="42857">
                  <a:srgbClr val="D57BFF">
                    <a:alpha val="1682"/>
                  </a:srgbClr>
                </a:gs>
                <a:gs pos="57143">
                  <a:srgbClr val="D57BFF">
                    <a:alpha val="936"/>
                  </a:srgbClr>
                </a:gs>
                <a:gs pos="71429">
                  <a:srgbClr val="D57BFF">
                    <a:alpha val="439"/>
                  </a:srgbClr>
                </a:gs>
                <a:gs pos="85714">
                  <a:srgbClr val="D57BFF">
                    <a:alpha val="174"/>
                  </a:srgbClr>
                </a:gs>
                <a:gs pos="100000">
                  <a:srgbClr val="D57BFF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Splat 506"/>
            <p:cNvSpPr>
              <a:spLocks noGrp="1"/>
            </p:cNvSpPr>
            <p:nvPr/>
          </p:nvSpPr>
          <p:spPr>
            <a:xfrm rot="5400000">
              <a:off x="1010969" y="3501296"/>
              <a:ext cx="301038" cy="301038"/>
            </a:xfrm>
            <a:prstGeom prst="ellipse">
              <a:avLst/>
            </a:prstGeom>
            <a:gradFill>
              <a:gsLst>
                <a:gs pos="0">
                  <a:srgbClr val="0030A6">
                    <a:alpha val="25592"/>
                  </a:srgbClr>
                </a:gs>
                <a:gs pos="14286">
                  <a:srgbClr val="0030A6">
                    <a:alpha val="23791"/>
                  </a:srgbClr>
                </a:gs>
                <a:gs pos="28571">
                  <a:srgbClr val="0030A6">
                    <a:alpha val="19019"/>
                  </a:srgbClr>
                </a:gs>
                <a:gs pos="42857">
                  <a:srgbClr val="0030A6">
                    <a:alpha val="12922"/>
                  </a:srgbClr>
                </a:gs>
                <a:gs pos="57143">
                  <a:srgbClr val="0030A6">
                    <a:alpha val="7381"/>
                  </a:srgbClr>
                </a:gs>
                <a:gs pos="71429">
                  <a:srgbClr val="0030A6">
                    <a:alpha val="3525"/>
                  </a:srgbClr>
                </a:gs>
                <a:gs pos="85714">
                  <a:srgbClr val="0030A6">
                    <a:alpha val="1409"/>
                  </a:srgbClr>
                </a:gs>
                <a:gs pos="100000">
                  <a:srgbClr val="0030A6">
                    <a:alpha val="4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Splat 507"/>
            <p:cNvSpPr>
              <a:spLocks noGrp="1"/>
            </p:cNvSpPr>
            <p:nvPr/>
          </p:nvSpPr>
          <p:spPr>
            <a:xfrm rot="5400000">
              <a:off x="3051355" y="2627375"/>
              <a:ext cx="304221" cy="304221"/>
            </a:xfrm>
            <a:prstGeom prst="ellipse">
              <a:avLst/>
            </a:prstGeom>
            <a:gradFill>
              <a:gsLst>
                <a:gs pos="0">
                  <a:srgbClr val="646284">
                    <a:alpha val="27530"/>
                  </a:srgbClr>
                </a:gs>
                <a:gs pos="14286">
                  <a:srgbClr val="646284">
                    <a:alpha val="25618"/>
                  </a:srgbClr>
                </a:gs>
                <a:gs pos="28571">
                  <a:srgbClr val="646284">
                    <a:alpha val="20530"/>
                  </a:srgbClr>
                </a:gs>
                <a:gs pos="42857">
                  <a:srgbClr val="646284">
                    <a:alpha val="13992"/>
                  </a:srgbClr>
                </a:gs>
                <a:gs pos="57143">
                  <a:srgbClr val="646284">
                    <a:alpha val="8012"/>
                  </a:srgbClr>
                </a:gs>
                <a:gs pos="71429">
                  <a:srgbClr val="646284">
                    <a:alpha val="3834"/>
                  </a:srgbClr>
                </a:gs>
                <a:gs pos="85714">
                  <a:srgbClr val="646284">
                    <a:alpha val="1534"/>
                  </a:srgbClr>
                </a:gs>
                <a:gs pos="100000">
                  <a:srgbClr val="646284">
                    <a:alpha val="5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Splat 508"/>
            <p:cNvSpPr>
              <a:spLocks noGrp="1"/>
            </p:cNvSpPr>
            <p:nvPr/>
          </p:nvSpPr>
          <p:spPr>
            <a:xfrm rot="5400000">
              <a:off x="3368348" y="2685806"/>
              <a:ext cx="280346" cy="280346"/>
            </a:xfrm>
            <a:prstGeom prst="ellipse">
              <a:avLst/>
            </a:prstGeom>
            <a:gradFill>
              <a:gsLst>
                <a:gs pos="0">
                  <a:srgbClr val="FFB8C4">
                    <a:alpha val="20514"/>
                  </a:srgbClr>
                </a:gs>
                <a:gs pos="14286">
                  <a:srgbClr val="FFB8C4">
                    <a:alpha val="19024"/>
                  </a:srgbClr>
                </a:gs>
                <a:gs pos="28571">
                  <a:srgbClr val="FFB8C4">
                    <a:alpha val="15113"/>
                  </a:srgbClr>
                </a:gs>
                <a:gs pos="42857">
                  <a:srgbClr val="FFB8C4">
                    <a:alpha val="10190"/>
                  </a:srgbClr>
                </a:gs>
                <a:gs pos="57143">
                  <a:srgbClr val="FFB8C4">
                    <a:alpha val="5781"/>
                  </a:srgbClr>
                </a:gs>
                <a:gs pos="71429">
                  <a:srgbClr val="FFB8C4">
                    <a:alpha val="2749"/>
                  </a:srgbClr>
                </a:gs>
                <a:gs pos="85714">
                  <a:srgbClr val="FFB8C4">
                    <a:alpha val="1096"/>
                  </a:srgbClr>
                </a:gs>
                <a:gs pos="100000">
                  <a:srgbClr val="FFB8C4">
                    <a:alpha val="3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Splat 509"/>
            <p:cNvSpPr>
              <a:spLocks noGrp="1"/>
            </p:cNvSpPr>
            <p:nvPr/>
          </p:nvSpPr>
          <p:spPr>
            <a:xfrm rot="5400000">
              <a:off x="984639" y="3626836"/>
              <a:ext cx="262543" cy="262543"/>
            </a:xfrm>
            <a:prstGeom prst="ellipse">
              <a:avLst/>
            </a:prstGeom>
            <a:gradFill>
              <a:gsLst>
                <a:gs pos="0">
                  <a:srgbClr val="ED0066">
                    <a:alpha val="5564"/>
                  </a:srgbClr>
                </a:gs>
                <a:gs pos="14286">
                  <a:srgbClr val="ED0066">
                    <a:alpha val="5126"/>
                  </a:srgbClr>
                </a:gs>
                <a:gs pos="28571">
                  <a:srgbClr val="ED0066">
                    <a:alpha val="4003"/>
                  </a:srgbClr>
                </a:gs>
                <a:gs pos="42857">
                  <a:srgbClr val="ED0066">
                    <a:alpha val="2644"/>
                  </a:srgbClr>
                </a:gs>
                <a:gs pos="57143">
                  <a:srgbClr val="ED0066">
                    <a:alpha val="1474"/>
                  </a:srgbClr>
                </a:gs>
                <a:gs pos="71429">
                  <a:srgbClr val="ED0066">
                    <a:alpha val="693"/>
                  </a:srgbClr>
                </a:gs>
                <a:gs pos="85714">
                  <a:srgbClr val="ED0066">
                    <a:alpha val="274"/>
                  </a:srgbClr>
                </a:gs>
                <a:gs pos="100000">
                  <a:srgbClr val="ED0066">
                    <a:alpha val="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Splat 510"/>
            <p:cNvSpPr>
              <a:spLocks noGrp="1"/>
            </p:cNvSpPr>
            <p:nvPr/>
          </p:nvSpPr>
          <p:spPr>
            <a:xfrm rot="8195856">
              <a:off x="1955434" y="2331217"/>
              <a:ext cx="390527" cy="274540"/>
            </a:xfrm>
            <a:prstGeom prst="ellipse">
              <a:avLst/>
            </a:prstGeom>
            <a:gradFill>
              <a:gsLst>
                <a:gs pos="0">
                  <a:srgbClr val="9D4586">
                    <a:alpha val="18207"/>
                  </a:srgbClr>
                </a:gs>
                <a:gs pos="14286">
                  <a:srgbClr val="9D4586">
                    <a:alpha val="16866"/>
                  </a:srgbClr>
                </a:gs>
                <a:gs pos="28571">
                  <a:srgbClr val="9D4586">
                    <a:alpha val="13361"/>
                  </a:srgbClr>
                </a:gs>
                <a:gs pos="42857">
                  <a:srgbClr val="9D4586">
                    <a:alpha val="8979"/>
                  </a:srgbClr>
                </a:gs>
                <a:gs pos="57143">
                  <a:srgbClr val="9D4586">
                    <a:alpha val="5079"/>
                  </a:srgbClr>
                </a:gs>
                <a:gs pos="71429">
                  <a:srgbClr val="9D4586">
                    <a:alpha val="2411"/>
                  </a:srgbClr>
                </a:gs>
                <a:gs pos="85714">
                  <a:srgbClr val="9D4586">
                    <a:alpha val="960"/>
                  </a:srgbClr>
                </a:gs>
                <a:gs pos="100000">
                  <a:srgbClr val="9D4586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Splat 511"/>
            <p:cNvSpPr>
              <a:spLocks noGrp="1"/>
            </p:cNvSpPr>
            <p:nvPr/>
          </p:nvSpPr>
          <p:spPr>
            <a:xfrm rot="5851322">
              <a:off x="3054244" y="2785744"/>
              <a:ext cx="328612" cy="91281"/>
            </a:xfrm>
            <a:prstGeom prst="ellipse">
              <a:avLst/>
            </a:prstGeom>
            <a:gradFill>
              <a:gsLst>
                <a:gs pos="0">
                  <a:srgbClr val="BE0000">
                    <a:alpha val="32968"/>
                  </a:srgbClr>
                </a:gs>
                <a:gs pos="14286">
                  <a:srgbClr val="BE0000">
                    <a:alpha val="30764"/>
                  </a:srgbClr>
                </a:gs>
                <a:gs pos="28571">
                  <a:srgbClr val="BE0000">
                    <a:alpha val="24833"/>
                  </a:srgbClr>
                </a:gs>
                <a:gs pos="42857">
                  <a:srgbClr val="BE0000">
                    <a:alpha val="17075"/>
                  </a:srgbClr>
                </a:gs>
                <a:gs pos="57143">
                  <a:srgbClr val="BE0000">
                    <a:alpha val="9855"/>
                  </a:srgbClr>
                </a:gs>
                <a:gs pos="71429">
                  <a:srgbClr val="BE0000">
                    <a:alpha val="4740"/>
                  </a:srgbClr>
                </a:gs>
                <a:gs pos="85714">
                  <a:srgbClr val="BE0000">
                    <a:alpha val="1902"/>
                  </a:srgbClr>
                </a:gs>
                <a:gs pos="100000">
                  <a:srgbClr val="B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Splat 512"/>
            <p:cNvSpPr>
              <a:spLocks noGrp="1"/>
            </p:cNvSpPr>
            <p:nvPr/>
          </p:nvSpPr>
          <p:spPr>
            <a:xfrm rot="7978372">
              <a:off x="3123576" y="1847151"/>
              <a:ext cx="328612" cy="203574"/>
            </a:xfrm>
            <a:prstGeom prst="ellipse">
              <a:avLst/>
            </a:prstGeom>
            <a:gradFill>
              <a:gsLst>
                <a:gs pos="0">
                  <a:srgbClr val="7E8ECC">
                    <a:alpha val="31898"/>
                  </a:srgbClr>
                </a:gs>
                <a:gs pos="14286">
                  <a:srgbClr val="7E8ECC">
                    <a:alpha val="29749"/>
                  </a:srgbClr>
                </a:gs>
                <a:gs pos="28571">
                  <a:srgbClr val="7E8ECC">
                    <a:alpha val="23979"/>
                  </a:srgbClr>
                </a:gs>
                <a:gs pos="42857">
                  <a:srgbClr val="7E8ECC">
                    <a:alpha val="16458"/>
                  </a:srgbClr>
                </a:gs>
                <a:gs pos="57143">
                  <a:srgbClr val="7E8ECC">
                    <a:alpha val="9484"/>
                  </a:srgbClr>
                </a:gs>
                <a:gs pos="71429">
                  <a:srgbClr val="7E8ECC">
                    <a:alpha val="4557"/>
                  </a:srgbClr>
                </a:gs>
                <a:gs pos="85714">
                  <a:srgbClr val="7E8ECC">
                    <a:alpha val="1827"/>
                  </a:srgbClr>
                </a:gs>
                <a:gs pos="100000">
                  <a:srgbClr val="7E8ECC">
                    <a:alpha val="6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Splat 513"/>
            <p:cNvSpPr>
              <a:spLocks noGrp="1"/>
            </p:cNvSpPr>
            <p:nvPr/>
          </p:nvSpPr>
          <p:spPr>
            <a:xfrm rot="5400000">
              <a:off x="1106284" y="3572129"/>
              <a:ext cx="277454" cy="277454"/>
            </a:xfrm>
            <a:prstGeom prst="ellipse">
              <a:avLst/>
            </a:prstGeom>
            <a:gradFill>
              <a:gsLst>
                <a:gs pos="0">
                  <a:srgbClr val="006DC4">
                    <a:alpha val="19601"/>
                  </a:srgbClr>
                </a:gs>
                <a:gs pos="14286">
                  <a:srgbClr val="006DC4">
                    <a:alpha val="18170"/>
                  </a:srgbClr>
                </a:gs>
                <a:gs pos="28571">
                  <a:srgbClr val="006DC4">
                    <a:alpha val="14418"/>
                  </a:srgbClr>
                </a:gs>
                <a:gs pos="42857">
                  <a:srgbClr val="006DC4">
                    <a:alpha val="9708"/>
                  </a:srgbClr>
                </a:gs>
                <a:gs pos="57143">
                  <a:srgbClr val="006DC4">
                    <a:alpha val="5502"/>
                  </a:srgbClr>
                </a:gs>
                <a:gs pos="71429">
                  <a:srgbClr val="006DC4">
                    <a:alpha val="2614"/>
                  </a:srgbClr>
                </a:gs>
                <a:gs pos="85714">
                  <a:srgbClr val="006DC4">
                    <a:alpha val="1042"/>
                  </a:srgbClr>
                </a:gs>
                <a:gs pos="100000">
                  <a:srgbClr val="006DC4">
                    <a:alpha val="3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Splat 514"/>
            <p:cNvSpPr>
              <a:spLocks noGrp="1"/>
            </p:cNvSpPr>
            <p:nvPr/>
          </p:nvSpPr>
          <p:spPr>
            <a:xfrm rot="5400000">
              <a:off x="956914" y="1875879"/>
              <a:ext cx="258533" cy="258533"/>
            </a:xfrm>
            <a:prstGeom prst="ellipse">
              <a:avLst/>
            </a:prstGeom>
            <a:gradFill>
              <a:gsLst>
                <a:gs pos="0">
                  <a:srgbClr val="FFA900">
                    <a:alpha val="31843"/>
                  </a:srgbClr>
                </a:gs>
                <a:gs pos="14286">
                  <a:srgbClr val="FFA900">
                    <a:alpha val="29696"/>
                  </a:srgbClr>
                </a:gs>
                <a:gs pos="28571">
                  <a:srgbClr val="FFA900">
                    <a:alpha val="23935"/>
                  </a:srgbClr>
                </a:gs>
                <a:gs pos="42857">
                  <a:srgbClr val="FFA900">
                    <a:alpha val="16427"/>
                  </a:srgbClr>
                </a:gs>
                <a:gs pos="57143">
                  <a:srgbClr val="FFA900">
                    <a:alpha val="9465"/>
                  </a:srgbClr>
                </a:gs>
                <a:gs pos="71429">
                  <a:srgbClr val="FFA900">
                    <a:alpha val="4548"/>
                  </a:srgbClr>
                </a:gs>
                <a:gs pos="85714">
                  <a:srgbClr val="FFA900">
                    <a:alpha val="1824"/>
                  </a:srgbClr>
                </a:gs>
                <a:gs pos="100000">
                  <a:srgbClr val="FFA900">
                    <a:alpha val="6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Splat 515"/>
            <p:cNvSpPr>
              <a:spLocks noGrp="1"/>
            </p:cNvSpPr>
            <p:nvPr/>
          </p:nvSpPr>
          <p:spPr>
            <a:xfrm rot="5400000">
              <a:off x="2707698" y="2605378"/>
              <a:ext cx="248575" cy="248575"/>
            </a:xfrm>
            <a:prstGeom prst="ellipse">
              <a:avLst/>
            </a:prstGeom>
            <a:gradFill>
              <a:gsLst>
                <a:gs pos="0">
                  <a:srgbClr val="000000">
                    <a:alpha val="11065"/>
                  </a:srgbClr>
                </a:gs>
                <a:gs pos="14286">
                  <a:srgbClr val="000000">
                    <a:alpha val="10218"/>
                  </a:srgbClr>
                </a:gs>
                <a:gs pos="28571">
                  <a:srgbClr val="000000">
                    <a:alpha val="8028"/>
                  </a:srgbClr>
                </a:gs>
                <a:gs pos="42857">
                  <a:srgbClr val="000000">
                    <a:alpha val="5341"/>
                  </a:srgbClr>
                </a:gs>
                <a:gs pos="57143">
                  <a:srgbClr val="000000">
                    <a:alpha val="2996"/>
                  </a:srgbClr>
                </a:gs>
                <a:gs pos="71429">
                  <a:srgbClr val="000000">
                    <a:alpha val="1414"/>
                  </a:srgbClr>
                </a:gs>
                <a:gs pos="85714">
                  <a:srgbClr val="000000">
                    <a:alpha val="561"/>
                  </a:srgbClr>
                </a:gs>
                <a:gs pos="100000">
                  <a:srgbClr val="000000">
                    <a:alpha val="1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Splat 516"/>
            <p:cNvSpPr>
              <a:spLocks noGrp="1"/>
            </p:cNvSpPr>
            <p:nvPr/>
          </p:nvSpPr>
          <p:spPr>
            <a:xfrm rot="5400000">
              <a:off x="1342031" y="4476604"/>
              <a:ext cx="284138" cy="284138"/>
            </a:xfrm>
            <a:prstGeom prst="ellipse">
              <a:avLst/>
            </a:prstGeom>
            <a:gradFill>
              <a:gsLst>
                <a:gs pos="0">
                  <a:srgbClr val="D34537">
                    <a:alpha val="32968"/>
                  </a:srgbClr>
                </a:gs>
                <a:gs pos="14286">
                  <a:srgbClr val="D34537">
                    <a:alpha val="30764"/>
                  </a:srgbClr>
                </a:gs>
                <a:gs pos="28571">
                  <a:srgbClr val="D34537">
                    <a:alpha val="24833"/>
                  </a:srgbClr>
                </a:gs>
                <a:gs pos="42857">
                  <a:srgbClr val="D34537">
                    <a:alpha val="17075"/>
                  </a:srgbClr>
                </a:gs>
                <a:gs pos="57143">
                  <a:srgbClr val="D34537">
                    <a:alpha val="9855"/>
                  </a:srgbClr>
                </a:gs>
                <a:gs pos="71429">
                  <a:srgbClr val="D34537">
                    <a:alpha val="4740"/>
                  </a:srgbClr>
                </a:gs>
                <a:gs pos="85714">
                  <a:srgbClr val="D34537">
                    <a:alpha val="1902"/>
                  </a:srgbClr>
                </a:gs>
                <a:gs pos="100000">
                  <a:srgbClr val="D3453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Splat 517"/>
            <p:cNvSpPr>
              <a:spLocks noGrp="1"/>
            </p:cNvSpPr>
            <p:nvPr/>
          </p:nvSpPr>
          <p:spPr>
            <a:xfrm rot="5400000">
              <a:off x="1907741" y="3332622"/>
              <a:ext cx="276613" cy="276613"/>
            </a:xfrm>
            <a:prstGeom prst="ellipse">
              <a:avLst/>
            </a:prstGeom>
            <a:gradFill>
              <a:gsLst>
                <a:gs pos="0">
                  <a:srgbClr val="8C6F3E">
                    <a:alpha val="23680"/>
                  </a:srgbClr>
                </a:gs>
                <a:gs pos="14286">
                  <a:srgbClr val="8C6F3E">
                    <a:alpha val="21993"/>
                  </a:srgbClr>
                </a:gs>
                <a:gs pos="28571">
                  <a:srgbClr val="8C6F3E">
                    <a:alpha val="17539"/>
                  </a:srgbClr>
                </a:gs>
                <a:gs pos="42857">
                  <a:srgbClr val="8C6F3E">
                    <a:alpha val="11882"/>
                  </a:srgbClr>
                </a:gs>
                <a:gs pos="57143">
                  <a:srgbClr val="8C6F3E">
                    <a:alpha val="6769"/>
                  </a:srgbClr>
                </a:gs>
                <a:gs pos="71429">
                  <a:srgbClr val="8C6F3E">
                    <a:alpha val="3228"/>
                  </a:srgbClr>
                </a:gs>
                <a:gs pos="85714">
                  <a:srgbClr val="8C6F3E">
                    <a:alpha val="1289"/>
                  </a:srgbClr>
                </a:gs>
                <a:gs pos="100000">
                  <a:srgbClr val="8C6F3E">
                    <a:alpha val="4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Splat 518"/>
            <p:cNvSpPr>
              <a:spLocks noGrp="1"/>
            </p:cNvSpPr>
            <p:nvPr/>
          </p:nvSpPr>
          <p:spPr>
            <a:xfrm rot="5400000">
              <a:off x="2302365" y="2246613"/>
              <a:ext cx="316768" cy="316768"/>
            </a:xfrm>
            <a:prstGeom prst="ellipse">
              <a:avLst/>
            </a:prstGeom>
            <a:gradFill>
              <a:gsLst>
                <a:gs pos="0">
                  <a:srgbClr val="B37BBC">
                    <a:alpha val="7979"/>
                  </a:srgbClr>
                </a:gs>
                <a:gs pos="14286">
                  <a:srgbClr val="B37BBC">
                    <a:alpha val="7358"/>
                  </a:srgbClr>
                </a:gs>
                <a:gs pos="28571">
                  <a:srgbClr val="B37BBC">
                    <a:alpha val="5762"/>
                  </a:srgbClr>
                </a:gs>
                <a:gs pos="42857">
                  <a:srgbClr val="B37BBC">
                    <a:alpha val="3818"/>
                  </a:srgbClr>
                </a:gs>
                <a:gs pos="57143">
                  <a:srgbClr val="B37BBC">
                    <a:alpha val="2134"/>
                  </a:srgbClr>
                </a:gs>
                <a:gs pos="71429">
                  <a:srgbClr val="B37BBC">
                    <a:alpha val="1005"/>
                  </a:srgbClr>
                </a:gs>
                <a:gs pos="85714">
                  <a:srgbClr val="B37BBC">
                    <a:alpha val="398"/>
                  </a:srgbClr>
                </a:gs>
                <a:gs pos="100000">
                  <a:srgbClr val="B37BBC">
                    <a:alpha val="1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Splat 519"/>
            <p:cNvSpPr>
              <a:spLocks noGrp="1"/>
            </p:cNvSpPr>
            <p:nvPr/>
          </p:nvSpPr>
          <p:spPr>
            <a:xfrm rot="8090924">
              <a:off x="1408490" y="2451446"/>
              <a:ext cx="328612" cy="105685"/>
            </a:xfrm>
            <a:prstGeom prst="ellipse">
              <a:avLst/>
            </a:prstGeom>
            <a:gradFill>
              <a:gsLst>
                <a:gs pos="0">
                  <a:srgbClr val="4C0087">
                    <a:alpha val="32968"/>
                  </a:srgbClr>
                </a:gs>
                <a:gs pos="14286">
                  <a:srgbClr val="4C0087">
                    <a:alpha val="30764"/>
                  </a:srgbClr>
                </a:gs>
                <a:gs pos="28571">
                  <a:srgbClr val="4C0087">
                    <a:alpha val="24833"/>
                  </a:srgbClr>
                </a:gs>
                <a:gs pos="42857">
                  <a:srgbClr val="4C0087">
                    <a:alpha val="17075"/>
                  </a:srgbClr>
                </a:gs>
                <a:gs pos="57143">
                  <a:srgbClr val="4C0087">
                    <a:alpha val="9855"/>
                  </a:srgbClr>
                </a:gs>
                <a:gs pos="71429">
                  <a:srgbClr val="4C0087">
                    <a:alpha val="4740"/>
                  </a:srgbClr>
                </a:gs>
                <a:gs pos="85714">
                  <a:srgbClr val="4C0087">
                    <a:alpha val="1902"/>
                  </a:srgbClr>
                </a:gs>
                <a:gs pos="100000">
                  <a:srgbClr val="4C008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Splat 520"/>
            <p:cNvSpPr>
              <a:spLocks noGrp="1"/>
            </p:cNvSpPr>
            <p:nvPr/>
          </p:nvSpPr>
          <p:spPr>
            <a:xfrm rot="5400000">
              <a:off x="1017251" y="3747680"/>
              <a:ext cx="280668" cy="280668"/>
            </a:xfrm>
            <a:prstGeom prst="ellipse">
              <a:avLst/>
            </a:prstGeom>
            <a:gradFill>
              <a:gsLst>
                <a:gs pos="0">
                  <a:srgbClr val="79A3CD">
                    <a:alpha val="32968"/>
                  </a:srgbClr>
                </a:gs>
                <a:gs pos="14286">
                  <a:srgbClr val="79A3CD">
                    <a:alpha val="30764"/>
                  </a:srgbClr>
                </a:gs>
                <a:gs pos="28571">
                  <a:srgbClr val="79A3CD">
                    <a:alpha val="24833"/>
                  </a:srgbClr>
                </a:gs>
                <a:gs pos="42857">
                  <a:srgbClr val="79A3CD">
                    <a:alpha val="17075"/>
                  </a:srgbClr>
                </a:gs>
                <a:gs pos="57143">
                  <a:srgbClr val="79A3CD">
                    <a:alpha val="9855"/>
                  </a:srgbClr>
                </a:gs>
                <a:gs pos="71429">
                  <a:srgbClr val="79A3CD">
                    <a:alpha val="4740"/>
                  </a:srgbClr>
                </a:gs>
                <a:gs pos="85714">
                  <a:srgbClr val="79A3CD">
                    <a:alpha val="1902"/>
                  </a:srgbClr>
                </a:gs>
                <a:gs pos="100000">
                  <a:srgbClr val="79A3C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Splat 521"/>
            <p:cNvSpPr>
              <a:spLocks noGrp="1"/>
            </p:cNvSpPr>
            <p:nvPr/>
          </p:nvSpPr>
          <p:spPr>
            <a:xfrm rot="8950440">
              <a:off x="804660" y="1736622"/>
              <a:ext cx="328612" cy="91281"/>
            </a:xfrm>
            <a:prstGeom prst="ellipse">
              <a:avLst/>
            </a:prstGeom>
            <a:gradFill>
              <a:gsLst>
                <a:gs pos="0">
                  <a:srgbClr val="E7A794">
                    <a:alpha val="32968"/>
                  </a:srgbClr>
                </a:gs>
                <a:gs pos="14286">
                  <a:srgbClr val="E7A794">
                    <a:alpha val="30764"/>
                  </a:srgbClr>
                </a:gs>
                <a:gs pos="28571">
                  <a:srgbClr val="E7A794">
                    <a:alpha val="24833"/>
                  </a:srgbClr>
                </a:gs>
                <a:gs pos="42857">
                  <a:srgbClr val="E7A794">
                    <a:alpha val="17075"/>
                  </a:srgbClr>
                </a:gs>
                <a:gs pos="57143">
                  <a:srgbClr val="E7A794">
                    <a:alpha val="9855"/>
                  </a:srgbClr>
                </a:gs>
                <a:gs pos="71429">
                  <a:srgbClr val="E7A794">
                    <a:alpha val="4740"/>
                  </a:srgbClr>
                </a:gs>
                <a:gs pos="85714">
                  <a:srgbClr val="E7A794">
                    <a:alpha val="1902"/>
                  </a:srgbClr>
                </a:gs>
                <a:gs pos="100000">
                  <a:srgbClr val="E7A79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Splat 522"/>
            <p:cNvSpPr>
              <a:spLocks noGrp="1"/>
            </p:cNvSpPr>
            <p:nvPr/>
          </p:nvSpPr>
          <p:spPr>
            <a:xfrm rot="9156180">
              <a:off x="846506" y="3699776"/>
              <a:ext cx="328612" cy="91281"/>
            </a:xfrm>
            <a:prstGeom prst="ellipse">
              <a:avLst/>
            </a:prstGeom>
            <a:gradFill>
              <a:gsLst>
                <a:gs pos="0">
                  <a:srgbClr val="001E69">
                    <a:alpha val="32968"/>
                  </a:srgbClr>
                </a:gs>
                <a:gs pos="14286">
                  <a:srgbClr val="001E69">
                    <a:alpha val="30764"/>
                  </a:srgbClr>
                </a:gs>
                <a:gs pos="28571">
                  <a:srgbClr val="001E69">
                    <a:alpha val="24833"/>
                  </a:srgbClr>
                </a:gs>
                <a:gs pos="42857">
                  <a:srgbClr val="001E69">
                    <a:alpha val="17075"/>
                  </a:srgbClr>
                </a:gs>
                <a:gs pos="57143">
                  <a:srgbClr val="001E69">
                    <a:alpha val="9855"/>
                  </a:srgbClr>
                </a:gs>
                <a:gs pos="71429">
                  <a:srgbClr val="001E69">
                    <a:alpha val="4740"/>
                  </a:srgbClr>
                </a:gs>
                <a:gs pos="85714">
                  <a:srgbClr val="001E69">
                    <a:alpha val="1902"/>
                  </a:srgbClr>
                </a:gs>
                <a:gs pos="100000">
                  <a:srgbClr val="001E6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Splat 523"/>
            <p:cNvSpPr>
              <a:spLocks noGrp="1"/>
            </p:cNvSpPr>
            <p:nvPr/>
          </p:nvSpPr>
          <p:spPr>
            <a:xfrm rot="5400000">
              <a:off x="2248898" y="3240556"/>
              <a:ext cx="269772" cy="269772"/>
            </a:xfrm>
            <a:prstGeom prst="ellipse">
              <a:avLst/>
            </a:prstGeom>
            <a:gradFill>
              <a:gsLst>
                <a:gs pos="0">
                  <a:srgbClr val="DEFFFF">
                    <a:alpha val="5447"/>
                  </a:srgbClr>
                </a:gs>
                <a:gs pos="14286">
                  <a:srgbClr val="DEFFFF">
                    <a:alpha val="5018"/>
                  </a:srgbClr>
                </a:gs>
                <a:gs pos="28571">
                  <a:srgbClr val="DEFFFF">
                    <a:alpha val="3918"/>
                  </a:srgbClr>
                </a:gs>
                <a:gs pos="42857">
                  <a:srgbClr val="DEFFFF">
                    <a:alpha val="2588"/>
                  </a:srgbClr>
                </a:gs>
                <a:gs pos="57143">
                  <a:srgbClr val="DEFFFF">
                    <a:alpha val="1442"/>
                  </a:srgbClr>
                </a:gs>
                <a:gs pos="71429">
                  <a:srgbClr val="DEFFFF">
                    <a:alpha val="678"/>
                  </a:srgbClr>
                </a:gs>
                <a:gs pos="85714">
                  <a:srgbClr val="DEFFFF">
                    <a:alpha val="269"/>
                  </a:srgbClr>
                </a:gs>
                <a:gs pos="100000">
                  <a:srgbClr val="DEFFFF">
                    <a:alpha val="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Splat 524"/>
            <p:cNvSpPr>
              <a:spLocks noGrp="1"/>
            </p:cNvSpPr>
            <p:nvPr/>
          </p:nvSpPr>
          <p:spPr>
            <a:xfrm rot="5400000">
              <a:off x="2337812" y="2886834"/>
              <a:ext cx="313433" cy="313433"/>
            </a:xfrm>
            <a:prstGeom prst="ellipse">
              <a:avLst/>
            </a:prstGeom>
            <a:gradFill>
              <a:gsLst>
                <a:gs pos="0">
                  <a:srgbClr val="003F00">
                    <a:alpha val="32968"/>
                  </a:srgbClr>
                </a:gs>
                <a:gs pos="14286">
                  <a:srgbClr val="003F00">
                    <a:alpha val="30764"/>
                  </a:srgbClr>
                </a:gs>
                <a:gs pos="28571">
                  <a:srgbClr val="003F00">
                    <a:alpha val="24833"/>
                  </a:srgbClr>
                </a:gs>
                <a:gs pos="42857">
                  <a:srgbClr val="003F00">
                    <a:alpha val="17075"/>
                  </a:srgbClr>
                </a:gs>
                <a:gs pos="57143">
                  <a:srgbClr val="003F00">
                    <a:alpha val="9855"/>
                  </a:srgbClr>
                </a:gs>
                <a:gs pos="71429">
                  <a:srgbClr val="003F00">
                    <a:alpha val="4740"/>
                  </a:srgbClr>
                </a:gs>
                <a:gs pos="85714">
                  <a:srgbClr val="003F00">
                    <a:alpha val="1902"/>
                  </a:srgbClr>
                </a:gs>
                <a:gs pos="100000">
                  <a:srgbClr val="003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Splat 525"/>
            <p:cNvSpPr>
              <a:spLocks noGrp="1"/>
            </p:cNvSpPr>
            <p:nvPr/>
          </p:nvSpPr>
          <p:spPr>
            <a:xfrm rot="10683265">
              <a:off x="921544" y="3678634"/>
              <a:ext cx="328612" cy="91281"/>
            </a:xfrm>
            <a:prstGeom prst="ellipse">
              <a:avLst/>
            </a:prstGeom>
            <a:gradFill>
              <a:gsLst>
                <a:gs pos="0">
                  <a:srgbClr val="6A0040">
                    <a:alpha val="32968"/>
                  </a:srgbClr>
                </a:gs>
                <a:gs pos="14286">
                  <a:srgbClr val="6A0040">
                    <a:alpha val="30764"/>
                  </a:srgbClr>
                </a:gs>
                <a:gs pos="28571">
                  <a:srgbClr val="6A0040">
                    <a:alpha val="24833"/>
                  </a:srgbClr>
                </a:gs>
                <a:gs pos="42857">
                  <a:srgbClr val="6A0040">
                    <a:alpha val="17075"/>
                  </a:srgbClr>
                </a:gs>
                <a:gs pos="57143">
                  <a:srgbClr val="6A0040">
                    <a:alpha val="9855"/>
                  </a:srgbClr>
                </a:gs>
                <a:gs pos="71429">
                  <a:srgbClr val="6A0040">
                    <a:alpha val="4740"/>
                  </a:srgbClr>
                </a:gs>
                <a:gs pos="85714">
                  <a:srgbClr val="6A0040">
                    <a:alpha val="1902"/>
                  </a:srgbClr>
                </a:gs>
                <a:gs pos="100000">
                  <a:srgbClr val="6A004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Splat 526"/>
            <p:cNvSpPr>
              <a:spLocks noGrp="1"/>
            </p:cNvSpPr>
            <p:nvPr/>
          </p:nvSpPr>
          <p:spPr>
            <a:xfrm rot="5400000">
              <a:off x="1358393" y="3876093"/>
              <a:ext cx="274540" cy="274540"/>
            </a:xfrm>
            <a:prstGeom prst="ellipse">
              <a:avLst/>
            </a:prstGeom>
            <a:gradFill>
              <a:gsLst>
                <a:gs pos="0">
                  <a:srgbClr val="940000">
                    <a:alpha val="32968"/>
                  </a:srgbClr>
                </a:gs>
                <a:gs pos="14286">
                  <a:srgbClr val="940000">
                    <a:alpha val="30764"/>
                  </a:srgbClr>
                </a:gs>
                <a:gs pos="28571">
                  <a:srgbClr val="940000">
                    <a:alpha val="24833"/>
                  </a:srgbClr>
                </a:gs>
                <a:gs pos="42857">
                  <a:srgbClr val="940000">
                    <a:alpha val="17075"/>
                  </a:srgbClr>
                </a:gs>
                <a:gs pos="57143">
                  <a:srgbClr val="940000">
                    <a:alpha val="9855"/>
                  </a:srgbClr>
                </a:gs>
                <a:gs pos="71429">
                  <a:srgbClr val="940000">
                    <a:alpha val="4740"/>
                  </a:srgbClr>
                </a:gs>
                <a:gs pos="85714">
                  <a:srgbClr val="940000">
                    <a:alpha val="1902"/>
                  </a:srgbClr>
                </a:gs>
                <a:gs pos="100000">
                  <a:srgbClr val="9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Splat 527"/>
            <p:cNvSpPr>
              <a:spLocks noGrp="1"/>
            </p:cNvSpPr>
            <p:nvPr/>
          </p:nvSpPr>
          <p:spPr>
            <a:xfrm rot="5400000">
              <a:off x="2152951" y="1790641"/>
              <a:ext cx="292022" cy="292022"/>
            </a:xfrm>
            <a:prstGeom prst="ellipse">
              <a:avLst/>
            </a:prstGeom>
            <a:gradFill>
              <a:gsLst>
                <a:gs pos="0">
                  <a:srgbClr val="5C0000">
                    <a:alpha val="19743"/>
                  </a:srgbClr>
                </a:gs>
                <a:gs pos="14286">
                  <a:srgbClr val="5C0000">
                    <a:alpha val="18302"/>
                  </a:srgbClr>
                </a:gs>
                <a:gs pos="28571">
                  <a:srgbClr val="5C0000">
                    <a:alpha val="14526"/>
                  </a:srgbClr>
                </a:gs>
                <a:gs pos="42857">
                  <a:srgbClr val="5C0000">
                    <a:alpha val="9783"/>
                  </a:srgbClr>
                </a:gs>
                <a:gs pos="57143">
                  <a:srgbClr val="5C0000">
                    <a:alpha val="5545"/>
                  </a:srgbClr>
                </a:gs>
                <a:gs pos="71429">
                  <a:srgbClr val="5C0000">
                    <a:alpha val="2635"/>
                  </a:srgbClr>
                </a:gs>
                <a:gs pos="85714">
                  <a:srgbClr val="5C0000">
                    <a:alpha val="1050"/>
                  </a:srgbClr>
                </a:gs>
                <a:gs pos="100000">
                  <a:srgbClr val="5C0000">
                    <a:alpha val="3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Splat 528"/>
            <p:cNvSpPr>
              <a:spLocks noGrp="1"/>
            </p:cNvSpPr>
            <p:nvPr/>
          </p:nvSpPr>
          <p:spPr>
            <a:xfrm rot="5400000">
              <a:off x="2709154" y="2138392"/>
              <a:ext cx="378644" cy="378644"/>
            </a:xfrm>
            <a:prstGeom prst="ellipse">
              <a:avLst/>
            </a:prstGeom>
            <a:gradFill>
              <a:gsLst>
                <a:gs pos="0">
                  <a:srgbClr val="7372C6">
                    <a:alpha val="32968"/>
                  </a:srgbClr>
                </a:gs>
                <a:gs pos="14286">
                  <a:srgbClr val="7372C6">
                    <a:alpha val="30764"/>
                  </a:srgbClr>
                </a:gs>
                <a:gs pos="28571">
                  <a:srgbClr val="7372C6">
                    <a:alpha val="24833"/>
                  </a:srgbClr>
                </a:gs>
                <a:gs pos="42857">
                  <a:srgbClr val="7372C6">
                    <a:alpha val="17075"/>
                  </a:srgbClr>
                </a:gs>
                <a:gs pos="57143">
                  <a:srgbClr val="7372C6">
                    <a:alpha val="9855"/>
                  </a:srgbClr>
                </a:gs>
                <a:gs pos="71429">
                  <a:srgbClr val="7372C6">
                    <a:alpha val="4740"/>
                  </a:srgbClr>
                </a:gs>
                <a:gs pos="85714">
                  <a:srgbClr val="7372C6">
                    <a:alpha val="1902"/>
                  </a:srgbClr>
                </a:gs>
                <a:gs pos="100000">
                  <a:srgbClr val="7372C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Splat 529"/>
            <p:cNvSpPr>
              <a:spLocks noGrp="1"/>
            </p:cNvSpPr>
            <p:nvPr/>
          </p:nvSpPr>
          <p:spPr>
            <a:xfrm rot="8850793">
              <a:off x="876283" y="3795265"/>
              <a:ext cx="328612" cy="91281"/>
            </a:xfrm>
            <a:prstGeom prst="ellipse">
              <a:avLst/>
            </a:prstGeom>
            <a:gradFill>
              <a:gsLst>
                <a:gs pos="0">
                  <a:srgbClr val="8CF1FF">
                    <a:alpha val="19080"/>
                  </a:srgbClr>
                </a:gs>
                <a:gs pos="14286">
                  <a:srgbClr val="8CF1FF">
                    <a:alpha val="17682"/>
                  </a:srgbClr>
                </a:gs>
                <a:gs pos="28571">
                  <a:srgbClr val="8CF1FF">
                    <a:alpha val="14023"/>
                  </a:srgbClr>
                </a:gs>
                <a:gs pos="42857">
                  <a:srgbClr val="8CF1FF">
                    <a:alpha val="9435"/>
                  </a:srgbClr>
                </a:gs>
                <a:gs pos="57143">
                  <a:srgbClr val="8CF1FF">
                    <a:alpha val="5343"/>
                  </a:srgbClr>
                </a:gs>
                <a:gs pos="71429">
                  <a:srgbClr val="8CF1FF">
                    <a:alpha val="2538"/>
                  </a:srgbClr>
                </a:gs>
                <a:gs pos="85714">
                  <a:srgbClr val="8CF1FF">
                    <a:alpha val="1011"/>
                  </a:srgbClr>
                </a:gs>
                <a:gs pos="100000">
                  <a:srgbClr val="8CF1FF">
                    <a:alpha val="3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Splat 530"/>
            <p:cNvSpPr>
              <a:spLocks noGrp="1"/>
            </p:cNvSpPr>
            <p:nvPr/>
          </p:nvSpPr>
          <p:spPr>
            <a:xfrm rot="5400000">
              <a:off x="699778" y="3843939"/>
              <a:ext cx="317600" cy="317600"/>
            </a:xfrm>
            <a:prstGeom prst="ellipse">
              <a:avLst/>
            </a:prstGeom>
            <a:gradFill>
              <a:gsLst>
                <a:gs pos="0">
                  <a:srgbClr val="000000">
                    <a:alpha val="13469"/>
                  </a:srgbClr>
                </a:gs>
                <a:gs pos="14286">
                  <a:srgbClr val="000000">
                    <a:alpha val="12450"/>
                  </a:srgbClr>
                </a:gs>
                <a:gs pos="28571">
                  <a:srgbClr val="000000">
                    <a:alpha val="9809"/>
                  </a:srgbClr>
                </a:gs>
                <a:gs pos="42857">
                  <a:srgbClr val="000000">
                    <a:alpha val="6547"/>
                  </a:srgbClr>
                </a:gs>
                <a:gs pos="57143">
                  <a:srgbClr val="000000">
                    <a:alpha val="3683"/>
                  </a:srgbClr>
                </a:gs>
                <a:gs pos="71429">
                  <a:srgbClr val="000000">
                    <a:alpha val="1741"/>
                  </a:srgbClr>
                </a:gs>
                <a:gs pos="85714">
                  <a:srgbClr val="000000">
                    <a:alpha val="692"/>
                  </a:srgbClr>
                </a:gs>
                <a:gs pos="100000">
                  <a:srgbClr val="000000">
                    <a:alpha val="2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Splat 531"/>
            <p:cNvSpPr>
              <a:spLocks noGrp="1"/>
            </p:cNvSpPr>
            <p:nvPr/>
          </p:nvSpPr>
          <p:spPr>
            <a:xfrm rot="5400000">
              <a:off x="1040721" y="4283078"/>
              <a:ext cx="278761" cy="278761"/>
            </a:xfrm>
            <a:prstGeom prst="ellipse">
              <a:avLst/>
            </a:prstGeom>
            <a:gradFill>
              <a:gsLst>
                <a:gs pos="0">
                  <a:srgbClr val="0098F2">
                    <a:alpha val="8620"/>
                  </a:srgbClr>
                </a:gs>
                <a:gs pos="14286">
                  <a:srgbClr val="0098F2">
                    <a:alpha val="7951"/>
                  </a:srgbClr>
                </a:gs>
                <a:gs pos="28571">
                  <a:srgbClr val="0098F2">
                    <a:alpha val="6230"/>
                  </a:srgbClr>
                </a:gs>
                <a:gs pos="42857">
                  <a:srgbClr val="0098F2">
                    <a:alpha val="4132"/>
                  </a:srgbClr>
                </a:gs>
                <a:gs pos="57143">
                  <a:srgbClr val="0098F2">
                    <a:alpha val="2311"/>
                  </a:srgbClr>
                </a:gs>
                <a:gs pos="71429">
                  <a:srgbClr val="0098F2">
                    <a:alpha val="1088"/>
                  </a:srgbClr>
                </a:gs>
                <a:gs pos="85714">
                  <a:srgbClr val="0098F2">
                    <a:alpha val="432"/>
                  </a:srgbClr>
                </a:gs>
                <a:gs pos="100000">
                  <a:srgbClr val="0098F2">
                    <a:alpha val="1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Splat 532"/>
            <p:cNvSpPr>
              <a:spLocks noGrp="1"/>
            </p:cNvSpPr>
            <p:nvPr/>
          </p:nvSpPr>
          <p:spPr>
            <a:xfrm rot="5400000">
              <a:off x="975047" y="3624055"/>
              <a:ext cx="250106" cy="25010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Splat 533"/>
            <p:cNvSpPr>
              <a:spLocks noGrp="1"/>
            </p:cNvSpPr>
            <p:nvPr/>
          </p:nvSpPr>
          <p:spPr>
            <a:xfrm rot="5400000">
              <a:off x="3385682" y="2360116"/>
              <a:ext cx="269226" cy="269226"/>
            </a:xfrm>
            <a:prstGeom prst="ellipse">
              <a:avLst/>
            </a:prstGeom>
            <a:gradFill>
              <a:gsLst>
                <a:gs pos="0">
                  <a:srgbClr val="FFEFC1">
                    <a:alpha val="7972"/>
                  </a:srgbClr>
                </a:gs>
                <a:gs pos="14286">
                  <a:srgbClr val="FFEFC1">
                    <a:alpha val="7352"/>
                  </a:srgbClr>
                </a:gs>
                <a:gs pos="28571">
                  <a:srgbClr val="FFEFC1">
                    <a:alpha val="5757"/>
                  </a:srgbClr>
                </a:gs>
                <a:gs pos="42857">
                  <a:srgbClr val="FFEFC1">
                    <a:alpha val="3814"/>
                  </a:srgbClr>
                </a:gs>
                <a:gs pos="57143">
                  <a:srgbClr val="FFEFC1">
                    <a:alpha val="2132"/>
                  </a:srgbClr>
                </a:gs>
                <a:gs pos="71429">
                  <a:srgbClr val="FFEFC1">
                    <a:alpha val="1004"/>
                  </a:srgbClr>
                </a:gs>
                <a:gs pos="85714">
                  <a:srgbClr val="FFEFC1">
                    <a:alpha val="398"/>
                  </a:srgbClr>
                </a:gs>
                <a:gs pos="100000">
                  <a:srgbClr val="FFEFC1">
                    <a:alpha val="1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Splat 534"/>
            <p:cNvSpPr>
              <a:spLocks noGrp="1"/>
            </p:cNvSpPr>
            <p:nvPr/>
          </p:nvSpPr>
          <p:spPr>
            <a:xfrm rot="7599842">
              <a:off x="2561503" y="1146245"/>
              <a:ext cx="328612" cy="187007"/>
            </a:xfrm>
            <a:prstGeom prst="ellipse">
              <a:avLst/>
            </a:prstGeom>
            <a:gradFill>
              <a:gsLst>
                <a:gs pos="0">
                  <a:srgbClr val="A10000">
                    <a:alpha val="13820"/>
                  </a:srgbClr>
                </a:gs>
                <a:gs pos="14286">
                  <a:srgbClr val="A10000">
                    <a:alpha val="12777"/>
                  </a:srgbClr>
                </a:gs>
                <a:gs pos="28571">
                  <a:srgbClr val="A10000">
                    <a:alpha val="10070"/>
                  </a:srgbClr>
                </a:gs>
                <a:gs pos="42857">
                  <a:srgbClr val="A10000">
                    <a:alpha val="6725"/>
                  </a:srgbClr>
                </a:gs>
                <a:gs pos="57143">
                  <a:srgbClr val="A10000">
                    <a:alpha val="3784"/>
                  </a:srgbClr>
                </a:gs>
                <a:gs pos="71429">
                  <a:srgbClr val="A10000">
                    <a:alpha val="1790"/>
                  </a:srgbClr>
                </a:gs>
                <a:gs pos="85714">
                  <a:srgbClr val="A10000">
                    <a:alpha val="712"/>
                  </a:srgbClr>
                </a:gs>
                <a:gs pos="100000">
                  <a:srgbClr val="A10000">
                    <a:alpha val="2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Splat 535"/>
            <p:cNvSpPr>
              <a:spLocks noGrp="1"/>
            </p:cNvSpPr>
            <p:nvPr/>
          </p:nvSpPr>
          <p:spPr>
            <a:xfrm rot="5400000">
              <a:off x="1959769" y="3026569"/>
              <a:ext cx="328612" cy="328612"/>
            </a:xfrm>
            <a:prstGeom prst="ellipse">
              <a:avLst/>
            </a:prstGeom>
            <a:gradFill>
              <a:gsLst>
                <a:gs pos="0">
                  <a:srgbClr val="003A6B">
                    <a:alpha val="32968"/>
                  </a:srgbClr>
                </a:gs>
                <a:gs pos="14286">
                  <a:srgbClr val="003A6B">
                    <a:alpha val="30764"/>
                  </a:srgbClr>
                </a:gs>
                <a:gs pos="28571">
                  <a:srgbClr val="003A6B">
                    <a:alpha val="24833"/>
                  </a:srgbClr>
                </a:gs>
                <a:gs pos="42857">
                  <a:srgbClr val="003A6B">
                    <a:alpha val="17075"/>
                  </a:srgbClr>
                </a:gs>
                <a:gs pos="57143">
                  <a:srgbClr val="003A6B">
                    <a:alpha val="9855"/>
                  </a:srgbClr>
                </a:gs>
                <a:gs pos="71429">
                  <a:srgbClr val="003A6B">
                    <a:alpha val="4740"/>
                  </a:srgbClr>
                </a:gs>
                <a:gs pos="85714">
                  <a:srgbClr val="003A6B">
                    <a:alpha val="1902"/>
                  </a:srgbClr>
                </a:gs>
                <a:gs pos="100000">
                  <a:srgbClr val="003A6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Splat 536"/>
            <p:cNvSpPr>
              <a:spLocks noGrp="1"/>
            </p:cNvSpPr>
            <p:nvPr/>
          </p:nvSpPr>
          <p:spPr>
            <a:xfrm rot="5400000">
              <a:off x="980968" y="3044179"/>
              <a:ext cx="288607" cy="288607"/>
            </a:xfrm>
            <a:prstGeom prst="ellipse">
              <a:avLst/>
            </a:prstGeom>
            <a:gradFill>
              <a:gsLst>
                <a:gs pos="0">
                  <a:srgbClr val="FFFFAE">
                    <a:alpha val="32968"/>
                  </a:srgbClr>
                </a:gs>
                <a:gs pos="14286">
                  <a:srgbClr val="FFFFAE">
                    <a:alpha val="30764"/>
                  </a:srgbClr>
                </a:gs>
                <a:gs pos="28571">
                  <a:srgbClr val="FFFFAE">
                    <a:alpha val="24833"/>
                  </a:srgbClr>
                </a:gs>
                <a:gs pos="42857">
                  <a:srgbClr val="FFFFAE">
                    <a:alpha val="17075"/>
                  </a:srgbClr>
                </a:gs>
                <a:gs pos="57143">
                  <a:srgbClr val="FFFFAE">
                    <a:alpha val="9855"/>
                  </a:srgbClr>
                </a:gs>
                <a:gs pos="71429">
                  <a:srgbClr val="FFFFAE">
                    <a:alpha val="4740"/>
                  </a:srgbClr>
                </a:gs>
                <a:gs pos="85714">
                  <a:srgbClr val="FFFFAE">
                    <a:alpha val="1902"/>
                  </a:srgbClr>
                </a:gs>
                <a:gs pos="100000">
                  <a:srgbClr val="FFFFA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Splat 537"/>
            <p:cNvSpPr>
              <a:spLocks noGrp="1"/>
            </p:cNvSpPr>
            <p:nvPr/>
          </p:nvSpPr>
          <p:spPr>
            <a:xfrm rot="-10402691">
              <a:off x="978694" y="3373834"/>
              <a:ext cx="328612" cy="91281"/>
            </a:xfrm>
            <a:prstGeom prst="ellipse">
              <a:avLst/>
            </a:prstGeom>
            <a:gradFill>
              <a:gsLst>
                <a:gs pos="0">
                  <a:srgbClr val="625A99">
                    <a:alpha val="32190"/>
                  </a:srgbClr>
                </a:gs>
                <a:gs pos="14286">
                  <a:srgbClr val="625A99">
                    <a:alpha val="30026"/>
                  </a:srgbClr>
                </a:gs>
                <a:gs pos="28571">
                  <a:srgbClr val="625A99">
                    <a:alpha val="24211"/>
                  </a:srgbClr>
                </a:gs>
                <a:gs pos="42857">
                  <a:srgbClr val="625A99">
                    <a:alpha val="16626"/>
                  </a:srgbClr>
                </a:gs>
                <a:gs pos="57143">
                  <a:srgbClr val="625A99">
                    <a:alpha val="9585"/>
                  </a:srgbClr>
                </a:gs>
                <a:gs pos="71429">
                  <a:srgbClr val="625A99">
                    <a:alpha val="4607"/>
                  </a:srgbClr>
                </a:gs>
                <a:gs pos="85714">
                  <a:srgbClr val="625A99">
                    <a:alpha val="1848"/>
                  </a:srgbClr>
                </a:gs>
                <a:gs pos="100000">
                  <a:srgbClr val="625A99">
                    <a:alpha val="6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Splat 538"/>
            <p:cNvSpPr>
              <a:spLocks noGrp="1"/>
            </p:cNvSpPr>
            <p:nvPr/>
          </p:nvSpPr>
          <p:spPr>
            <a:xfrm rot="5400000">
              <a:off x="779238" y="3763666"/>
              <a:ext cx="221346" cy="221346"/>
            </a:xfrm>
            <a:prstGeom prst="ellipse">
              <a:avLst/>
            </a:prstGeom>
            <a:gradFill>
              <a:gsLst>
                <a:gs pos="0">
                  <a:srgbClr val="000091">
                    <a:alpha val="32968"/>
                  </a:srgbClr>
                </a:gs>
                <a:gs pos="14286">
                  <a:srgbClr val="000091">
                    <a:alpha val="30764"/>
                  </a:srgbClr>
                </a:gs>
                <a:gs pos="28571">
                  <a:srgbClr val="000091">
                    <a:alpha val="24833"/>
                  </a:srgbClr>
                </a:gs>
                <a:gs pos="42857">
                  <a:srgbClr val="000091">
                    <a:alpha val="17075"/>
                  </a:srgbClr>
                </a:gs>
                <a:gs pos="57143">
                  <a:srgbClr val="000091">
                    <a:alpha val="9855"/>
                  </a:srgbClr>
                </a:gs>
                <a:gs pos="71429">
                  <a:srgbClr val="000091">
                    <a:alpha val="4740"/>
                  </a:srgbClr>
                </a:gs>
                <a:gs pos="85714">
                  <a:srgbClr val="000091">
                    <a:alpha val="1902"/>
                  </a:srgbClr>
                </a:gs>
                <a:gs pos="100000">
                  <a:srgbClr val="00009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Splat 539"/>
            <p:cNvSpPr>
              <a:spLocks noGrp="1"/>
            </p:cNvSpPr>
            <p:nvPr/>
          </p:nvSpPr>
          <p:spPr>
            <a:xfrm rot="5400000">
              <a:off x="1007171" y="3606517"/>
              <a:ext cx="315707" cy="315707"/>
            </a:xfrm>
            <a:prstGeom prst="ellipse">
              <a:avLst/>
            </a:prstGeom>
            <a:gradFill>
              <a:gsLst>
                <a:gs pos="0">
                  <a:srgbClr val="97D6FF">
                    <a:alpha val="26158"/>
                  </a:srgbClr>
                </a:gs>
                <a:gs pos="14286">
                  <a:srgbClr val="97D6FF">
                    <a:alpha val="24324"/>
                  </a:srgbClr>
                </a:gs>
                <a:gs pos="28571">
                  <a:srgbClr val="97D6FF">
                    <a:alpha val="19459"/>
                  </a:srgbClr>
                </a:gs>
                <a:gs pos="42857">
                  <a:srgbClr val="97D6FF">
                    <a:alpha val="13233"/>
                  </a:srgbClr>
                </a:gs>
                <a:gs pos="57143">
                  <a:srgbClr val="97D6FF">
                    <a:alpha val="7564"/>
                  </a:srgbClr>
                </a:gs>
                <a:gs pos="71429">
                  <a:srgbClr val="97D6FF">
                    <a:alpha val="3615"/>
                  </a:srgbClr>
                </a:gs>
                <a:gs pos="85714">
                  <a:srgbClr val="97D6FF">
                    <a:alpha val="1445"/>
                  </a:srgbClr>
                </a:gs>
                <a:gs pos="100000">
                  <a:srgbClr val="97D6FF">
                    <a:alpha val="4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Splat 540"/>
            <p:cNvSpPr>
              <a:spLocks noGrp="1"/>
            </p:cNvSpPr>
            <p:nvPr/>
          </p:nvSpPr>
          <p:spPr>
            <a:xfrm rot="5400000">
              <a:off x="2846888" y="2489705"/>
              <a:ext cx="372598" cy="372598"/>
            </a:xfrm>
            <a:prstGeom prst="ellipse">
              <a:avLst/>
            </a:prstGeom>
            <a:gradFill>
              <a:gsLst>
                <a:gs pos="0">
                  <a:srgbClr val="1A2F00">
                    <a:alpha val="32968"/>
                  </a:srgbClr>
                </a:gs>
                <a:gs pos="14286">
                  <a:srgbClr val="1A2F00">
                    <a:alpha val="30764"/>
                  </a:srgbClr>
                </a:gs>
                <a:gs pos="28571">
                  <a:srgbClr val="1A2F00">
                    <a:alpha val="24833"/>
                  </a:srgbClr>
                </a:gs>
                <a:gs pos="42857">
                  <a:srgbClr val="1A2F00">
                    <a:alpha val="17075"/>
                  </a:srgbClr>
                </a:gs>
                <a:gs pos="57143">
                  <a:srgbClr val="1A2F00">
                    <a:alpha val="9855"/>
                  </a:srgbClr>
                </a:gs>
                <a:gs pos="71429">
                  <a:srgbClr val="1A2F00">
                    <a:alpha val="4740"/>
                  </a:srgbClr>
                </a:gs>
                <a:gs pos="85714">
                  <a:srgbClr val="1A2F00">
                    <a:alpha val="1902"/>
                  </a:srgbClr>
                </a:gs>
                <a:gs pos="100000">
                  <a:srgbClr val="1A2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Splat 541"/>
            <p:cNvSpPr>
              <a:spLocks noGrp="1"/>
            </p:cNvSpPr>
            <p:nvPr/>
          </p:nvSpPr>
          <p:spPr>
            <a:xfrm rot="5400000">
              <a:off x="845344" y="1445419"/>
              <a:ext cx="328612" cy="328612"/>
            </a:xfrm>
            <a:prstGeom prst="ellipse">
              <a:avLst/>
            </a:prstGeom>
            <a:gradFill>
              <a:gsLst>
                <a:gs pos="0">
                  <a:srgbClr val="00B4DC">
                    <a:alpha val="2881"/>
                  </a:srgbClr>
                </a:gs>
                <a:gs pos="14286">
                  <a:srgbClr val="00B4DC">
                    <a:alpha val="2651"/>
                  </a:srgbClr>
                </a:gs>
                <a:gs pos="28571">
                  <a:srgbClr val="00B4DC">
                    <a:alpha val="2064"/>
                  </a:srgbClr>
                </a:gs>
                <a:gs pos="42857">
                  <a:srgbClr val="00B4DC">
                    <a:alpha val="1359"/>
                  </a:srgbClr>
                </a:gs>
                <a:gs pos="57143">
                  <a:srgbClr val="00B4DC">
                    <a:alpha val="755"/>
                  </a:srgbClr>
                </a:gs>
                <a:gs pos="71429">
                  <a:srgbClr val="00B4DC">
                    <a:alpha val="354"/>
                  </a:srgbClr>
                </a:gs>
                <a:gs pos="85714">
                  <a:srgbClr val="00B4DC">
                    <a:alpha val="140"/>
                  </a:srgbClr>
                </a:gs>
                <a:gs pos="100000">
                  <a:srgbClr val="00B4DC">
                    <a:alpha val="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Splat 542"/>
            <p:cNvSpPr>
              <a:spLocks noGrp="1"/>
            </p:cNvSpPr>
            <p:nvPr/>
          </p:nvSpPr>
          <p:spPr>
            <a:xfrm rot="5400000">
              <a:off x="2348076" y="2726216"/>
              <a:ext cx="273461" cy="273461"/>
            </a:xfrm>
            <a:prstGeom prst="ellipse">
              <a:avLst/>
            </a:prstGeom>
            <a:gradFill>
              <a:gsLst>
                <a:gs pos="0">
                  <a:srgbClr val="F2001D">
                    <a:alpha val="5675"/>
                  </a:srgbClr>
                </a:gs>
                <a:gs pos="14286">
                  <a:srgbClr val="F2001D">
                    <a:alpha val="5228"/>
                  </a:srgbClr>
                </a:gs>
                <a:gs pos="28571">
                  <a:srgbClr val="F2001D">
                    <a:alpha val="4084"/>
                  </a:srgbClr>
                </a:gs>
                <a:gs pos="42857">
                  <a:srgbClr val="F2001D">
                    <a:alpha val="2698"/>
                  </a:srgbClr>
                </a:gs>
                <a:gs pos="57143">
                  <a:srgbClr val="F2001D">
                    <a:alpha val="1504"/>
                  </a:srgbClr>
                </a:gs>
                <a:gs pos="71429">
                  <a:srgbClr val="F2001D">
                    <a:alpha val="707"/>
                  </a:srgbClr>
                </a:gs>
                <a:gs pos="85714">
                  <a:srgbClr val="F2001D">
                    <a:alpha val="280"/>
                  </a:srgbClr>
                </a:gs>
                <a:gs pos="100000">
                  <a:srgbClr val="F2001D">
                    <a:alpha val="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Splat 543"/>
            <p:cNvSpPr>
              <a:spLocks noGrp="1"/>
            </p:cNvSpPr>
            <p:nvPr/>
          </p:nvSpPr>
          <p:spPr>
            <a:xfrm rot="5400000">
              <a:off x="2431826" y="2596452"/>
              <a:ext cx="280845" cy="280845"/>
            </a:xfrm>
            <a:prstGeom prst="ellipse">
              <a:avLst/>
            </a:prstGeom>
            <a:gradFill>
              <a:gsLst>
                <a:gs pos="0">
                  <a:srgbClr val="8D529D">
                    <a:alpha val="24844"/>
                  </a:srgbClr>
                </a:gs>
                <a:gs pos="14286">
                  <a:srgbClr val="8D529D">
                    <a:alpha val="23088"/>
                  </a:srgbClr>
                </a:gs>
                <a:gs pos="28571">
                  <a:srgbClr val="8D529D">
                    <a:alpha val="18439"/>
                  </a:srgbClr>
                </a:gs>
                <a:gs pos="42857">
                  <a:srgbClr val="8D529D">
                    <a:alpha val="12514"/>
                  </a:srgbClr>
                </a:gs>
                <a:gs pos="57143">
                  <a:srgbClr val="8D529D">
                    <a:alpha val="7140"/>
                  </a:srgbClr>
                </a:gs>
                <a:gs pos="71429">
                  <a:srgbClr val="8D529D">
                    <a:alpha val="3408"/>
                  </a:srgbClr>
                </a:gs>
                <a:gs pos="85714">
                  <a:srgbClr val="8D529D">
                    <a:alpha val="1362"/>
                  </a:srgbClr>
                </a:gs>
                <a:gs pos="100000">
                  <a:srgbClr val="8D529D">
                    <a:alpha val="4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Splat 544"/>
            <p:cNvSpPr>
              <a:spLocks noGrp="1"/>
            </p:cNvSpPr>
            <p:nvPr/>
          </p:nvSpPr>
          <p:spPr>
            <a:xfrm rot="-10659292">
              <a:off x="1921669" y="2294327"/>
              <a:ext cx="328612" cy="154795"/>
            </a:xfrm>
            <a:prstGeom prst="ellipse">
              <a:avLst/>
            </a:prstGeom>
            <a:gradFill>
              <a:gsLst>
                <a:gs pos="0">
                  <a:srgbClr val="6D009B">
                    <a:alpha val="7508"/>
                  </a:srgbClr>
                </a:gs>
                <a:gs pos="14286">
                  <a:srgbClr val="6D009B">
                    <a:alpha val="6922"/>
                  </a:srgbClr>
                </a:gs>
                <a:gs pos="28571">
                  <a:srgbClr val="6D009B">
                    <a:alpha val="5417"/>
                  </a:srgbClr>
                </a:gs>
                <a:gs pos="42857">
                  <a:srgbClr val="6D009B">
                    <a:alpha val="3587"/>
                  </a:srgbClr>
                </a:gs>
                <a:gs pos="57143">
                  <a:srgbClr val="6D009B">
                    <a:alpha val="2004"/>
                  </a:srgbClr>
                </a:gs>
                <a:gs pos="71429">
                  <a:srgbClr val="6D009B">
                    <a:alpha val="943"/>
                  </a:srgbClr>
                </a:gs>
                <a:gs pos="85714">
                  <a:srgbClr val="6D009B">
                    <a:alpha val="374"/>
                  </a:srgbClr>
                </a:gs>
                <a:gs pos="100000">
                  <a:srgbClr val="6D009B">
                    <a:alpha val="1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Splat 545"/>
            <p:cNvSpPr>
              <a:spLocks noGrp="1"/>
            </p:cNvSpPr>
            <p:nvPr/>
          </p:nvSpPr>
          <p:spPr>
            <a:xfrm rot="5400000">
              <a:off x="3290865" y="1996544"/>
              <a:ext cx="246357" cy="246357"/>
            </a:xfrm>
            <a:prstGeom prst="ellipse">
              <a:avLst/>
            </a:prstGeom>
            <a:gradFill>
              <a:gsLst>
                <a:gs pos="0">
                  <a:srgbClr val="A90055">
                    <a:alpha val="32968"/>
                  </a:srgbClr>
                </a:gs>
                <a:gs pos="14286">
                  <a:srgbClr val="A90055">
                    <a:alpha val="30764"/>
                  </a:srgbClr>
                </a:gs>
                <a:gs pos="28571">
                  <a:srgbClr val="A90055">
                    <a:alpha val="24833"/>
                  </a:srgbClr>
                </a:gs>
                <a:gs pos="42857">
                  <a:srgbClr val="A90055">
                    <a:alpha val="17075"/>
                  </a:srgbClr>
                </a:gs>
                <a:gs pos="57143">
                  <a:srgbClr val="A90055">
                    <a:alpha val="9855"/>
                  </a:srgbClr>
                </a:gs>
                <a:gs pos="71429">
                  <a:srgbClr val="A90055">
                    <a:alpha val="4740"/>
                  </a:srgbClr>
                </a:gs>
                <a:gs pos="85714">
                  <a:srgbClr val="A90055">
                    <a:alpha val="1902"/>
                  </a:srgbClr>
                </a:gs>
                <a:gs pos="100000">
                  <a:srgbClr val="A9005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Splat 546"/>
            <p:cNvSpPr>
              <a:spLocks noGrp="1"/>
            </p:cNvSpPr>
            <p:nvPr/>
          </p:nvSpPr>
          <p:spPr>
            <a:xfrm rot="5400000">
              <a:off x="2616520" y="2601917"/>
              <a:ext cx="281506" cy="281506"/>
            </a:xfrm>
            <a:prstGeom prst="ellipse">
              <a:avLst/>
            </a:prstGeom>
            <a:gradFill>
              <a:gsLst>
                <a:gs pos="0">
                  <a:srgbClr val="AFA3FF">
                    <a:alpha val="5833"/>
                  </a:srgbClr>
                </a:gs>
                <a:gs pos="14286">
                  <a:srgbClr val="AFA3FF">
                    <a:alpha val="5374"/>
                  </a:srgbClr>
                </a:gs>
                <a:gs pos="28571">
                  <a:srgbClr val="AFA3FF">
                    <a:alpha val="4198"/>
                  </a:srgbClr>
                </a:gs>
                <a:gs pos="42857">
                  <a:srgbClr val="AFA3FF">
                    <a:alpha val="2774"/>
                  </a:srgbClr>
                </a:gs>
                <a:gs pos="57143">
                  <a:srgbClr val="AFA3FF">
                    <a:alpha val="1547"/>
                  </a:srgbClr>
                </a:gs>
                <a:gs pos="71429">
                  <a:srgbClr val="AFA3FF">
                    <a:alpha val="727"/>
                  </a:srgbClr>
                </a:gs>
                <a:gs pos="85714">
                  <a:srgbClr val="AFA3FF">
                    <a:alpha val="288"/>
                  </a:srgbClr>
                </a:gs>
                <a:gs pos="100000">
                  <a:srgbClr val="AFA3FF">
                    <a:alpha val="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Splat 547"/>
            <p:cNvSpPr>
              <a:spLocks noGrp="1"/>
            </p:cNvSpPr>
            <p:nvPr/>
          </p:nvSpPr>
          <p:spPr>
            <a:xfrm rot="5400000">
              <a:off x="2559106" y="2365798"/>
              <a:ext cx="321493" cy="321493"/>
            </a:xfrm>
            <a:prstGeom prst="ellipse">
              <a:avLst/>
            </a:prstGeom>
            <a:gradFill>
              <a:gsLst>
                <a:gs pos="0">
                  <a:srgbClr val="BA7D10">
                    <a:alpha val="32968"/>
                  </a:srgbClr>
                </a:gs>
                <a:gs pos="14286">
                  <a:srgbClr val="BA7D10">
                    <a:alpha val="30764"/>
                  </a:srgbClr>
                </a:gs>
                <a:gs pos="28571">
                  <a:srgbClr val="BA7D10">
                    <a:alpha val="24833"/>
                  </a:srgbClr>
                </a:gs>
                <a:gs pos="42857">
                  <a:srgbClr val="BA7D10">
                    <a:alpha val="17075"/>
                  </a:srgbClr>
                </a:gs>
                <a:gs pos="57143">
                  <a:srgbClr val="BA7D10">
                    <a:alpha val="9855"/>
                  </a:srgbClr>
                </a:gs>
                <a:gs pos="71429">
                  <a:srgbClr val="BA7D10">
                    <a:alpha val="4740"/>
                  </a:srgbClr>
                </a:gs>
                <a:gs pos="85714">
                  <a:srgbClr val="BA7D10">
                    <a:alpha val="1902"/>
                  </a:srgbClr>
                </a:gs>
                <a:gs pos="100000">
                  <a:srgbClr val="BA7D1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Splat 548"/>
            <p:cNvSpPr>
              <a:spLocks noGrp="1"/>
            </p:cNvSpPr>
            <p:nvPr/>
          </p:nvSpPr>
          <p:spPr>
            <a:xfrm rot="5400000">
              <a:off x="2630837" y="2689684"/>
              <a:ext cx="290723" cy="290723"/>
            </a:xfrm>
            <a:prstGeom prst="ellipse">
              <a:avLst/>
            </a:prstGeom>
            <a:gradFill>
              <a:gsLst>
                <a:gs pos="0">
                  <a:srgbClr val="004500">
                    <a:alpha val="32968"/>
                  </a:srgbClr>
                </a:gs>
                <a:gs pos="14286">
                  <a:srgbClr val="004500">
                    <a:alpha val="30764"/>
                  </a:srgbClr>
                </a:gs>
                <a:gs pos="28571">
                  <a:srgbClr val="004500">
                    <a:alpha val="24833"/>
                  </a:srgbClr>
                </a:gs>
                <a:gs pos="42857">
                  <a:srgbClr val="004500">
                    <a:alpha val="17075"/>
                  </a:srgbClr>
                </a:gs>
                <a:gs pos="57143">
                  <a:srgbClr val="004500">
                    <a:alpha val="9855"/>
                  </a:srgbClr>
                </a:gs>
                <a:gs pos="71429">
                  <a:srgbClr val="004500">
                    <a:alpha val="4740"/>
                  </a:srgbClr>
                </a:gs>
                <a:gs pos="85714">
                  <a:srgbClr val="004500">
                    <a:alpha val="1902"/>
                  </a:srgbClr>
                </a:gs>
                <a:gs pos="100000">
                  <a:srgbClr val="004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Splat 549"/>
            <p:cNvSpPr>
              <a:spLocks noGrp="1"/>
            </p:cNvSpPr>
            <p:nvPr/>
          </p:nvSpPr>
          <p:spPr>
            <a:xfrm rot="4259357">
              <a:off x="1897324" y="2958937"/>
              <a:ext cx="328612" cy="91281"/>
            </a:xfrm>
            <a:prstGeom prst="ellipse">
              <a:avLst/>
            </a:prstGeom>
            <a:gradFill>
              <a:gsLst>
                <a:gs pos="0">
                  <a:srgbClr val="0000A1">
                    <a:alpha val="32968"/>
                  </a:srgbClr>
                </a:gs>
                <a:gs pos="14286">
                  <a:srgbClr val="0000A1">
                    <a:alpha val="30764"/>
                  </a:srgbClr>
                </a:gs>
                <a:gs pos="28571">
                  <a:srgbClr val="0000A1">
                    <a:alpha val="24833"/>
                  </a:srgbClr>
                </a:gs>
                <a:gs pos="42857">
                  <a:srgbClr val="0000A1">
                    <a:alpha val="17075"/>
                  </a:srgbClr>
                </a:gs>
                <a:gs pos="57143">
                  <a:srgbClr val="0000A1">
                    <a:alpha val="9855"/>
                  </a:srgbClr>
                </a:gs>
                <a:gs pos="71429">
                  <a:srgbClr val="0000A1">
                    <a:alpha val="4740"/>
                  </a:srgbClr>
                </a:gs>
                <a:gs pos="85714">
                  <a:srgbClr val="0000A1">
                    <a:alpha val="1902"/>
                  </a:srgbClr>
                </a:gs>
                <a:gs pos="100000">
                  <a:srgbClr val="0000A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Splat 550"/>
            <p:cNvSpPr>
              <a:spLocks noGrp="1"/>
            </p:cNvSpPr>
            <p:nvPr/>
          </p:nvSpPr>
          <p:spPr>
            <a:xfrm rot="5400000">
              <a:off x="3502342" y="2584887"/>
              <a:ext cx="282408" cy="282408"/>
            </a:xfrm>
            <a:prstGeom prst="ellipse">
              <a:avLst/>
            </a:prstGeom>
            <a:gradFill>
              <a:gsLst>
                <a:gs pos="0">
                  <a:srgbClr val="BED5CB">
                    <a:alpha val="4189"/>
                  </a:srgbClr>
                </a:gs>
                <a:gs pos="14286">
                  <a:srgbClr val="BED5CB">
                    <a:alpha val="3857"/>
                  </a:srgbClr>
                </a:gs>
                <a:gs pos="28571">
                  <a:srgbClr val="BED5CB">
                    <a:alpha val="3008"/>
                  </a:srgbClr>
                </a:gs>
                <a:gs pos="42857">
                  <a:srgbClr val="BED5CB">
                    <a:alpha val="1983"/>
                  </a:srgbClr>
                </a:gs>
                <a:gs pos="57143">
                  <a:srgbClr val="BED5CB">
                    <a:alpha val="1104"/>
                  </a:srgbClr>
                </a:gs>
                <a:gs pos="71429">
                  <a:srgbClr val="BED5CB">
                    <a:alpha val="518"/>
                  </a:srgbClr>
                </a:gs>
                <a:gs pos="85714">
                  <a:srgbClr val="BED5CB">
                    <a:alpha val="205"/>
                  </a:srgbClr>
                </a:gs>
                <a:gs pos="100000">
                  <a:srgbClr val="BED5CB">
                    <a:alpha val="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Splat 551"/>
            <p:cNvSpPr>
              <a:spLocks noGrp="1"/>
            </p:cNvSpPr>
            <p:nvPr/>
          </p:nvSpPr>
          <p:spPr>
            <a:xfrm rot="-9972790">
              <a:off x="2228589" y="443518"/>
              <a:ext cx="328613" cy="91281"/>
            </a:xfrm>
            <a:prstGeom prst="ellipse">
              <a:avLst/>
            </a:prstGeom>
            <a:gradFill>
              <a:gsLst>
                <a:gs pos="0">
                  <a:srgbClr val="5E696B">
                    <a:alpha val="22264"/>
                  </a:srgbClr>
                </a:gs>
                <a:gs pos="14286">
                  <a:srgbClr val="5E696B">
                    <a:alpha val="20664"/>
                  </a:srgbClr>
                </a:gs>
                <a:gs pos="28571">
                  <a:srgbClr val="5E696B">
                    <a:alpha val="16450"/>
                  </a:srgbClr>
                </a:gs>
                <a:gs pos="42857">
                  <a:srgbClr val="5E696B">
                    <a:alpha val="11120"/>
                  </a:srgbClr>
                </a:gs>
                <a:gs pos="57143">
                  <a:srgbClr val="5E696B">
                    <a:alpha val="6323"/>
                  </a:srgbClr>
                </a:gs>
                <a:gs pos="71429">
                  <a:srgbClr val="5E696B">
                    <a:alpha val="3011"/>
                  </a:srgbClr>
                </a:gs>
                <a:gs pos="85714">
                  <a:srgbClr val="5E696B">
                    <a:alpha val="1202"/>
                  </a:srgbClr>
                </a:gs>
                <a:gs pos="100000">
                  <a:srgbClr val="5E696B">
                    <a:alpha val="4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Splat 552"/>
            <p:cNvSpPr>
              <a:spLocks noGrp="1"/>
            </p:cNvSpPr>
            <p:nvPr/>
          </p:nvSpPr>
          <p:spPr>
            <a:xfrm rot="9885182">
              <a:off x="1725945" y="2040609"/>
              <a:ext cx="328612" cy="118444"/>
            </a:xfrm>
            <a:prstGeom prst="ellipse">
              <a:avLst/>
            </a:prstGeom>
            <a:gradFill>
              <a:gsLst>
                <a:gs pos="0">
                  <a:srgbClr val="A44A00">
                    <a:alpha val="32968"/>
                  </a:srgbClr>
                </a:gs>
                <a:gs pos="14286">
                  <a:srgbClr val="A44A00">
                    <a:alpha val="30764"/>
                  </a:srgbClr>
                </a:gs>
                <a:gs pos="28571">
                  <a:srgbClr val="A44A00">
                    <a:alpha val="24833"/>
                  </a:srgbClr>
                </a:gs>
                <a:gs pos="42857">
                  <a:srgbClr val="A44A00">
                    <a:alpha val="17075"/>
                  </a:srgbClr>
                </a:gs>
                <a:gs pos="57143">
                  <a:srgbClr val="A44A00">
                    <a:alpha val="9855"/>
                  </a:srgbClr>
                </a:gs>
                <a:gs pos="71429">
                  <a:srgbClr val="A44A00">
                    <a:alpha val="4740"/>
                  </a:srgbClr>
                </a:gs>
                <a:gs pos="85714">
                  <a:srgbClr val="A44A00">
                    <a:alpha val="1902"/>
                  </a:srgbClr>
                </a:gs>
                <a:gs pos="100000">
                  <a:srgbClr val="A44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Splat 553"/>
            <p:cNvSpPr>
              <a:spLocks noGrp="1"/>
            </p:cNvSpPr>
            <p:nvPr/>
          </p:nvSpPr>
          <p:spPr>
            <a:xfrm rot="5400000">
              <a:off x="2092751" y="2216109"/>
              <a:ext cx="262710" cy="262710"/>
            </a:xfrm>
            <a:prstGeom prst="ellipse">
              <a:avLst/>
            </a:prstGeom>
            <a:gradFill>
              <a:gsLst>
                <a:gs pos="0">
                  <a:srgbClr val="D66B00">
                    <a:alpha val="9627"/>
                  </a:srgbClr>
                </a:gs>
                <a:gs pos="14286">
                  <a:srgbClr val="D66B00">
                    <a:alpha val="8884"/>
                  </a:srgbClr>
                </a:gs>
                <a:gs pos="28571">
                  <a:srgbClr val="D66B00">
                    <a:alpha val="6969"/>
                  </a:srgbClr>
                </a:gs>
                <a:gs pos="42857">
                  <a:srgbClr val="D66B00">
                    <a:alpha val="4628"/>
                  </a:srgbClr>
                </a:gs>
                <a:gs pos="57143">
                  <a:srgbClr val="D66B00">
                    <a:alpha val="2591"/>
                  </a:srgbClr>
                </a:gs>
                <a:gs pos="71429">
                  <a:srgbClr val="D66B00">
                    <a:alpha val="1221"/>
                  </a:srgbClr>
                </a:gs>
                <a:gs pos="85714">
                  <a:srgbClr val="D66B00">
                    <a:alpha val="485"/>
                  </a:srgbClr>
                </a:gs>
                <a:gs pos="100000">
                  <a:srgbClr val="D66B00">
                    <a:alpha val="1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Splat 554"/>
            <p:cNvSpPr>
              <a:spLocks noGrp="1"/>
            </p:cNvSpPr>
            <p:nvPr/>
          </p:nvSpPr>
          <p:spPr>
            <a:xfrm rot="10525668">
              <a:off x="2737702" y="2735121"/>
              <a:ext cx="328612" cy="91281"/>
            </a:xfrm>
            <a:prstGeom prst="ellipse">
              <a:avLst/>
            </a:prstGeom>
            <a:gradFill>
              <a:gsLst>
                <a:gs pos="0">
                  <a:srgbClr val="004B63">
                    <a:alpha val="32968"/>
                  </a:srgbClr>
                </a:gs>
                <a:gs pos="14286">
                  <a:srgbClr val="004B63">
                    <a:alpha val="30764"/>
                  </a:srgbClr>
                </a:gs>
                <a:gs pos="28571">
                  <a:srgbClr val="004B63">
                    <a:alpha val="24833"/>
                  </a:srgbClr>
                </a:gs>
                <a:gs pos="42857">
                  <a:srgbClr val="004B63">
                    <a:alpha val="17075"/>
                  </a:srgbClr>
                </a:gs>
                <a:gs pos="57143">
                  <a:srgbClr val="004B63">
                    <a:alpha val="9855"/>
                  </a:srgbClr>
                </a:gs>
                <a:gs pos="71429">
                  <a:srgbClr val="004B63">
                    <a:alpha val="4740"/>
                  </a:srgbClr>
                </a:gs>
                <a:gs pos="85714">
                  <a:srgbClr val="004B63">
                    <a:alpha val="1902"/>
                  </a:srgbClr>
                </a:gs>
                <a:gs pos="100000">
                  <a:srgbClr val="004B6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Splat 555"/>
            <p:cNvSpPr>
              <a:spLocks noGrp="1"/>
            </p:cNvSpPr>
            <p:nvPr/>
          </p:nvSpPr>
          <p:spPr>
            <a:xfrm rot="9246919">
              <a:off x="780795" y="4034361"/>
              <a:ext cx="328612" cy="109130"/>
            </a:xfrm>
            <a:prstGeom prst="ellipse">
              <a:avLst/>
            </a:prstGeom>
            <a:gradFill>
              <a:gsLst>
                <a:gs pos="0">
                  <a:srgbClr val="006DA8">
                    <a:alpha val="21903"/>
                  </a:srgbClr>
                </a:gs>
                <a:gs pos="14286">
                  <a:srgbClr val="006DA8">
                    <a:alpha val="20326"/>
                  </a:srgbClr>
                </a:gs>
                <a:gs pos="28571">
                  <a:srgbClr val="006DA8">
                    <a:alpha val="16174"/>
                  </a:srgbClr>
                </a:gs>
                <a:gs pos="42857">
                  <a:srgbClr val="006DA8">
                    <a:alpha val="10928"/>
                  </a:srgbClr>
                </a:gs>
                <a:gs pos="57143">
                  <a:srgbClr val="006DA8">
                    <a:alpha val="6211"/>
                  </a:srgbClr>
                </a:gs>
                <a:gs pos="71429">
                  <a:srgbClr val="006DA8">
                    <a:alpha val="2957"/>
                  </a:srgbClr>
                </a:gs>
                <a:gs pos="85714">
                  <a:srgbClr val="006DA8">
                    <a:alpha val="1180"/>
                  </a:srgbClr>
                </a:gs>
                <a:gs pos="100000">
                  <a:srgbClr val="006DA8">
                    <a:alpha val="3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Splat 556"/>
            <p:cNvSpPr>
              <a:spLocks noGrp="1"/>
            </p:cNvSpPr>
            <p:nvPr/>
          </p:nvSpPr>
          <p:spPr>
            <a:xfrm rot="5400000">
              <a:off x="2192011" y="3399109"/>
              <a:ext cx="288387" cy="288387"/>
            </a:xfrm>
            <a:prstGeom prst="ellipse">
              <a:avLst/>
            </a:prstGeom>
            <a:gradFill>
              <a:gsLst>
                <a:gs pos="0">
                  <a:srgbClr val="BE0072">
                    <a:alpha val="14702"/>
                  </a:srgbClr>
                </a:gs>
                <a:gs pos="14286">
                  <a:srgbClr val="BE0072">
                    <a:alpha val="13597"/>
                  </a:srgbClr>
                </a:gs>
                <a:gs pos="28571">
                  <a:srgbClr val="BE0072">
                    <a:alpha val="10728"/>
                  </a:srgbClr>
                </a:gs>
                <a:gs pos="42857">
                  <a:srgbClr val="BE0072">
                    <a:alpha val="7173"/>
                  </a:srgbClr>
                </a:gs>
                <a:gs pos="57143">
                  <a:srgbClr val="BE0072">
                    <a:alpha val="4040"/>
                  </a:srgbClr>
                </a:gs>
                <a:gs pos="71429">
                  <a:srgbClr val="BE0072">
                    <a:alpha val="1912"/>
                  </a:srgbClr>
                </a:gs>
                <a:gs pos="85714">
                  <a:srgbClr val="BE0072">
                    <a:alpha val="761"/>
                  </a:srgbClr>
                </a:gs>
                <a:gs pos="100000">
                  <a:srgbClr val="BE0072">
                    <a:alpha val="2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Splat 557"/>
            <p:cNvSpPr>
              <a:spLocks noGrp="1"/>
            </p:cNvSpPr>
            <p:nvPr/>
          </p:nvSpPr>
          <p:spPr>
            <a:xfrm rot="5400000">
              <a:off x="1659124" y="2636936"/>
              <a:ext cx="285999" cy="285999"/>
            </a:xfrm>
            <a:prstGeom prst="ellipse">
              <a:avLst/>
            </a:prstGeom>
            <a:gradFill>
              <a:gsLst>
                <a:gs pos="0">
                  <a:srgbClr val="8796F0">
                    <a:alpha val="32968"/>
                  </a:srgbClr>
                </a:gs>
                <a:gs pos="14286">
                  <a:srgbClr val="8796F0">
                    <a:alpha val="30764"/>
                  </a:srgbClr>
                </a:gs>
                <a:gs pos="28571">
                  <a:srgbClr val="8796F0">
                    <a:alpha val="24833"/>
                  </a:srgbClr>
                </a:gs>
                <a:gs pos="42857">
                  <a:srgbClr val="8796F0">
                    <a:alpha val="17075"/>
                  </a:srgbClr>
                </a:gs>
                <a:gs pos="57143">
                  <a:srgbClr val="8796F0">
                    <a:alpha val="9855"/>
                  </a:srgbClr>
                </a:gs>
                <a:gs pos="71429">
                  <a:srgbClr val="8796F0">
                    <a:alpha val="4740"/>
                  </a:srgbClr>
                </a:gs>
                <a:gs pos="85714">
                  <a:srgbClr val="8796F0">
                    <a:alpha val="1902"/>
                  </a:srgbClr>
                </a:gs>
                <a:gs pos="100000">
                  <a:srgbClr val="8796F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Splat 558"/>
            <p:cNvSpPr>
              <a:spLocks noGrp="1"/>
            </p:cNvSpPr>
            <p:nvPr/>
          </p:nvSpPr>
          <p:spPr>
            <a:xfrm rot="6371290">
              <a:off x="3071024" y="2813038"/>
              <a:ext cx="328612" cy="91281"/>
            </a:xfrm>
            <a:prstGeom prst="ellipse">
              <a:avLst/>
            </a:prstGeom>
            <a:gradFill>
              <a:gsLst>
                <a:gs pos="0">
                  <a:srgbClr val="DC7300">
                    <a:alpha val="19195"/>
                  </a:srgbClr>
                </a:gs>
                <a:gs pos="14286">
                  <a:srgbClr val="DC7300">
                    <a:alpha val="17790"/>
                  </a:srgbClr>
                </a:gs>
                <a:gs pos="28571">
                  <a:srgbClr val="DC7300">
                    <a:alpha val="14110"/>
                  </a:srgbClr>
                </a:gs>
                <a:gs pos="42857">
                  <a:srgbClr val="DC7300">
                    <a:alpha val="9495"/>
                  </a:srgbClr>
                </a:gs>
                <a:gs pos="57143">
                  <a:srgbClr val="DC7300">
                    <a:alpha val="5378"/>
                  </a:srgbClr>
                </a:gs>
                <a:gs pos="71429">
                  <a:srgbClr val="DC7300">
                    <a:alpha val="2554"/>
                  </a:srgbClr>
                </a:gs>
                <a:gs pos="85714">
                  <a:srgbClr val="DC7300">
                    <a:alpha val="1018"/>
                  </a:srgbClr>
                </a:gs>
                <a:gs pos="100000">
                  <a:srgbClr val="DC7300">
                    <a:alpha val="3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Splat 559"/>
            <p:cNvSpPr>
              <a:spLocks noGrp="1"/>
            </p:cNvSpPr>
            <p:nvPr/>
          </p:nvSpPr>
          <p:spPr>
            <a:xfrm rot="5400000">
              <a:off x="2664330" y="2401337"/>
              <a:ext cx="354942" cy="354942"/>
            </a:xfrm>
            <a:prstGeom prst="ellipse">
              <a:avLst/>
            </a:prstGeom>
            <a:gradFill>
              <a:gsLst>
                <a:gs pos="0">
                  <a:srgbClr val="0042C0">
                    <a:alpha val="18878"/>
                  </a:srgbClr>
                </a:gs>
                <a:gs pos="14286">
                  <a:srgbClr val="0042C0">
                    <a:alpha val="17493"/>
                  </a:srgbClr>
                </a:gs>
                <a:gs pos="28571">
                  <a:srgbClr val="0042C0">
                    <a:alpha val="13869"/>
                  </a:srgbClr>
                </a:gs>
                <a:gs pos="42857">
                  <a:srgbClr val="0042C0">
                    <a:alpha val="9329"/>
                  </a:srgbClr>
                </a:gs>
                <a:gs pos="57143">
                  <a:srgbClr val="0042C0">
                    <a:alpha val="5282"/>
                  </a:srgbClr>
                </a:gs>
                <a:gs pos="71429">
                  <a:srgbClr val="0042C0">
                    <a:alpha val="2508"/>
                  </a:srgbClr>
                </a:gs>
                <a:gs pos="85714">
                  <a:srgbClr val="0042C0">
                    <a:alpha val="999"/>
                  </a:srgbClr>
                </a:gs>
                <a:gs pos="100000">
                  <a:srgbClr val="0042C0">
                    <a:alpha val="3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Splat 560"/>
            <p:cNvSpPr>
              <a:spLocks noGrp="1"/>
            </p:cNvSpPr>
            <p:nvPr/>
          </p:nvSpPr>
          <p:spPr>
            <a:xfrm rot="-10407503">
              <a:off x="2201182" y="1681651"/>
              <a:ext cx="328612" cy="138492"/>
            </a:xfrm>
            <a:prstGeom prst="ellipse">
              <a:avLst/>
            </a:prstGeom>
            <a:gradFill>
              <a:gsLst>
                <a:gs pos="0">
                  <a:srgbClr val="00607B">
                    <a:alpha val="19849"/>
                  </a:srgbClr>
                </a:gs>
                <a:gs pos="14286">
                  <a:srgbClr val="00607B">
                    <a:alpha val="18402"/>
                  </a:srgbClr>
                </a:gs>
                <a:gs pos="28571">
                  <a:srgbClr val="00607B">
                    <a:alpha val="14607"/>
                  </a:srgbClr>
                </a:gs>
                <a:gs pos="42857">
                  <a:srgbClr val="00607B">
                    <a:alpha val="9839"/>
                  </a:srgbClr>
                </a:gs>
                <a:gs pos="57143">
                  <a:srgbClr val="00607B">
                    <a:alpha val="5577"/>
                  </a:srgbClr>
                </a:gs>
                <a:gs pos="71429">
                  <a:srgbClr val="00607B">
                    <a:alpha val="2651"/>
                  </a:srgbClr>
                </a:gs>
                <a:gs pos="85714">
                  <a:srgbClr val="00607B">
                    <a:alpha val="1057"/>
                  </a:srgbClr>
                </a:gs>
                <a:gs pos="100000">
                  <a:srgbClr val="00607B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Splat 561"/>
            <p:cNvSpPr>
              <a:spLocks noGrp="1"/>
            </p:cNvSpPr>
            <p:nvPr/>
          </p:nvSpPr>
          <p:spPr>
            <a:xfrm rot="2948815">
              <a:off x="777584" y="1615501"/>
              <a:ext cx="353098" cy="98083"/>
            </a:xfrm>
            <a:prstGeom prst="ellipse">
              <a:avLst/>
            </a:prstGeom>
            <a:gradFill>
              <a:gsLst>
                <a:gs pos="0">
                  <a:srgbClr val="FF7AA2">
                    <a:alpha val="12425"/>
                  </a:srgbClr>
                </a:gs>
                <a:gs pos="14286">
                  <a:srgbClr val="FF7AA2">
                    <a:alpha val="11480"/>
                  </a:srgbClr>
                </a:gs>
                <a:gs pos="28571">
                  <a:srgbClr val="FF7AA2">
                    <a:alpha val="9034"/>
                  </a:srgbClr>
                </a:gs>
                <a:gs pos="42857">
                  <a:srgbClr val="FF7AA2">
                    <a:alpha val="6021"/>
                  </a:srgbClr>
                </a:gs>
                <a:gs pos="57143">
                  <a:srgbClr val="FF7AA2">
                    <a:alpha val="3383"/>
                  </a:srgbClr>
                </a:gs>
                <a:gs pos="71429">
                  <a:srgbClr val="FF7AA2">
                    <a:alpha val="1598"/>
                  </a:srgbClr>
                </a:gs>
                <a:gs pos="85714">
                  <a:srgbClr val="FF7AA2">
                    <a:alpha val="635"/>
                  </a:srgbClr>
                </a:gs>
                <a:gs pos="100000">
                  <a:srgbClr val="FF7AA2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Splat 562"/>
            <p:cNvSpPr>
              <a:spLocks noGrp="1"/>
            </p:cNvSpPr>
            <p:nvPr/>
          </p:nvSpPr>
          <p:spPr>
            <a:xfrm rot="8860886">
              <a:off x="2213471" y="3354338"/>
              <a:ext cx="328612" cy="91281"/>
            </a:xfrm>
            <a:prstGeom prst="ellipse">
              <a:avLst/>
            </a:prstGeom>
            <a:gradFill>
              <a:gsLst>
                <a:gs pos="0">
                  <a:srgbClr val="FFE7FF">
                    <a:alpha val="32968"/>
                  </a:srgbClr>
                </a:gs>
                <a:gs pos="14286">
                  <a:srgbClr val="FFE7FF">
                    <a:alpha val="30764"/>
                  </a:srgbClr>
                </a:gs>
                <a:gs pos="28571">
                  <a:srgbClr val="FFE7FF">
                    <a:alpha val="24833"/>
                  </a:srgbClr>
                </a:gs>
                <a:gs pos="42857">
                  <a:srgbClr val="FFE7FF">
                    <a:alpha val="17075"/>
                  </a:srgbClr>
                </a:gs>
                <a:gs pos="57143">
                  <a:srgbClr val="FFE7FF">
                    <a:alpha val="9855"/>
                  </a:srgbClr>
                </a:gs>
                <a:gs pos="71429">
                  <a:srgbClr val="FFE7FF">
                    <a:alpha val="4740"/>
                  </a:srgbClr>
                </a:gs>
                <a:gs pos="85714">
                  <a:srgbClr val="FFE7FF">
                    <a:alpha val="1902"/>
                  </a:srgbClr>
                </a:gs>
                <a:gs pos="100000">
                  <a:srgbClr val="FFE7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Splat 563"/>
            <p:cNvSpPr>
              <a:spLocks noGrp="1"/>
            </p:cNvSpPr>
            <p:nvPr/>
          </p:nvSpPr>
          <p:spPr>
            <a:xfrm rot="5400000">
              <a:off x="2381743" y="3102179"/>
              <a:ext cx="408232" cy="408232"/>
            </a:xfrm>
            <a:prstGeom prst="ellipse">
              <a:avLst/>
            </a:prstGeom>
            <a:gradFill>
              <a:gsLst>
                <a:gs pos="0">
                  <a:srgbClr val="8E7DAB">
                    <a:alpha val="29428"/>
                  </a:srgbClr>
                </a:gs>
                <a:gs pos="14286">
                  <a:srgbClr val="8E7DAB">
                    <a:alpha val="27410"/>
                  </a:srgbClr>
                </a:gs>
                <a:gs pos="28571">
                  <a:srgbClr val="8E7DAB">
                    <a:alpha val="22021"/>
                  </a:srgbClr>
                </a:gs>
                <a:gs pos="42857">
                  <a:srgbClr val="8E7DAB">
                    <a:alpha val="15053"/>
                  </a:srgbClr>
                </a:gs>
                <a:gs pos="57143">
                  <a:srgbClr val="8E7DAB">
                    <a:alpha val="8644"/>
                  </a:srgbClr>
                </a:gs>
                <a:gs pos="71429">
                  <a:srgbClr val="8E7DAB">
                    <a:alpha val="4143"/>
                  </a:srgbClr>
                </a:gs>
                <a:gs pos="85714">
                  <a:srgbClr val="8E7DAB">
                    <a:alpha val="1659"/>
                  </a:srgbClr>
                </a:gs>
                <a:gs pos="100000">
                  <a:srgbClr val="8E7DAB">
                    <a:alpha val="5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Splat 564"/>
            <p:cNvSpPr>
              <a:spLocks noGrp="1"/>
            </p:cNvSpPr>
            <p:nvPr/>
          </p:nvSpPr>
          <p:spPr>
            <a:xfrm rot="5400000">
              <a:off x="715108" y="1327510"/>
              <a:ext cx="262840" cy="262840"/>
            </a:xfrm>
            <a:prstGeom prst="ellipse">
              <a:avLst/>
            </a:prstGeom>
            <a:gradFill>
              <a:gsLst>
                <a:gs pos="0">
                  <a:srgbClr val="780000">
                    <a:alpha val="7204"/>
                  </a:srgbClr>
                </a:gs>
                <a:gs pos="14286">
                  <a:srgbClr val="780000">
                    <a:alpha val="6641"/>
                  </a:srgbClr>
                </a:gs>
                <a:gs pos="28571">
                  <a:srgbClr val="780000">
                    <a:alpha val="5196"/>
                  </a:srgbClr>
                </a:gs>
                <a:gs pos="42857">
                  <a:srgbClr val="780000">
                    <a:alpha val="3439"/>
                  </a:srgbClr>
                </a:gs>
                <a:gs pos="57143">
                  <a:srgbClr val="780000">
                    <a:alpha val="1921"/>
                  </a:srgbClr>
                </a:gs>
                <a:gs pos="71429">
                  <a:srgbClr val="780000">
                    <a:alpha val="904"/>
                  </a:srgbClr>
                </a:gs>
                <a:gs pos="85714">
                  <a:srgbClr val="780000">
                    <a:alpha val="358"/>
                  </a:srgbClr>
                </a:gs>
                <a:gs pos="100000">
                  <a:srgbClr val="780000">
                    <a:alpha val="1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Splat 565"/>
            <p:cNvSpPr>
              <a:spLocks noGrp="1"/>
            </p:cNvSpPr>
            <p:nvPr/>
          </p:nvSpPr>
          <p:spPr>
            <a:xfrm rot="5400000">
              <a:off x="3208273" y="2273583"/>
              <a:ext cx="303694" cy="303694"/>
            </a:xfrm>
            <a:prstGeom prst="ellipse">
              <a:avLst/>
            </a:prstGeom>
            <a:gradFill>
              <a:gsLst>
                <a:gs pos="0">
                  <a:srgbClr val="C9F6FF">
                    <a:alpha val="32968"/>
                  </a:srgbClr>
                </a:gs>
                <a:gs pos="14286">
                  <a:srgbClr val="C9F6FF">
                    <a:alpha val="30764"/>
                  </a:srgbClr>
                </a:gs>
                <a:gs pos="28571">
                  <a:srgbClr val="C9F6FF">
                    <a:alpha val="24833"/>
                  </a:srgbClr>
                </a:gs>
                <a:gs pos="42857">
                  <a:srgbClr val="C9F6FF">
                    <a:alpha val="17075"/>
                  </a:srgbClr>
                </a:gs>
                <a:gs pos="57143">
                  <a:srgbClr val="C9F6FF">
                    <a:alpha val="9855"/>
                  </a:srgbClr>
                </a:gs>
                <a:gs pos="71429">
                  <a:srgbClr val="C9F6FF">
                    <a:alpha val="4740"/>
                  </a:srgbClr>
                </a:gs>
                <a:gs pos="85714">
                  <a:srgbClr val="C9F6FF">
                    <a:alpha val="1902"/>
                  </a:srgbClr>
                </a:gs>
                <a:gs pos="100000">
                  <a:srgbClr val="C9F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Splat 566"/>
            <p:cNvSpPr>
              <a:spLocks noGrp="1"/>
            </p:cNvSpPr>
            <p:nvPr/>
          </p:nvSpPr>
          <p:spPr>
            <a:xfrm rot="6606947">
              <a:off x="2639522" y="2745186"/>
              <a:ext cx="328612" cy="91281"/>
            </a:xfrm>
            <a:prstGeom prst="ellipse">
              <a:avLst/>
            </a:prstGeom>
            <a:gradFill>
              <a:gsLst>
                <a:gs pos="0">
                  <a:srgbClr val="713300">
                    <a:alpha val="28926"/>
                  </a:srgbClr>
                </a:gs>
                <a:gs pos="14286">
                  <a:srgbClr val="713300">
                    <a:alpha val="26936"/>
                  </a:srgbClr>
                </a:gs>
                <a:gs pos="28571">
                  <a:srgbClr val="713300">
                    <a:alpha val="21626"/>
                  </a:srgbClr>
                </a:gs>
                <a:gs pos="42857">
                  <a:srgbClr val="713300">
                    <a:alpha val="14771"/>
                  </a:srgbClr>
                </a:gs>
                <a:gs pos="57143">
                  <a:srgbClr val="713300">
                    <a:alpha val="8475"/>
                  </a:srgbClr>
                </a:gs>
                <a:gs pos="71429">
                  <a:srgbClr val="713300">
                    <a:alpha val="4061"/>
                  </a:srgbClr>
                </a:gs>
                <a:gs pos="85714">
                  <a:srgbClr val="713300">
                    <a:alpha val="1626"/>
                  </a:srgbClr>
                </a:gs>
                <a:gs pos="100000">
                  <a:srgbClr val="713300">
                    <a:alpha val="5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Splat 567"/>
            <p:cNvSpPr>
              <a:spLocks noGrp="1"/>
            </p:cNvSpPr>
            <p:nvPr/>
          </p:nvSpPr>
          <p:spPr>
            <a:xfrm rot="5400000">
              <a:off x="3871807" y="2483493"/>
              <a:ext cx="234305" cy="234305"/>
            </a:xfrm>
            <a:prstGeom prst="ellipse">
              <a:avLst/>
            </a:prstGeom>
            <a:gradFill>
              <a:gsLst>
                <a:gs pos="0">
                  <a:srgbClr val="C6B2BF">
                    <a:alpha val="32968"/>
                  </a:srgbClr>
                </a:gs>
                <a:gs pos="14286">
                  <a:srgbClr val="C6B2BF">
                    <a:alpha val="30764"/>
                  </a:srgbClr>
                </a:gs>
                <a:gs pos="28571">
                  <a:srgbClr val="C6B2BF">
                    <a:alpha val="24833"/>
                  </a:srgbClr>
                </a:gs>
                <a:gs pos="42857">
                  <a:srgbClr val="C6B2BF">
                    <a:alpha val="17075"/>
                  </a:srgbClr>
                </a:gs>
                <a:gs pos="57143">
                  <a:srgbClr val="C6B2BF">
                    <a:alpha val="9855"/>
                  </a:srgbClr>
                </a:gs>
                <a:gs pos="71429">
                  <a:srgbClr val="C6B2BF">
                    <a:alpha val="4740"/>
                  </a:srgbClr>
                </a:gs>
                <a:gs pos="85714">
                  <a:srgbClr val="C6B2BF">
                    <a:alpha val="1902"/>
                  </a:srgbClr>
                </a:gs>
                <a:gs pos="100000">
                  <a:srgbClr val="C6B2B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Splat 568"/>
            <p:cNvSpPr>
              <a:spLocks noGrp="1"/>
            </p:cNvSpPr>
            <p:nvPr/>
          </p:nvSpPr>
          <p:spPr>
            <a:xfrm rot="5400000">
              <a:off x="2780642" y="2902367"/>
              <a:ext cx="354598" cy="354598"/>
            </a:xfrm>
            <a:prstGeom prst="ellipse">
              <a:avLst/>
            </a:prstGeom>
            <a:gradFill>
              <a:gsLst>
                <a:gs pos="0">
                  <a:srgbClr val="4C005A">
                    <a:alpha val="32968"/>
                  </a:srgbClr>
                </a:gs>
                <a:gs pos="14286">
                  <a:srgbClr val="4C005A">
                    <a:alpha val="30764"/>
                  </a:srgbClr>
                </a:gs>
                <a:gs pos="28571">
                  <a:srgbClr val="4C005A">
                    <a:alpha val="24833"/>
                  </a:srgbClr>
                </a:gs>
                <a:gs pos="42857">
                  <a:srgbClr val="4C005A">
                    <a:alpha val="17075"/>
                  </a:srgbClr>
                </a:gs>
                <a:gs pos="57143">
                  <a:srgbClr val="4C005A">
                    <a:alpha val="9855"/>
                  </a:srgbClr>
                </a:gs>
                <a:gs pos="71429">
                  <a:srgbClr val="4C005A">
                    <a:alpha val="4740"/>
                  </a:srgbClr>
                </a:gs>
                <a:gs pos="85714">
                  <a:srgbClr val="4C005A">
                    <a:alpha val="1902"/>
                  </a:srgbClr>
                </a:gs>
                <a:gs pos="100000">
                  <a:srgbClr val="4C005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Splat 569"/>
            <p:cNvSpPr>
              <a:spLocks noGrp="1"/>
            </p:cNvSpPr>
            <p:nvPr/>
          </p:nvSpPr>
          <p:spPr>
            <a:xfrm rot="5121532">
              <a:off x="1149370" y="973001"/>
              <a:ext cx="360833" cy="134104"/>
            </a:xfrm>
            <a:prstGeom prst="ellipse">
              <a:avLst/>
            </a:prstGeom>
            <a:gradFill>
              <a:gsLst>
                <a:gs pos="0">
                  <a:srgbClr val="96005C">
                    <a:alpha val="17304"/>
                  </a:srgbClr>
                </a:gs>
                <a:gs pos="14286">
                  <a:srgbClr val="96005C">
                    <a:alpha val="16024"/>
                  </a:srgbClr>
                </a:gs>
                <a:gs pos="28571">
                  <a:srgbClr val="96005C">
                    <a:alpha val="12680"/>
                  </a:srgbClr>
                </a:gs>
                <a:gs pos="42857">
                  <a:srgbClr val="96005C">
                    <a:alpha val="8510"/>
                  </a:srgbClr>
                </a:gs>
                <a:gs pos="57143">
                  <a:srgbClr val="96005C">
                    <a:alpha val="4809"/>
                  </a:srgbClr>
                </a:gs>
                <a:gs pos="71429">
                  <a:srgbClr val="96005C">
                    <a:alpha val="2280"/>
                  </a:srgbClr>
                </a:gs>
                <a:gs pos="85714">
                  <a:srgbClr val="96005C">
                    <a:alpha val="908"/>
                  </a:srgbClr>
                </a:gs>
                <a:gs pos="100000">
                  <a:srgbClr val="96005C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Splat 570"/>
            <p:cNvSpPr>
              <a:spLocks noGrp="1"/>
            </p:cNvSpPr>
            <p:nvPr/>
          </p:nvSpPr>
          <p:spPr>
            <a:xfrm rot="5400000">
              <a:off x="1920659" y="3317542"/>
              <a:ext cx="287167" cy="28716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Splat 571"/>
            <p:cNvSpPr>
              <a:spLocks noGrp="1"/>
            </p:cNvSpPr>
            <p:nvPr/>
          </p:nvSpPr>
          <p:spPr>
            <a:xfrm rot="5400000">
              <a:off x="3421928" y="2366086"/>
              <a:ext cx="267441" cy="2674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Splat 572"/>
            <p:cNvSpPr>
              <a:spLocks noGrp="1"/>
            </p:cNvSpPr>
            <p:nvPr/>
          </p:nvSpPr>
          <p:spPr>
            <a:xfrm rot="4233671">
              <a:off x="2874291" y="1634266"/>
              <a:ext cx="328612" cy="193918"/>
            </a:xfrm>
            <a:prstGeom prst="ellipse">
              <a:avLst/>
            </a:prstGeom>
            <a:gradFill>
              <a:gsLst>
                <a:gs pos="0">
                  <a:srgbClr val="007200">
                    <a:alpha val="2716"/>
                  </a:srgbClr>
                </a:gs>
                <a:gs pos="14286">
                  <a:srgbClr val="007200">
                    <a:alpha val="2499"/>
                  </a:srgbClr>
                </a:gs>
                <a:gs pos="28571">
                  <a:srgbClr val="007200">
                    <a:alpha val="1946"/>
                  </a:srgbClr>
                </a:gs>
                <a:gs pos="42857">
                  <a:srgbClr val="007200">
                    <a:alpha val="1281"/>
                  </a:srgbClr>
                </a:gs>
                <a:gs pos="57143">
                  <a:srgbClr val="007200">
                    <a:alpha val="712"/>
                  </a:srgbClr>
                </a:gs>
                <a:gs pos="71429">
                  <a:srgbClr val="007200">
                    <a:alpha val="334"/>
                  </a:srgbClr>
                </a:gs>
                <a:gs pos="85714">
                  <a:srgbClr val="007200">
                    <a:alpha val="132"/>
                  </a:srgbClr>
                </a:gs>
                <a:gs pos="100000">
                  <a:srgbClr val="007200">
                    <a:alpha val="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Splat 573"/>
            <p:cNvSpPr>
              <a:spLocks noGrp="1"/>
            </p:cNvSpPr>
            <p:nvPr/>
          </p:nvSpPr>
          <p:spPr>
            <a:xfrm rot="10355542">
              <a:off x="1902619" y="2049859"/>
              <a:ext cx="328612" cy="91281"/>
            </a:xfrm>
            <a:prstGeom prst="ellipse">
              <a:avLst/>
            </a:prstGeom>
            <a:gradFill>
              <a:gsLst>
                <a:gs pos="0">
                  <a:srgbClr val="4D0033">
                    <a:alpha val="32968"/>
                  </a:srgbClr>
                </a:gs>
                <a:gs pos="14286">
                  <a:srgbClr val="4D0033">
                    <a:alpha val="30764"/>
                  </a:srgbClr>
                </a:gs>
                <a:gs pos="28571">
                  <a:srgbClr val="4D0033">
                    <a:alpha val="24833"/>
                  </a:srgbClr>
                </a:gs>
                <a:gs pos="42857">
                  <a:srgbClr val="4D0033">
                    <a:alpha val="17075"/>
                  </a:srgbClr>
                </a:gs>
                <a:gs pos="57143">
                  <a:srgbClr val="4D0033">
                    <a:alpha val="9855"/>
                  </a:srgbClr>
                </a:gs>
                <a:gs pos="71429">
                  <a:srgbClr val="4D0033">
                    <a:alpha val="4740"/>
                  </a:srgbClr>
                </a:gs>
                <a:gs pos="85714">
                  <a:srgbClr val="4D0033">
                    <a:alpha val="1902"/>
                  </a:srgbClr>
                </a:gs>
                <a:gs pos="100000">
                  <a:srgbClr val="4D003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Splat 574"/>
            <p:cNvSpPr>
              <a:spLocks noGrp="1"/>
            </p:cNvSpPr>
            <p:nvPr/>
          </p:nvSpPr>
          <p:spPr>
            <a:xfrm rot="4303765">
              <a:off x="2366752" y="3124396"/>
              <a:ext cx="328612" cy="91281"/>
            </a:xfrm>
            <a:prstGeom prst="ellipse">
              <a:avLst/>
            </a:prstGeom>
            <a:gradFill>
              <a:gsLst>
                <a:gs pos="0">
                  <a:srgbClr val="000031">
                    <a:alpha val="32968"/>
                  </a:srgbClr>
                </a:gs>
                <a:gs pos="14286">
                  <a:srgbClr val="000031">
                    <a:alpha val="30764"/>
                  </a:srgbClr>
                </a:gs>
                <a:gs pos="28571">
                  <a:srgbClr val="000031">
                    <a:alpha val="24833"/>
                  </a:srgbClr>
                </a:gs>
                <a:gs pos="42857">
                  <a:srgbClr val="000031">
                    <a:alpha val="17075"/>
                  </a:srgbClr>
                </a:gs>
                <a:gs pos="57143">
                  <a:srgbClr val="000031">
                    <a:alpha val="9855"/>
                  </a:srgbClr>
                </a:gs>
                <a:gs pos="71429">
                  <a:srgbClr val="000031">
                    <a:alpha val="4740"/>
                  </a:srgbClr>
                </a:gs>
                <a:gs pos="85714">
                  <a:srgbClr val="000031">
                    <a:alpha val="1902"/>
                  </a:srgbClr>
                </a:gs>
                <a:gs pos="100000">
                  <a:srgbClr val="00003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Splat 575"/>
            <p:cNvSpPr>
              <a:spLocks noGrp="1"/>
            </p:cNvSpPr>
            <p:nvPr/>
          </p:nvSpPr>
          <p:spPr>
            <a:xfrm rot="5400000">
              <a:off x="1226344" y="2197894"/>
              <a:ext cx="328612" cy="328612"/>
            </a:xfrm>
            <a:prstGeom prst="ellipse">
              <a:avLst/>
            </a:prstGeom>
            <a:gradFill>
              <a:gsLst>
                <a:gs pos="0">
                  <a:srgbClr val="C0DB33">
                    <a:alpha val="5211"/>
                  </a:srgbClr>
                </a:gs>
                <a:gs pos="14286">
                  <a:srgbClr val="C0DB33">
                    <a:alpha val="4800"/>
                  </a:srgbClr>
                </a:gs>
                <a:gs pos="28571">
                  <a:srgbClr val="C0DB33">
                    <a:alpha val="3747"/>
                  </a:srgbClr>
                </a:gs>
                <a:gs pos="42857">
                  <a:srgbClr val="C0DB33">
                    <a:alpha val="2474"/>
                  </a:srgbClr>
                </a:gs>
                <a:gs pos="57143">
                  <a:srgbClr val="C0DB33">
                    <a:alpha val="1378"/>
                  </a:srgbClr>
                </a:gs>
                <a:gs pos="71429">
                  <a:srgbClr val="C0DB33">
                    <a:alpha val="648"/>
                  </a:srgbClr>
                </a:gs>
                <a:gs pos="85714">
                  <a:srgbClr val="C0DB33">
                    <a:alpha val="257"/>
                  </a:srgbClr>
                </a:gs>
                <a:gs pos="100000">
                  <a:srgbClr val="C0DB33">
                    <a:alpha val="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Splat 576"/>
            <p:cNvSpPr>
              <a:spLocks noGrp="1"/>
            </p:cNvSpPr>
            <p:nvPr/>
          </p:nvSpPr>
          <p:spPr>
            <a:xfrm rot="5400000">
              <a:off x="2436159" y="2258525"/>
              <a:ext cx="287694" cy="287694"/>
            </a:xfrm>
            <a:prstGeom prst="ellipse">
              <a:avLst/>
            </a:prstGeom>
            <a:gradFill>
              <a:gsLst>
                <a:gs pos="0">
                  <a:srgbClr val="BA6F92">
                    <a:alpha val="23750"/>
                  </a:srgbClr>
                </a:gs>
                <a:gs pos="14286">
                  <a:srgbClr val="BA6F92">
                    <a:alpha val="22059"/>
                  </a:srgbClr>
                </a:gs>
                <a:gs pos="28571">
                  <a:srgbClr val="BA6F92">
                    <a:alpha val="17594"/>
                  </a:srgbClr>
                </a:gs>
                <a:gs pos="42857">
                  <a:srgbClr val="BA6F92">
                    <a:alpha val="11920"/>
                  </a:srgbClr>
                </a:gs>
                <a:gs pos="57143">
                  <a:srgbClr val="BA6F92">
                    <a:alpha val="6791"/>
                  </a:srgbClr>
                </a:gs>
                <a:gs pos="71429">
                  <a:srgbClr val="BA6F92">
                    <a:alpha val="3239"/>
                  </a:srgbClr>
                </a:gs>
                <a:gs pos="85714">
                  <a:srgbClr val="BA6F92">
                    <a:alpha val="1293"/>
                  </a:srgbClr>
                </a:gs>
                <a:gs pos="100000">
                  <a:srgbClr val="BA6F92">
                    <a:alpha val="4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Splat 577"/>
            <p:cNvSpPr>
              <a:spLocks noGrp="1"/>
            </p:cNvSpPr>
            <p:nvPr/>
          </p:nvSpPr>
          <p:spPr>
            <a:xfrm rot="5400000">
              <a:off x="1264841" y="1058305"/>
              <a:ext cx="246557" cy="246557"/>
            </a:xfrm>
            <a:prstGeom prst="ellipse">
              <a:avLst/>
            </a:prstGeom>
            <a:gradFill>
              <a:gsLst>
                <a:gs pos="0">
                  <a:srgbClr val="FF0000">
                    <a:alpha val="3870"/>
                  </a:srgbClr>
                </a:gs>
                <a:gs pos="14286">
                  <a:srgbClr val="FF0000">
                    <a:alpha val="3562"/>
                  </a:srgbClr>
                </a:gs>
                <a:gs pos="28571">
                  <a:srgbClr val="FF0000">
                    <a:alpha val="2777"/>
                  </a:srgbClr>
                </a:gs>
                <a:gs pos="42857">
                  <a:srgbClr val="FF0000">
                    <a:alpha val="1830"/>
                  </a:srgbClr>
                </a:gs>
                <a:gs pos="57143">
                  <a:srgbClr val="FF0000">
                    <a:alpha val="1018"/>
                  </a:srgbClr>
                </a:gs>
                <a:gs pos="71429">
                  <a:srgbClr val="FF0000">
                    <a:alpha val="478"/>
                  </a:srgbClr>
                </a:gs>
                <a:gs pos="85714">
                  <a:srgbClr val="FF0000">
                    <a:alpha val="189"/>
                  </a:srgbClr>
                </a:gs>
                <a:gs pos="100000">
                  <a:srgbClr val="FF0000">
                    <a:alpha val="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Splat 578"/>
            <p:cNvSpPr>
              <a:spLocks noGrp="1"/>
            </p:cNvSpPr>
            <p:nvPr/>
          </p:nvSpPr>
          <p:spPr>
            <a:xfrm rot="5400000">
              <a:off x="2156079" y="2315874"/>
              <a:ext cx="292945" cy="292945"/>
            </a:xfrm>
            <a:prstGeom prst="ellipse">
              <a:avLst/>
            </a:prstGeom>
            <a:gradFill>
              <a:gsLst>
                <a:gs pos="0">
                  <a:srgbClr val="996298">
                    <a:alpha val="32968"/>
                  </a:srgbClr>
                </a:gs>
                <a:gs pos="14286">
                  <a:srgbClr val="996298">
                    <a:alpha val="30764"/>
                  </a:srgbClr>
                </a:gs>
                <a:gs pos="28571">
                  <a:srgbClr val="996298">
                    <a:alpha val="24833"/>
                  </a:srgbClr>
                </a:gs>
                <a:gs pos="42857">
                  <a:srgbClr val="996298">
                    <a:alpha val="17075"/>
                  </a:srgbClr>
                </a:gs>
                <a:gs pos="57143">
                  <a:srgbClr val="996298">
                    <a:alpha val="9855"/>
                  </a:srgbClr>
                </a:gs>
                <a:gs pos="71429">
                  <a:srgbClr val="996298">
                    <a:alpha val="4740"/>
                  </a:srgbClr>
                </a:gs>
                <a:gs pos="85714">
                  <a:srgbClr val="996298">
                    <a:alpha val="1902"/>
                  </a:srgbClr>
                </a:gs>
                <a:gs pos="100000">
                  <a:srgbClr val="99629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Splat 579"/>
            <p:cNvSpPr>
              <a:spLocks noGrp="1"/>
            </p:cNvSpPr>
            <p:nvPr/>
          </p:nvSpPr>
          <p:spPr>
            <a:xfrm rot="9726765">
              <a:off x="3290487" y="1719159"/>
              <a:ext cx="328612" cy="91281"/>
            </a:xfrm>
            <a:prstGeom prst="ellipse">
              <a:avLst/>
            </a:prstGeom>
            <a:gradFill>
              <a:gsLst>
                <a:gs pos="0">
                  <a:srgbClr val="B2DAD1">
                    <a:alpha val="8528"/>
                  </a:srgbClr>
                </a:gs>
                <a:gs pos="14286">
                  <a:srgbClr val="B2DAD1">
                    <a:alpha val="7867"/>
                  </a:srgbClr>
                </a:gs>
                <a:gs pos="28571">
                  <a:srgbClr val="B2DAD1">
                    <a:alpha val="6163"/>
                  </a:srgbClr>
                </a:gs>
                <a:gs pos="42857">
                  <a:srgbClr val="B2DAD1">
                    <a:alpha val="4087"/>
                  </a:srgbClr>
                </a:gs>
                <a:gs pos="57143">
                  <a:srgbClr val="B2DAD1">
                    <a:alpha val="2286"/>
                  </a:srgbClr>
                </a:gs>
                <a:gs pos="71429">
                  <a:srgbClr val="B2DAD1">
                    <a:alpha val="1076"/>
                  </a:srgbClr>
                </a:gs>
                <a:gs pos="85714">
                  <a:srgbClr val="B2DAD1">
                    <a:alpha val="427"/>
                  </a:srgbClr>
                </a:gs>
                <a:gs pos="100000">
                  <a:srgbClr val="B2DAD1">
                    <a:alpha val="1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Splat 580"/>
            <p:cNvSpPr>
              <a:spLocks noGrp="1"/>
            </p:cNvSpPr>
            <p:nvPr/>
          </p:nvSpPr>
          <p:spPr>
            <a:xfrm rot="5400000">
              <a:off x="2228696" y="317941"/>
              <a:ext cx="286805" cy="286805"/>
            </a:xfrm>
            <a:prstGeom prst="ellipse">
              <a:avLst/>
            </a:prstGeom>
            <a:gradFill>
              <a:gsLst>
                <a:gs pos="0">
                  <a:srgbClr val="00C6FF">
                    <a:alpha val="17738"/>
                  </a:srgbClr>
                </a:gs>
                <a:gs pos="14286">
                  <a:srgbClr val="00C6FF">
                    <a:alpha val="16429"/>
                  </a:srgbClr>
                </a:gs>
                <a:gs pos="28571">
                  <a:srgbClr val="00C6FF">
                    <a:alpha val="13008"/>
                  </a:srgbClr>
                </a:gs>
                <a:gs pos="42857">
                  <a:srgbClr val="00C6FF">
                    <a:alpha val="8735"/>
                  </a:srgbClr>
                </a:gs>
                <a:gs pos="57143">
                  <a:srgbClr val="00C6FF">
                    <a:alpha val="4938"/>
                  </a:srgbClr>
                </a:gs>
                <a:gs pos="71429">
                  <a:srgbClr val="00C6FF">
                    <a:alpha val="2343"/>
                  </a:srgbClr>
                </a:gs>
                <a:gs pos="85714">
                  <a:srgbClr val="00C6FF">
                    <a:alpha val="933"/>
                  </a:srgbClr>
                </a:gs>
                <a:gs pos="100000">
                  <a:srgbClr val="00C6FF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Splat 581"/>
            <p:cNvSpPr>
              <a:spLocks noGrp="1"/>
            </p:cNvSpPr>
            <p:nvPr/>
          </p:nvSpPr>
          <p:spPr>
            <a:xfrm rot="5400000">
              <a:off x="2084679" y="3206054"/>
              <a:ext cx="328612" cy="32861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Splat 582"/>
            <p:cNvSpPr>
              <a:spLocks noGrp="1"/>
            </p:cNvSpPr>
            <p:nvPr/>
          </p:nvSpPr>
          <p:spPr>
            <a:xfrm rot="5400000">
              <a:off x="2939047" y="1591879"/>
              <a:ext cx="279940" cy="279940"/>
            </a:xfrm>
            <a:prstGeom prst="ellipse">
              <a:avLst/>
            </a:prstGeom>
            <a:gradFill>
              <a:gsLst>
                <a:gs pos="0">
                  <a:srgbClr val="6B0200">
                    <a:alpha val="24506"/>
                  </a:srgbClr>
                </a:gs>
                <a:gs pos="14286">
                  <a:srgbClr val="6B0200">
                    <a:alpha val="22770"/>
                  </a:srgbClr>
                </a:gs>
                <a:gs pos="28571">
                  <a:srgbClr val="6B0200">
                    <a:alpha val="18178"/>
                  </a:srgbClr>
                </a:gs>
                <a:gs pos="42857">
                  <a:srgbClr val="6B0200">
                    <a:alpha val="12330"/>
                  </a:srgbClr>
                </a:gs>
                <a:gs pos="57143">
                  <a:srgbClr val="6B0200">
                    <a:alpha val="7032"/>
                  </a:srgbClr>
                </a:gs>
                <a:gs pos="71429">
                  <a:srgbClr val="6B0200">
                    <a:alpha val="3356"/>
                  </a:srgbClr>
                </a:gs>
                <a:gs pos="85714">
                  <a:srgbClr val="6B0200">
                    <a:alpha val="1341"/>
                  </a:srgbClr>
                </a:gs>
                <a:gs pos="100000">
                  <a:srgbClr val="6B0200">
                    <a:alpha val="4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Splat 583"/>
            <p:cNvSpPr>
              <a:spLocks noGrp="1"/>
            </p:cNvSpPr>
            <p:nvPr/>
          </p:nvSpPr>
          <p:spPr>
            <a:xfrm rot="5400000">
              <a:off x="1231935" y="3301818"/>
              <a:ext cx="328942" cy="328942"/>
            </a:xfrm>
            <a:prstGeom prst="ellipse">
              <a:avLst/>
            </a:prstGeom>
            <a:gradFill>
              <a:gsLst>
                <a:gs pos="0">
                  <a:srgbClr val="00004E">
                    <a:alpha val="32968"/>
                  </a:srgbClr>
                </a:gs>
                <a:gs pos="14286">
                  <a:srgbClr val="00004E">
                    <a:alpha val="30764"/>
                  </a:srgbClr>
                </a:gs>
                <a:gs pos="28571">
                  <a:srgbClr val="00004E">
                    <a:alpha val="24833"/>
                  </a:srgbClr>
                </a:gs>
                <a:gs pos="42857">
                  <a:srgbClr val="00004E">
                    <a:alpha val="17075"/>
                  </a:srgbClr>
                </a:gs>
                <a:gs pos="57143">
                  <a:srgbClr val="00004E">
                    <a:alpha val="9855"/>
                  </a:srgbClr>
                </a:gs>
                <a:gs pos="71429">
                  <a:srgbClr val="00004E">
                    <a:alpha val="4740"/>
                  </a:srgbClr>
                </a:gs>
                <a:gs pos="85714">
                  <a:srgbClr val="00004E">
                    <a:alpha val="1902"/>
                  </a:srgbClr>
                </a:gs>
                <a:gs pos="100000">
                  <a:srgbClr val="00004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Splat 584"/>
            <p:cNvSpPr>
              <a:spLocks noGrp="1"/>
            </p:cNvSpPr>
            <p:nvPr/>
          </p:nvSpPr>
          <p:spPr>
            <a:xfrm rot="5400000">
              <a:off x="2702981" y="2691407"/>
              <a:ext cx="293788" cy="293788"/>
            </a:xfrm>
            <a:prstGeom prst="ellipse">
              <a:avLst/>
            </a:prstGeom>
            <a:gradFill>
              <a:gsLst>
                <a:gs pos="0">
                  <a:srgbClr val="00006C">
                    <a:alpha val="32968"/>
                  </a:srgbClr>
                </a:gs>
                <a:gs pos="14286">
                  <a:srgbClr val="00006C">
                    <a:alpha val="30764"/>
                  </a:srgbClr>
                </a:gs>
                <a:gs pos="28571">
                  <a:srgbClr val="00006C">
                    <a:alpha val="24833"/>
                  </a:srgbClr>
                </a:gs>
                <a:gs pos="42857">
                  <a:srgbClr val="00006C">
                    <a:alpha val="17075"/>
                  </a:srgbClr>
                </a:gs>
                <a:gs pos="57143">
                  <a:srgbClr val="00006C">
                    <a:alpha val="9855"/>
                  </a:srgbClr>
                </a:gs>
                <a:gs pos="71429">
                  <a:srgbClr val="00006C">
                    <a:alpha val="4740"/>
                  </a:srgbClr>
                </a:gs>
                <a:gs pos="85714">
                  <a:srgbClr val="00006C">
                    <a:alpha val="1902"/>
                  </a:srgbClr>
                </a:gs>
                <a:gs pos="100000">
                  <a:srgbClr val="00006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Splat 585"/>
            <p:cNvSpPr>
              <a:spLocks noGrp="1"/>
            </p:cNvSpPr>
            <p:nvPr/>
          </p:nvSpPr>
          <p:spPr>
            <a:xfrm rot="5400000">
              <a:off x="1155990" y="4390201"/>
              <a:ext cx="348960" cy="348960"/>
            </a:xfrm>
            <a:prstGeom prst="ellipse">
              <a:avLst/>
            </a:prstGeom>
            <a:gradFill>
              <a:gsLst>
                <a:gs pos="0">
                  <a:srgbClr val="AC3800">
                    <a:alpha val="14907"/>
                  </a:srgbClr>
                </a:gs>
                <a:gs pos="14286">
                  <a:srgbClr val="AC3800">
                    <a:alpha val="13789"/>
                  </a:srgbClr>
                </a:gs>
                <a:gs pos="28571">
                  <a:srgbClr val="AC3800">
                    <a:alpha val="10881"/>
                  </a:srgbClr>
                </a:gs>
                <a:gs pos="42857">
                  <a:srgbClr val="AC3800">
                    <a:alpha val="7278"/>
                  </a:srgbClr>
                </a:gs>
                <a:gs pos="57143">
                  <a:srgbClr val="AC3800">
                    <a:alpha val="4101"/>
                  </a:srgbClr>
                </a:gs>
                <a:gs pos="71429">
                  <a:srgbClr val="AC3800">
                    <a:alpha val="1941"/>
                  </a:srgbClr>
                </a:gs>
                <a:gs pos="85714">
                  <a:srgbClr val="AC3800">
                    <a:alpha val="772"/>
                  </a:srgbClr>
                </a:gs>
                <a:gs pos="100000">
                  <a:srgbClr val="AC3800">
                    <a:alpha val="2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Splat 586"/>
            <p:cNvSpPr>
              <a:spLocks noGrp="1"/>
            </p:cNvSpPr>
            <p:nvPr/>
          </p:nvSpPr>
          <p:spPr>
            <a:xfrm rot="5400000">
              <a:off x="1804305" y="2368626"/>
              <a:ext cx="287781" cy="287781"/>
            </a:xfrm>
            <a:prstGeom prst="ellipse">
              <a:avLst/>
            </a:prstGeom>
            <a:gradFill>
              <a:gsLst>
                <a:gs pos="0">
                  <a:srgbClr val="000A81">
                    <a:alpha val="16842"/>
                  </a:srgbClr>
                </a:gs>
                <a:gs pos="14286">
                  <a:srgbClr val="000A81">
                    <a:alpha val="15593"/>
                  </a:srgbClr>
                </a:gs>
                <a:gs pos="28571">
                  <a:srgbClr val="000A81">
                    <a:alpha val="12332"/>
                  </a:srgbClr>
                </a:gs>
                <a:gs pos="42857">
                  <a:srgbClr val="000A81">
                    <a:alpha val="8271"/>
                  </a:srgbClr>
                </a:gs>
                <a:gs pos="57143">
                  <a:srgbClr val="000A81">
                    <a:alpha val="4671"/>
                  </a:srgbClr>
                </a:gs>
                <a:gs pos="71429">
                  <a:srgbClr val="000A81">
                    <a:alpha val="2214"/>
                  </a:srgbClr>
                </a:gs>
                <a:gs pos="85714">
                  <a:srgbClr val="000A81">
                    <a:alpha val="882"/>
                  </a:srgbClr>
                </a:gs>
                <a:gs pos="100000">
                  <a:srgbClr val="000A81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Splat 587"/>
            <p:cNvSpPr>
              <a:spLocks noGrp="1"/>
            </p:cNvSpPr>
            <p:nvPr/>
          </p:nvSpPr>
          <p:spPr>
            <a:xfrm rot="5400000">
              <a:off x="1169194" y="1178719"/>
              <a:ext cx="328612" cy="328612"/>
            </a:xfrm>
            <a:prstGeom prst="ellipse">
              <a:avLst/>
            </a:prstGeom>
            <a:gradFill>
              <a:gsLst>
                <a:gs pos="0">
                  <a:srgbClr val="00FF00">
                    <a:alpha val="4630"/>
                  </a:srgbClr>
                </a:gs>
                <a:gs pos="14286">
                  <a:srgbClr val="00FF00">
                    <a:alpha val="4263"/>
                  </a:srgbClr>
                </a:gs>
                <a:gs pos="28571">
                  <a:srgbClr val="00FF00">
                    <a:alpha val="3326"/>
                  </a:srgbClr>
                </a:gs>
                <a:gs pos="42857">
                  <a:srgbClr val="00FF00">
                    <a:alpha val="2194"/>
                  </a:srgbClr>
                </a:gs>
                <a:gs pos="57143">
                  <a:srgbClr val="00FF00">
                    <a:alpha val="1222"/>
                  </a:srgbClr>
                </a:gs>
                <a:gs pos="71429">
                  <a:srgbClr val="00FF00">
                    <a:alpha val="574"/>
                  </a:srgbClr>
                </a:gs>
                <a:gs pos="85714">
                  <a:srgbClr val="00FF00">
                    <a:alpha val="227"/>
                  </a:srgbClr>
                </a:gs>
                <a:gs pos="100000">
                  <a:srgbClr val="00FF00">
                    <a:alpha val="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Splat 588"/>
            <p:cNvSpPr>
              <a:spLocks noGrp="1"/>
            </p:cNvSpPr>
            <p:nvPr/>
          </p:nvSpPr>
          <p:spPr>
            <a:xfrm rot="3672931">
              <a:off x="797719" y="1465738"/>
              <a:ext cx="328612" cy="97474"/>
            </a:xfrm>
            <a:prstGeom prst="ellipse">
              <a:avLst/>
            </a:prstGeom>
            <a:gradFill>
              <a:gsLst>
                <a:gs pos="0">
                  <a:srgbClr val="004B2C">
                    <a:alpha val="32968"/>
                  </a:srgbClr>
                </a:gs>
                <a:gs pos="14286">
                  <a:srgbClr val="004B2C">
                    <a:alpha val="30764"/>
                  </a:srgbClr>
                </a:gs>
                <a:gs pos="28571">
                  <a:srgbClr val="004B2C">
                    <a:alpha val="24833"/>
                  </a:srgbClr>
                </a:gs>
                <a:gs pos="42857">
                  <a:srgbClr val="004B2C">
                    <a:alpha val="17075"/>
                  </a:srgbClr>
                </a:gs>
                <a:gs pos="57143">
                  <a:srgbClr val="004B2C">
                    <a:alpha val="9855"/>
                  </a:srgbClr>
                </a:gs>
                <a:gs pos="71429">
                  <a:srgbClr val="004B2C">
                    <a:alpha val="4740"/>
                  </a:srgbClr>
                </a:gs>
                <a:gs pos="85714">
                  <a:srgbClr val="004B2C">
                    <a:alpha val="1902"/>
                  </a:srgbClr>
                </a:gs>
                <a:gs pos="100000">
                  <a:srgbClr val="004B2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Splat 589"/>
            <p:cNvSpPr>
              <a:spLocks noGrp="1"/>
            </p:cNvSpPr>
            <p:nvPr/>
          </p:nvSpPr>
          <p:spPr>
            <a:xfrm rot="4995141">
              <a:off x="2696354" y="1329493"/>
              <a:ext cx="282723" cy="204525"/>
            </a:xfrm>
            <a:prstGeom prst="ellipse">
              <a:avLst/>
            </a:prstGeom>
            <a:gradFill>
              <a:gsLst>
                <a:gs pos="0">
                  <a:srgbClr val="5F572E">
                    <a:alpha val="32968"/>
                  </a:srgbClr>
                </a:gs>
                <a:gs pos="14286">
                  <a:srgbClr val="5F572E">
                    <a:alpha val="30764"/>
                  </a:srgbClr>
                </a:gs>
                <a:gs pos="28571">
                  <a:srgbClr val="5F572E">
                    <a:alpha val="24833"/>
                  </a:srgbClr>
                </a:gs>
                <a:gs pos="42857">
                  <a:srgbClr val="5F572E">
                    <a:alpha val="17075"/>
                  </a:srgbClr>
                </a:gs>
                <a:gs pos="57143">
                  <a:srgbClr val="5F572E">
                    <a:alpha val="9855"/>
                  </a:srgbClr>
                </a:gs>
                <a:gs pos="71429">
                  <a:srgbClr val="5F572E">
                    <a:alpha val="4740"/>
                  </a:srgbClr>
                </a:gs>
                <a:gs pos="85714">
                  <a:srgbClr val="5F572E">
                    <a:alpha val="1902"/>
                  </a:srgbClr>
                </a:gs>
                <a:gs pos="100000">
                  <a:srgbClr val="5F572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Splat 590"/>
            <p:cNvSpPr>
              <a:spLocks noGrp="1"/>
            </p:cNvSpPr>
            <p:nvPr/>
          </p:nvSpPr>
          <p:spPr>
            <a:xfrm rot="9038680">
              <a:off x="2538490" y="2197840"/>
              <a:ext cx="359569" cy="248565"/>
            </a:xfrm>
            <a:prstGeom prst="ellipse">
              <a:avLst/>
            </a:prstGeom>
            <a:gradFill>
              <a:gsLst>
                <a:gs pos="0">
                  <a:srgbClr val="C07782">
                    <a:alpha val="29568"/>
                  </a:srgbClr>
                </a:gs>
                <a:gs pos="14286">
                  <a:srgbClr val="C07782">
                    <a:alpha val="27543"/>
                  </a:srgbClr>
                </a:gs>
                <a:gs pos="28571">
                  <a:srgbClr val="C07782">
                    <a:alpha val="22132"/>
                  </a:srgbClr>
                </a:gs>
                <a:gs pos="42857">
                  <a:srgbClr val="C07782">
                    <a:alpha val="15132"/>
                  </a:srgbClr>
                </a:gs>
                <a:gs pos="57143">
                  <a:srgbClr val="C07782">
                    <a:alpha val="8691"/>
                  </a:srgbClr>
                </a:gs>
                <a:gs pos="71429">
                  <a:srgbClr val="C07782">
                    <a:alpha val="4166"/>
                  </a:srgbClr>
                </a:gs>
                <a:gs pos="85714">
                  <a:srgbClr val="C07782">
                    <a:alpha val="1669"/>
                  </a:srgbClr>
                </a:gs>
                <a:gs pos="100000">
                  <a:srgbClr val="C07782">
                    <a:alpha val="5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Splat 591"/>
            <p:cNvSpPr>
              <a:spLocks noGrp="1"/>
            </p:cNvSpPr>
            <p:nvPr/>
          </p:nvSpPr>
          <p:spPr>
            <a:xfrm rot="5400000">
              <a:off x="2274811" y="2302498"/>
              <a:ext cx="323145" cy="323145"/>
            </a:xfrm>
            <a:prstGeom prst="ellipse">
              <a:avLst/>
            </a:prstGeom>
            <a:gradFill>
              <a:gsLst>
                <a:gs pos="0">
                  <a:srgbClr val="2500A8">
                    <a:alpha val="13604"/>
                  </a:srgbClr>
                </a:gs>
                <a:gs pos="14286">
                  <a:srgbClr val="2500A8">
                    <a:alpha val="12576"/>
                  </a:srgbClr>
                </a:gs>
                <a:gs pos="28571">
                  <a:srgbClr val="2500A8">
                    <a:alpha val="9909"/>
                  </a:srgbClr>
                </a:gs>
                <a:gs pos="42857">
                  <a:srgbClr val="2500A8">
                    <a:alpha val="6616"/>
                  </a:srgbClr>
                </a:gs>
                <a:gs pos="57143">
                  <a:srgbClr val="2500A8">
                    <a:alpha val="3722"/>
                  </a:srgbClr>
                </a:gs>
                <a:gs pos="71429">
                  <a:srgbClr val="2500A8">
                    <a:alpha val="1760"/>
                  </a:srgbClr>
                </a:gs>
                <a:gs pos="85714">
                  <a:srgbClr val="2500A8">
                    <a:alpha val="700"/>
                  </a:srgbClr>
                </a:gs>
                <a:gs pos="100000">
                  <a:srgbClr val="2500A8">
                    <a:alpha val="2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Splat 592"/>
            <p:cNvSpPr>
              <a:spLocks noGrp="1"/>
            </p:cNvSpPr>
            <p:nvPr/>
          </p:nvSpPr>
          <p:spPr>
            <a:xfrm rot="-10460696">
              <a:off x="2260524" y="528759"/>
              <a:ext cx="328612" cy="91281"/>
            </a:xfrm>
            <a:prstGeom prst="ellipse">
              <a:avLst/>
            </a:prstGeom>
            <a:gradFill>
              <a:gsLst>
                <a:gs pos="0">
                  <a:srgbClr val="6D8A7F">
                    <a:alpha val="32968"/>
                  </a:srgbClr>
                </a:gs>
                <a:gs pos="14286">
                  <a:srgbClr val="6D8A7F">
                    <a:alpha val="30764"/>
                  </a:srgbClr>
                </a:gs>
                <a:gs pos="28571">
                  <a:srgbClr val="6D8A7F">
                    <a:alpha val="24833"/>
                  </a:srgbClr>
                </a:gs>
                <a:gs pos="42857">
                  <a:srgbClr val="6D8A7F">
                    <a:alpha val="17075"/>
                  </a:srgbClr>
                </a:gs>
                <a:gs pos="57143">
                  <a:srgbClr val="6D8A7F">
                    <a:alpha val="9855"/>
                  </a:srgbClr>
                </a:gs>
                <a:gs pos="71429">
                  <a:srgbClr val="6D8A7F">
                    <a:alpha val="4740"/>
                  </a:srgbClr>
                </a:gs>
                <a:gs pos="85714">
                  <a:srgbClr val="6D8A7F">
                    <a:alpha val="1902"/>
                  </a:srgbClr>
                </a:gs>
                <a:gs pos="100000">
                  <a:srgbClr val="6D8A7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Splat 593"/>
            <p:cNvSpPr>
              <a:spLocks noGrp="1"/>
            </p:cNvSpPr>
            <p:nvPr/>
          </p:nvSpPr>
          <p:spPr>
            <a:xfrm rot="5400000">
              <a:off x="3534453" y="2568287"/>
              <a:ext cx="360094" cy="360094"/>
            </a:xfrm>
            <a:prstGeom prst="ellipse">
              <a:avLst/>
            </a:prstGeom>
            <a:gradFill>
              <a:gsLst>
                <a:gs pos="0">
                  <a:srgbClr val="D8CDC2">
                    <a:alpha val="28707"/>
                  </a:srgbClr>
                </a:gs>
                <a:gs pos="14286">
                  <a:srgbClr val="D8CDC2">
                    <a:alpha val="26728"/>
                  </a:srgbClr>
                </a:gs>
                <a:gs pos="28571">
                  <a:srgbClr val="D8CDC2">
                    <a:alpha val="21453"/>
                  </a:srgbClr>
                </a:gs>
                <a:gs pos="42857">
                  <a:srgbClr val="D8CDC2">
                    <a:alpha val="14648"/>
                  </a:srgbClr>
                </a:gs>
                <a:gs pos="57143">
                  <a:srgbClr val="D8CDC2">
                    <a:alpha val="8402"/>
                  </a:srgbClr>
                </a:gs>
                <a:gs pos="71429">
                  <a:srgbClr val="D8CDC2">
                    <a:alpha val="4025"/>
                  </a:srgbClr>
                </a:gs>
                <a:gs pos="85714">
                  <a:srgbClr val="D8CDC2">
                    <a:alpha val="1611"/>
                  </a:srgbClr>
                </a:gs>
                <a:gs pos="100000">
                  <a:srgbClr val="D8CDC2">
                    <a:alpha val="5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Splat 594"/>
            <p:cNvSpPr>
              <a:spLocks noGrp="1"/>
            </p:cNvSpPr>
            <p:nvPr/>
          </p:nvSpPr>
          <p:spPr>
            <a:xfrm rot="10497445">
              <a:off x="1625612" y="2307353"/>
              <a:ext cx="509384" cy="250245"/>
            </a:xfrm>
            <a:prstGeom prst="ellipse">
              <a:avLst/>
            </a:prstGeom>
            <a:gradFill>
              <a:gsLst>
                <a:gs pos="0">
                  <a:srgbClr val="886285">
                    <a:alpha val="29066"/>
                  </a:srgbClr>
                </a:gs>
                <a:gs pos="14286">
                  <a:srgbClr val="886285">
                    <a:alpha val="27068"/>
                  </a:srgbClr>
                </a:gs>
                <a:gs pos="28571">
                  <a:srgbClr val="886285">
                    <a:alpha val="21736"/>
                  </a:srgbClr>
                </a:gs>
                <a:gs pos="42857">
                  <a:srgbClr val="886285">
                    <a:alpha val="14850"/>
                  </a:srgbClr>
                </a:gs>
                <a:gs pos="57143">
                  <a:srgbClr val="886285">
                    <a:alpha val="8522"/>
                  </a:srgbClr>
                </a:gs>
                <a:gs pos="71429">
                  <a:srgbClr val="886285">
                    <a:alpha val="4084"/>
                  </a:srgbClr>
                </a:gs>
                <a:gs pos="85714">
                  <a:srgbClr val="886285">
                    <a:alpha val="1635"/>
                  </a:srgbClr>
                </a:gs>
                <a:gs pos="100000">
                  <a:srgbClr val="886285">
                    <a:alpha val="5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Splat 595"/>
            <p:cNvSpPr>
              <a:spLocks noGrp="1"/>
            </p:cNvSpPr>
            <p:nvPr/>
          </p:nvSpPr>
          <p:spPr>
            <a:xfrm rot="5400000">
              <a:off x="2506985" y="449122"/>
              <a:ext cx="295011" cy="295011"/>
            </a:xfrm>
            <a:prstGeom prst="ellipse">
              <a:avLst/>
            </a:prstGeom>
            <a:gradFill>
              <a:gsLst>
                <a:gs pos="0">
                  <a:srgbClr val="FF00FF">
                    <a:alpha val="4898"/>
                  </a:srgbClr>
                </a:gs>
                <a:gs pos="14286">
                  <a:srgbClr val="FF00FF">
                    <a:alpha val="4511"/>
                  </a:srgbClr>
                </a:gs>
                <a:gs pos="28571">
                  <a:srgbClr val="FF00FF">
                    <a:alpha val="3520"/>
                  </a:srgbClr>
                </a:gs>
                <a:gs pos="42857">
                  <a:srgbClr val="FF00FF">
                    <a:alpha val="2323"/>
                  </a:srgbClr>
                </a:gs>
                <a:gs pos="57143">
                  <a:srgbClr val="FF00FF">
                    <a:alpha val="1294"/>
                  </a:srgbClr>
                </a:gs>
                <a:gs pos="71429">
                  <a:srgbClr val="FF00FF">
                    <a:alpha val="608"/>
                  </a:srgbClr>
                </a:gs>
                <a:gs pos="85714">
                  <a:srgbClr val="FF00FF">
                    <a:alpha val="241"/>
                  </a:srgbClr>
                </a:gs>
                <a:gs pos="100000">
                  <a:srgbClr val="FF00FF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Splat 596"/>
            <p:cNvSpPr>
              <a:spLocks noGrp="1"/>
            </p:cNvSpPr>
            <p:nvPr/>
          </p:nvSpPr>
          <p:spPr>
            <a:xfrm rot="5400000">
              <a:off x="2409039" y="1400849"/>
              <a:ext cx="328612" cy="328612"/>
            </a:xfrm>
            <a:prstGeom prst="ellipse">
              <a:avLst/>
            </a:prstGeom>
            <a:gradFill>
              <a:gsLst>
                <a:gs pos="0">
                  <a:srgbClr val="DAA3FF">
                    <a:alpha val="8549"/>
                  </a:srgbClr>
                </a:gs>
                <a:gs pos="14286">
                  <a:srgbClr val="DAA3FF">
                    <a:alpha val="7886"/>
                  </a:srgbClr>
                </a:gs>
                <a:gs pos="28571">
                  <a:srgbClr val="DAA3FF">
                    <a:alpha val="6179"/>
                  </a:srgbClr>
                </a:gs>
                <a:gs pos="42857">
                  <a:srgbClr val="DAA3FF">
                    <a:alpha val="4097"/>
                  </a:srgbClr>
                </a:gs>
                <a:gs pos="57143">
                  <a:srgbClr val="DAA3FF">
                    <a:alpha val="2291"/>
                  </a:srgbClr>
                </a:gs>
                <a:gs pos="71429">
                  <a:srgbClr val="DAA3FF">
                    <a:alpha val="1079"/>
                  </a:srgbClr>
                </a:gs>
                <a:gs pos="85714">
                  <a:srgbClr val="DAA3FF">
                    <a:alpha val="428"/>
                  </a:srgbClr>
                </a:gs>
                <a:gs pos="100000">
                  <a:srgbClr val="DAA3FF">
                    <a:alpha val="1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Splat 597"/>
            <p:cNvSpPr>
              <a:spLocks noGrp="1"/>
            </p:cNvSpPr>
            <p:nvPr/>
          </p:nvSpPr>
          <p:spPr>
            <a:xfrm rot="5400000">
              <a:off x="1154359" y="1556499"/>
              <a:ext cx="248368" cy="248368"/>
            </a:xfrm>
            <a:prstGeom prst="ellipse">
              <a:avLst/>
            </a:prstGeom>
            <a:gradFill>
              <a:gsLst>
                <a:gs pos="0">
                  <a:srgbClr val="692A29">
                    <a:alpha val="32968"/>
                  </a:srgbClr>
                </a:gs>
                <a:gs pos="14286">
                  <a:srgbClr val="692A29">
                    <a:alpha val="30764"/>
                  </a:srgbClr>
                </a:gs>
                <a:gs pos="28571">
                  <a:srgbClr val="692A29">
                    <a:alpha val="24833"/>
                  </a:srgbClr>
                </a:gs>
                <a:gs pos="42857">
                  <a:srgbClr val="692A29">
                    <a:alpha val="17075"/>
                  </a:srgbClr>
                </a:gs>
                <a:gs pos="57143">
                  <a:srgbClr val="692A29">
                    <a:alpha val="9855"/>
                  </a:srgbClr>
                </a:gs>
                <a:gs pos="71429">
                  <a:srgbClr val="692A29">
                    <a:alpha val="4740"/>
                  </a:srgbClr>
                </a:gs>
                <a:gs pos="85714">
                  <a:srgbClr val="692A29">
                    <a:alpha val="1902"/>
                  </a:srgbClr>
                </a:gs>
                <a:gs pos="100000">
                  <a:srgbClr val="692A2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Splat 598"/>
            <p:cNvSpPr>
              <a:spLocks noGrp="1"/>
            </p:cNvSpPr>
            <p:nvPr/>
          </p:nvSpPr>
          <p:spPr>
            <a:xfrm rot="5400000">
              <a:off x="1784783" y="2428647"/>
              <a:ext cx="319936" cy="319936"/>
            </a:xfrm>
            <a:prstGeom prst="ellipse">
              <a:avLst/>
            </a:prstGeom>
            <a:gradFill>
              <a:gsLst>
                <a:gs pos="0">
                  <a:srgbClr val="000065">
                    <a:alpha val="13512"/>
                  </a:srgbClr>
                </a:gs>
                <a:gs pos="14286">
                  <a:srgbClr val="000065">
                    <a:alpha val="12491"/>
                  </a:srgbClr>
                </a:gs>
                <a:gs pos="28571">
                  <a:srgbClr val="000065">
                    <a:alpha val="9841"/>
                  </a:srgbClr>
                </a:gs>
                <a:gs pos="42857">
                  <a:srgbClr val="000065">
                    <a:alpha val="6569"/>
                  </a:srgbClr>
                </a:gs>
                <a:gs pos="57143">
                  <a:srgbClr val="000065">
                    <a:alpha val="3695"/>
                  </a:srgbClr>
                </a:gs>
                <a:gs pos="71429">
                  <a:srgbClr val="000065">
                    <a:alpha val="1747"/>
                  </a:srgbClr>
                </a:gs>
                <a:gs pos="85714">
                  <a:srgbClr val="000065">
                    <a:alpha val="695"/>
                  </a:srgbClr>
                </a:gs>
                <a:gs pos="100000">
                  <a:srgbClr val="000065">
                    <a:alpha val="2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Splat 599"/>
            <p:cNvSpPr>
              <a:spLocks noGrp="1"/>
            </p:cNvSpPr>
            <p:nvPr/>
          </p:nvSpPr>
          <p:spPr>
            <a:xfrm rot="8885242">
              <a:off x="3212806" y="2245955"/>
              <a:ext cx="328612" cy="91281"/>
            </a:xfrm>
            <a:prstGeom prst="ellipse">
              <a:avLst/>
            </a:prstGeom>
            <a:gradFill>
              <a:gsLst>
                <a:gs pos="0">
                  <a:srgbClr val="76F6FA">
                    <a:alpha val="32968"/>
                  </a:srgbClr>
                </a:gs>
                <a:gs pos="14286">
                  <a:srgbClr val="76F6FA">
                    <a:alpha val="30764"/>
                  </a:srgbClr>
                </a:gs>
                <a:gs pos="28571">
                  <a:srgbClr val="76F6FA">
                    <a:alpha val="24833"/>
                  </a:srgbClr>
                </a:gs>
                <a:gs pos="42857">
                  <a:srgbClr val="76F6FA">
                    <a:alpha val="17075"/>
                  </a:srgbClr>
                </a:gs>
                <a:gs pos="57143">
                  <a:srgbClr val="76F6FA">
                    <a:alpha val="9855"/>
                  </a:srgbClr>
                </a:gs>
                <a:gs pos="71429">
                  <a:srgbClr val="76F6FA">
                    <a:alpha val="4740"/>
                  </a:srgbClr>
                </a:gs>
                <a:gs pos="85714">
                  <a:srgbClr val="76F6FA">
                    <a:alpha val="1902"/>
                  </a:srgbClr>
                </a:gs>
                <a:gs pos="100000">
                  <a:srgbClr val="76F6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Splat 600"/>
            <p:cNvSpPr>
              <a:spLocks noGrp="1"/>
            </p:cNvSpPr>
            <p:nvPr/>
          </p:nvSpPr>
          <p:spPr>
            <a:xfrm rot="3733265">
              <a:off x="2390615" y="2242540"/>
              <a:ext cx="263649" cy="159058"/>
            </a:xfrm>
            <a:prstGeom prst="ellipse">
              <a:avLst/>
            </a:prstGeom>
            <a:gradFill>
              <a:gsLst>
                <a:gs pos="0">
                  <a:srgbClr val="8D5A95">
                    <a:alpha val="11838"/>
                  </a:srgbClr>
                </a:gs>
                <a:gs pos="14286">
                  <a:srgbClr val="8D5A95">
                    <a:alpha val="10935"/>
                  </a:srgbClr>
                </a:gs>
                <a:gs pos="28571">
                  <a:srgbClr val="8D5A95">
                    <a:alpha val="8599"/>
                  </a:srgbClr>
                </a:gs>
                <a:gs pos="42857">
                  <a:srgbClr val="8D5A95">
                    <a:alpha val="5727"/>
                  </a:srgbClr>
                </a:gs>
                <a:gs pos="57143">
                  <a:srgbClr val="8D5A95">
                    <a:alpha val="3215"/>
                  </a:srgbClr>
                </a:gs>
                <a:gs pos="71429">
                  <a:srgbClr val="8D5A95">
                    <a:alpha val="1518"/>
                  </a:srgbClr>
                </a:gs>
                <a:gs pos="85714">
                  <a:srgbClr val="8D5A95">
                    <a:alpha val="603"/>
                  </a:srgbClr>
                </a:gs>
                <a:gs pos="100000">
                  <a:srgbClr val="8D5A95">
                    <a:alpha val="2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Splat 601"/>
            <p:cNvSpPr>
              <a:spLocks noGrp="1"/>
            </p:cNvSpPr>
            <p:nvPr/>
          </p:nvSpPr>
          <p:spPr>
            <a:xfrm rot="5400000">
              <a:off x="884831" y="4109609"/>
              <a:ext cx="337368" cy="337368"/>
            </a:xfrm>
            <a:prstGeom prst="ellipse">
              <a:avLst/>
            </a:prstGeom>
            <a:gradFill>
              <a:gsLst>
                <a:gs pos="0">
                  <a:srgbClr val="024E78">
                    <a:alpha val="32968"/>
                  </a:srgbClr>
                </a:gs>
                <a:gs pos="14286">
                  <a:srgbClr val="024E78">
                    <a:alpha val="30764"/>
                  </a:srgbClr>
                </a:gs>
                <a:gs pos="28571">
                  <a:srgbClr val="024E78">
                    <a:alpha val="24833"/>
                  </a:srgbClr>
                </a:gs>
                <a:gs pos="42857">
                  <a:srgbClr val="024E78">
                    <a:alpha val="17075"/>
                  </a:srgbClr>
                </a:gs>
                <a:gs pos="57143">
                  <a:srgbClr val="024E78">
                    <a:alpha val="9855"/>
                  </a:srgbClr>
                </a:gs>
                <a:gs pos="71429">
                  <a:srgbClr val="024E78">
                    <a:alpha val="4740"/>
                  </a:srgbClr>
                </a:gs>
                <a:gs pos="85714">
                  <a:srgbClr val="024E78">
                    <a:alpha val="1902"/>
                  </a:srgbClr>
                </a:gs>
                <a:gs pos="100000">
                  <a:srgbClr val="024E7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Splat 602"/>
            <p:cNvSpPr>
              <a:spLocks noGrp="1"/>
            </p:cNvSpPr>
            <p:nvPr/>
          </p:nvSpPr>
          <p:spPr>
            <a:xfrm rot="4809063">
              <a:off x="1748596" y="2703058"/>
              <a:ext cx="328612" cy="91281"/>
            </a:xfrm>
            <a:prstGeom prst="ellipse">
              <a:avLst/>
            </a:prstGeom>
            <a:gradFill>
              <a:gsLst>
                <a:gs pos="0">
                  <a:srgbClr val="9A0000">
                    <a:alpha val="32968"/>
                  </a:srgbClr>
                </a:gs>
                <a:gs pos="14286">
                  <a:srgbClr val="9A0000">
                    <a:alpha val="30764"/>
                  </a:srgbClr>
                </a:gs>
                <a:gs pos="28571">
                  <a:srgbClr val="9A0000">
                    <a:alpha val="24833"/>
                  </a:srgbClr>
                </a:gs>
                <a:gs pos="42857">
                  <a:srgbClr val="9A0000">
                    <a:alpha val="17075"/>
                  </a:srgbClr>
                </a:gs>
                <a:gs pos="57143">
                  <a:srgbClr val="9A0000">
                    <a:alpha val="9855"/>
                  </a:srgbClr>
                </a:gs>
                <a:gs pos="71429">
                  <a:srgbClr val="9A0000">
                    <a:alpha val="4740"/>
                  </a:srgbClr>
                </a:gs>
                <a:gs pos="85714">
                  <a:srgbClr val="9A0000">
                    <a:alpha val="1902"/>
                  </a:srgbClr>
                </a:gs>
                <a:gs pos="100000">
                  <a:srgbClr val="9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Splat 603"/>
            <p:cNvSpPr>
              <a:spLocks noGrp="1"/>
            </p:cNvSpPr>
            <p:nvPr/>
          </p:nvSpPr>
          <p:spPr>
            <a:xfrm rot="5400000">
              <a:off x="3054396" y="3076096"/>
              <a:ext cx="337258" cy="337258"/>
            </a:xfrm>
            <a:prstGeom prst="ellipse">
              <a:avLst/>
            </a:prstGeom>
            <a:gradFill>
              <a:gsLst>
                <a:gs pos="0">
                  <a:srgbClr val="005600">
                    <a:alpha val="6306"/>
                  </a:srgbClr>
                </a:gs>
                <a:gs pos="14286">
                  <a:srgbClr val="005600">
                    <a:alpha val="5811"/>
                  </a:srgbClr>
                </a:gs>
                <a:gs pos="28571">
                  <a:srgbClr val="005600">
                    <a:alpha val="4542"/>
                  </a:srgbClr>
                </a:gs>
                <a:gs pos="42857">
                  <a:srgbClr val="005600">
                    <a:alpha val="3003"/>
                  </a:srgbClr>
                </a:gs>
                <a:gs pos="57143">
                  <a:srgbClr val="005600">
                    <a:alpha val="1675"/>
                  </a:srgbClr>
                </a:gs>
                <a:gs pos="71429">
                  <a:srgbClr val="005600">
                    <a:alpha val="788"/>
                  </a:srgbClr>
                </a:gs>
                <a:gs pos="85714">
                  <a:srgbClr val="005600">
                    <a:alpha val="312"/>
                  </a:srgbClr>
                </a:gs>
                <a:gs pos="100000">
                  <a:srgbClr val="005600">
                    <a:alpha val="1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Splat 604"/>
            <p:cNvSpPr>
              <a:spLocks noGrp="1"/>
            </p:cNvSpPr>
            <p:nvPr/>
          </p:nvSpPr>
          <p:spPr>
            <a:xfrm rot="5400000">
              <a:off x="1344405" y="2196562"/>
              <a:ext cx="328612" cy="328612"/>
            </a:xfrm>
            <a:prstGeom prst="ellipse">
              <a:avLst/>
            </a:prstGeom>
            <a:gradFill>
              <a:gsLst>
                <a:gs pos="0">
                  <a:srgbClr val="00C1F4">
                    <a:alpha val="12081"/>
                  </a:srgbClr>
                </a:gs>
                <a:gs pos="14286">
                  <a:srgbClr val="00C1F4">
                    <a:alpha val="11160"/>
                  </a:srgbClr>
                </a:gs>
                <a:gs pos="28571">
                  <a:srgbClr val="00C1F4">
                    <a:alpha val="8779"/>
                  </a:srgbClr>
                </a:gs>
                <a:gs pos="42857">
                  <a:srgbClr val="00C1F4">
                    <a:alpha val="5849"/>
                  </a:srgbClr>
                </a:gs>
                <a:gs pos="57143">
                  <a:srgbClr val="00C1F4">
                    <a:alpha val="3284"/>
                  </a:srgbClr>
                </a:gs>
                <a:gs pos="71429">
                  <a:srgbClr val="00C1F4">
                    <a:alpha val="1551"/>
                  </a:srgbClr>
                </a:gs>
                <a:gs pos="85714">
                  <a:srgbClr val="00C1F4">
                    <a:alpha val="616"/>
                  </a:srgbClr>
                </a:gs>
                <a:gs pos="100000">
                  <a:srgbClr val="00C1F4">
                    <a:alpha val="2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Splat 605"/>
            <p:cNvSpPr>
              <a:spLocks noGrp="1"/>
            </p:cNvSpPr>
            <p:nvPr/>
          </p:nvSpPr>
          <p:spPr>
            <a:xfrm rot="5400000">
              <a:off x="2336678" y="2711515"/>
              <a:ext cx="270068" cy="270068"/>
            </a:xfrm>
            <a:prstGeom prst="ellipse">
              <a:avLst/>
            </a:prstGeom>
            <a:gradFill>
              <a:gsLst>
                <a:gs pos="0">
                  <a:srgbClr val="BC0000">
                    <a:alpha val="14729"/>
                  </a:srgbClr>
                </a:gs>
                <a:gs pos="14286">
                  <a:srgbClr val="BC0000">
                    <a:alpha val="13623"/>
                  </a:srgbClr>
                </a:gs>
                <a:gs pos="28571">
                  <a:srgbClr val="BC0000">
                    <a:alpha val="10748"/>
                  </a:srgbClr>
                </a:gs>
                <a:gs pos="42857">
                  <a:srgbClr val="BC0000">
                    <a:alpha val="7187"/>
                  </a:srgbClr>
                </a:gs>
                <a:gs pos="57143">
                  <a:srgbClr val="BC0000">
                    <a:alpha val="4049"/>
                  </a:srgbClr>
                </a:gs>
                <a:gs pos="71429">
                  <a:srgbClr val="BC0000">
                    <a:alpha val="1916"/>
                  </a:srgbClr>
                </a:gs>
                <a:gs pos="85714">
                  <a:srgbClr val="BC0000">
                    <a:alpha val="762"/>
                  </a:srgbClr>
                </a:gs>
                <a:gs pos="100000">
                  <a:srgbClr val="BC0000">
                    <a:alpha val="2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Splat 606"/>
            <p:cNvSpPr>
              <a:spLocks noGrp="1"/>
            </p:cNvSpPr>
            <p:nvPr/>
          </p:nvSpPr>
          <p:spPr>
            <a:xfrm rot="3551432">
              <a:off x="1216313" y="1083480"/>
              <a:ext cx="328612" cy="123205"/>
            </a:xfrm>
            <a:prstGeom prst="ellipse">
              <a:avLst/>
            </a:prstGeom>
            <a:gradFill>
              <a:gsLst>
                <a:gs pos="0">
                  <a:srgbClr val="C1FFDA">
                    <a:alpha val="4250"/>
                  </a:srgbClr>
                </a:gs>
                <a:gs pos="14286">
                  <a:srgbClr val="C1FFDA">
                    <a:alpha val="3913"/>
                  </a:srgbClr>
                </a:gs>
                <a:gs pos="28571">
                  <a:srgbClr val="C1FFDA">
                    <a:alpha val="3051"/>
                  </a:srgbClr>
                </a:gs>
                <a:gs pos="42857">
                  <a:srgbClr val="C1FFDA">
                    <a:alpha val="2012"/>
                  </a:srgbClr>
                </a:gs>
                <a:gs pos="57143">
                  <a:srgbClr val="C1FFDA">
                    <a:alpha val="1120"/>
                  </a:srgbClr>
                </a:gs>
                <a:gs pos="71429">
                  <a:srgbClr val="C1FFDA">
                    <a:alpha val="526"/>
                  </a:srgbClr>
                </a:gs>
                <a:gs pos="85714">
                  <a:srgbClr val="C1FFDA">
                    <a:alpha val="208"/>
                  </a:srgbClr>
                </a:gs>
                <a:gs pos="100000">
                  <a:srgbClr val="C1FFDA">
                    <a:alpha val="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Splat 607"/>
            <p:cNvSpPr>
              <a:spLocks noGrp="1"/>
            </p:cNvSpPr>
            <p:nvPr/>
          </p:nvSpPr>
          <p:spPr>
            <a:xfrm rot="7134777">
              <a:off x="3068827" y="1488491"/>
              <a:ext cx="328613" cy="116080"/>
            </a:xfrm>
            <a:prstGeom prst="ellipse">
              <a:avLst/>
            </a:prstGeom>
            <a:gradFill>
              <a:gsLst>
                <a:gs pos="0">
                  <a:srgbClr val="99BAEF">
                    <a:alpha val="13158"/>
                  </a:srgbClr>
                </a:gs>
                <a:gs pos="14286">
                  <a:srgbClr val="99BAEF">
                    <a:alpha val="12161"/>
                  </a:srgbClr>
                </a:gs>
                <a:gs pos="28571">
                  <a:srgbClr val="99BAEF">
                    <a:alpha val="9578"/>
                  </a:srgbClr>
                </a:gs>
                <a:gs pos="42857">
                  <a:srgbClr val="99BAEF">
                    <a:alpha val="6390"/>
                  </a:srgbClr>
                </a:gs>
                <a:gs pos="57143">
                  <a:srgbClr val="99BAEF">
                    <a:alpha val="3593"/>
                  </a:srgbClr>
                </a:gs>
                <a:gs pos="71429">
                  <a:srgbClr val="99BAEF">
                    <a:alpha val="1698"/>
                  </a:srgbClr>
                </a:gs>
                <a:gs pos="85714">
                  <a:srgbClr val="99BAEF">
                    <a:alpha val="675"/>
                  </a:srgbClr>
                </a:gs>
                <a:gs pos="100000">
                  <a:srgbClr val="99BAEF">
                    <a:alpha val="2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Splat 608"/>
            <p:cNvSpPr>
              <a:spLocks noGrp="1"/>
            </p:cNvSpPr>
            <p:nvPr/>
          </p:nvSpPr>
          <p:spPr>
            <a:xfrm rot="5400000">
              <a:off x="1881195" y="2289454"/>
              <a:ext cx="344248" cy="344248"/>
            </a:xfrm>
            <a:prstGeom prst="ellipse">
              <a:avLst/>
            </a:prstGeom>
            <a:gradFill>
              <a:gsLst>
                <a:gs pos="0">
                  <a:srgbClr val="8C0052">
                    <a:alpha val="17439"/>
                  </a:srgbClr>
                </a:gs>
                <a:gs pos="14286">
                  <a:srgbClr val="8C0052">
                    <a:alpha val="16150"/>
                  </a:srgbClr>
                </a:gs>
                <a:gs pos="28571">
                  <a:srgbClr val="8C0052">
                    <a:alpha val="12782"/>
                  </a:srgbClr>
                </a:gs>
                <a:gs pos="42857">
                  <a:srgbClr val="8C0052">
                    <a:alpha val="8580"/>
                  </a:srgbClr>
                </a:gs>
                <a:gs pos="57143">
                  <a:srgbClr val="8C0052">
                    <a:alpha val="4849"/>
                  </a:srgbClr>
                </a:gs>
                <a:gs pos="71429">
                  <a:srgbClr val="8C0052">
                    <a:alpha val="2300"/>
                  </a:srgbClr>
                </a:gs>
                <a:gs pos="85714">
                  <a:srgbClr val="8C0052">
                    <a:alpha val="916"/>
                  </a:srgbClr>
                </a:gs>
                <a:gs pos="100000">
                  <a:srgbClr val="8C0052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Splat 609"/>
            <p:cNvSpPr>
              <a:spLocks noGrp="1"/>
            </p:cNvSpPr>
            <p:nvPr/>
          </p:nvSpPr>
          <p:spPr>
            <a:xfrm rot="4829480">
              <a:off x="2506196" y="1490209"/>
              <a:ext cx="328612" cy="110680"/>
            </a:xfrm>
            <a:prstGeom prst="ellipse">
              <a:avLst/>
            </a:prstGeom>
            <a:gradFill>
              <a:gsLst>
                <a:gs pos="0">
                  <a:srgbClr val="0090E3">
                    <a:alpha val="26112"/>
                  </a:srgbClr>
                </a:gs>
                <a:gs pos="14286">
                  <a:srgbClr val="0090E3">
                    <a:alpha val="24281"/>
                  </a:srgbClr>
                </a:gs>
                <a:gs pos="28571">
                  <a:srgbClr val="0090E3">
                    <a:alpha val="19423"/>
                  </a:srgbClr>
                </a:gs>
                <a:gs pos="42857">
                  <a:srgbClr val="0090E3">
                    <a:alpha val="13208"/>
                  </a:srgbClr>
                </a:gs>
                <a:gs pos="57143">
                  <a:srgbClr val="0090E3">
                    <a:alpha val="7549"/>
                  </a:srgbClr>
                </a:gs>
                <a:gs pos="71429">
                  <a:srgbClr val="0090E3">
                    <a:alpha val="3607"/>
                  </a:srgbClr>
                </a:gs>
                <a:gs pos="85714">
                  <a:srgbClr val="0090E3">
                    <a:alpha val="1442"/>
                  </a:srgbClr>
                </a:gs>
                <a:gs pos="100000">
                  <a:srgbClr val="0090E3">
                    <a:alpha val="4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Splat 610"/>
            <p:cNvSpPr>
              <a:spLocks noGrp="1"/>
            </p:cNvSpPr>
            <p:nvPr/>
          </p:nvSpPr>
          <p:spPr>
            <a:xfrm rot="-8261111">
              <a:off x="1766346" y="2245628"/>
              <a:ext cx="377115" cy="190067"/>
            </a:xfrm>
            <a:prstGeom prst="ellipse">
              <a:avLst/>
            </a:prstGeom>
            <a:gradFill>
              <a:gsLst>
                <a:gs pos="0">
                  <a:srgbClr val="CE9ED3">
                    <a:alpha val="11769"/>
                  </a:srgbClr>
                </a:gs>
                <a:gs pos="14286">
                  <a:srgbClr val="CE9ED3">
                    <a:alpha val="10871"/>
                  </a:srgbClr>
                </a:gs>
                <a:gs pos="28571">
                  <a:srgbClr val="CE9ED3">
                    <a:alpha val="8548"/>
                  </a:srgbClr>
                </a:gs>
                <a:gs pos="42857">
                  <a:srgbClr val="CE9ED3">
                    <a:alpha val="5692"/>
                  </a:srgbClr>
                </a:gs>
                <a:gs pos="57143">
                  <a:srgbClr val="CE9ED3">
                    <a:alpha val="3195"/>
                  </a:srgbClr>
                </a:gs>
                <a:gs pos="71429">
                  <a:srgbClr val="CE9ED3">
                    <a:alpha val="1509"/>
                  </a:srgbClr>
                </a:gs>
                <a:gs pos="85714">
                  <a:srgbClr val="CE9ED3">
                    <a:alpha val="599"/>
                  </a:srgbClr>
                </a:gs>
                <a:gs pos="100000">
                  <a:srgbClr val="CE9ED3">
                    <a:alpha val="2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Splat 611"/>
            <p:cNvSpPr>
              <a:spLocks noGrp="1"/>
            </p:cNvSpPr>
            <p:nvPr/>
          </p:nvSpPr>
          <p:spPr>
            <a:xfrm rot="5400000">
              <a:off x="1814416" y="3392097"/>
              <a:ext cx="328612" cy="328612"/>
            </a:xfrm>
            <a:prstGeom prst="ellipse">
              <a:avLst/>
            </a:prstGeom>
            <a:gradFill>
              <a:gsLst>
                <a:gs pos="0">
                  <a:srgbClr val="007C94">
                    <a:alpha val="32482"/>
                  </a:srgbClr>
                </a:gs>
                <a:gs pos="14286">
                  <a:srgbClr val="007C94">
                    <a:alpha val="30302"/>
                  </a:srgbClr>
                </a:gs>
                <a:gs pos="28571">
                  <a:srgbClr val="007C94">
                    <a:alpha val="24444"/>
                  </a:srgbClr>
                </a:gs>
                <a:gs pos="42857">
                  <a:srgbClr val="007C94">
                    <a:alpha val="16794"/>
                  </a:srgbClr>
                </a:gs>
                <a:gs pos="57143">
                  <a:srgbClr val="007C94">
                    <a:alpha val="9686"/>
                  </a:srgbClr>
                </a:gs>
                <a:gs pos="71429">
                  <a:srgbClr val="007C94">
                    <a:alpha val="4657"/>
                  </a:srgbClr>
                </a:gs>
                <a:gs pos="85714">
                  <a:srgbClr val="007C94">
                    <a:alpha val="1868"/>
                  </a:srgbClr>
                </a:gs>
                <a:gs pos="100000">
                  <a:srgbClr val="007C94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Splat 612"/>
            <p:cNvSpPr>
              <a:spLocks noGrp="1"/>
            </p:cNvSpPr>
            <p:nvPr/>
          </p:nvSpPr>
          <p:spPr>
            <a:xfrm rot="5400000">
              <a:off x="1112967" y="2435172"/>
              <a:ext cx="304203" cy="304203"/>
            </a:xfrm>
            <a:prstGeom prst="ellipse">
              <a:avLst/>
            </a:prstGeom>
            <a:gradFill>
              <a:gsLst>
                <a:gs pos="0">
                  <a:srgbClr val="FFE872">
                    <a:alpha val="32968"/>
                  </a:srgbClr>
                </a:gs>
                <a:gs pos="14286">
                  <a:srgbClr val="FFE872">
                    <a:alpha val="30764"/>
                  </a:srgbClr>
                </a:gs>
                <a:gs pos="28571">
                  <a:srgbClr val="FFE872">
                    <a:alpha val="24833"/>
                  </a:srgbClr>
                </a:gs>
                <a:gs pos="42857">
                  <a:srgbClr val="FFE872">
                    <a:alpha val="17075"/>
                  </a:srgbClr>
                </a:gs>
                <a:gs pos="57143">
                  <a:srgbClr val="FFE872">
                    <a:alpha val="9855"/>
                  </a:srgbClr>
                </a:gs>
                <a:gs pos="71429">
                  <a:srgbClr val="FFE872">
                    <a:alpha val="4740"/>
                  </a:srgbClr>
                </a:gs>
                <a:gs pos="85714">
                  <a:srgbClr val="FFE872">
                    <a:alpha val="1902"/>
                  </a:srgbClr>
                </a:gs>
                <a:gs pos="100000">
                  <a:srgbClr val="FFE87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Splat 613"/>
            <p:cNvSpPr>
              <a:spLocks noGrp="1"/>
            </p:cNvSpPr>
            <p:nvPr/>
          </p:nvSpPr>
          <p:spPr>
            <a:xfrm rot="6036144">
              <a:off x="2562160" y="1258332"/>
              <a:ext cx="334841" cy="147223"/>
            </a:xfrm>
            <a:prstGeom prst="ellipse">
              <a:avLst/>
            </a:prstGeom>
            <a:gradFill>
              <a:gsLst>
                <a:gs pos="0">
                  <a:srgbClr val="8D0000">
                    <a:alpha val="32968"/>
                  </a:srgbClr>
                </a:gs>
                <a:gs pos="14286">
                  <a:srgbClr val="8D0000">
                    <a:alpha val="30764"/>
                  </a:srgbClr>
                </a:gs>
                <a:gs pos="28571">
                  <a:srgbClr val="8D0000">
                    <a:alpha val="24833"/>
                  </a:srgbClr>
                </a:gs>
                <a:gs pos="42857">
                  <a:srgbClr val="8D0000">
                    <a:alpha val="17075"/>
                  </a:srgbClr>
                </a:gs>
                <a:gs pos="57143">
                  <a:srgbClr val="8D0000">
                    <a:alpha val="9855"/>
                  </a:srgbClr>
                </a:gs>
                <a:gs pos="71429">
                  <a:srgbClr val="8D0000">
                    <a:alpha val="4740"/>
                  </a:srgbClr>
                </a:gs>
                <a:gs pos="85714">
                  <a:srgbClr val="8D0000">
                    <a:alpha val="1902"/>
                  </a:srgbClr>
                </a:gs>
                <a:gs pos="100000">
                  <a:srgbClr val="8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Splat 614"/>
            <p:cNvSpPr>
              <a:spLocks noGrp="1"/>
            </p:cNvSpPr>
            <p:nvPr/>
          </p:nvSpPr>
          <p:spPr>
            <a:xfrm rot="4226886">
              <a:off x="2367326" y="1393846"/>
              <a:ext cx="328612" cy="182908"/>
            </a:xfrm>
            <a:prstGeom prst="ellipse">
              <a:avLst/>
            </a:prstGeom>
            <a:gradFill>
              <a:gsLst>
                <a:gs pos="0">
                  <a:srgbClr val="A4725E">
                    <a:alpha val="25271"/>
                  </a:srgbClr>
                </a:gs>
                <a:gs pos="14286">
                  <a:srgbClr val="A4725E">
                    <a:alpha val="23489"/>
                  </a:srgbClr>
                </a:gs>
                <a:gs pos="28571">
                  <a:srgbClr val="A4725E">
                    <a:alpha val="18770"/>
                  </a:srgbClr>
                </a:gs>
                <a:gs pos="42857">
                  <a:srgbClr val="A4725E">
                    <a:alpha val="12747"/>
                  </a:srgbClr>
                </a:gs>
                <a:gs pos="57143">
                  <a:srgbClr val="A4725E">
                    <a:alpha val="7277"/>
                  </a:srgbClr>
                </a:gs>
                <a:gs pos="71429">
                  <a:srgbClr val="A4725E">
                    <a:alpha val="3475"/>
                  </a:srgbClr>
                </a:gs>
                <a:gs pos="85714">
                  <a:srgbClr val="A4725E">
                    <a:alpha val="1389"/>
                  </a:srgbClr>
                </a:gs>
                <a:gs pos="100000">
                  <a:srgbClr val="A4725E">
                    <a:alpha val="4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Splat 615"/>
            <p:cNvSpPr>
              <a:spLocks noGrp="1"/>
            </p:cNvSpPr>
            <p:nvPr/>
          </p:nvSpPr>
          <p:spPr>
            <a:xfrm rot="5400000">
              <a:off x="2368627" y="2214413"/>
              <a:ext cx="231752" cy="231752"/>
            </a:xfrm>
            <a:prstGeom prst="ellipse">
              <a:avLst/>
            </a:prstGeom>
            <a:gradFill>
              <a:gsLst>
                <a:gs pos="0">
                  <a:srgbClr val="D0AEBE">
                    <a:alpha val="8340"/>
                  </a:srgbClr>
                </a:gs>
                <a:gs pos="14286">
                  <a:srgbClr val="D0AEBE">
                    <a:alpha val="7692"/>
                  </a:srgbClr>
                </a:gs>
                <a:gs pos="28571">
                  <a:srgbClr val="D0AEBE">
                    <a:alpha val="6026"/>
                  </a:srgbClr>
                </a:gs>
                <a:gs pos="42857">
                  <a:srgbClr val="D0AEBE">
                    <a:alpha val="3995"/>
                  </a:srgbClr>
                </a:gs>
                <a:gs pos="57143">
                  <a:srgbClr val="D0AEBE">
                    <a:alpha val="2233"/>
                  </a:srgbClr>
                </a:gs>
                <a:gs pos="71429">
                  <a:srgbClr val="D0AEBE">
                    <a:alpha val="1052"/>
                  </a:srgbClr>
                </a:gs>
                <a:gs pos="85714">
                  <a:srgbClr val="D0AEBE">
                    <a:alpha val="417"/>
                  </a:srgbClr>
                </a:gs>
                <a:gs pos="100000">
                  <a:srgbClr val="D0AEBE">
                    <a:alpha val="1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Splat 616"/>
            <p:cNvSpPr>
              <a:spLocks noGrp="1"/>
            </p:cNvSpPr>
            <p:nvPr/>
          </p:nvSpPr>
          <p:spPr>
            <a:xfrm rot="5400000">
              <a:off x="2141940" y="2660329"/>
              <a:ext cx="268469" cy="268469"/>
            </a:xfrm>
            <a:prstGeom prst="ellipse">
              <a:avLst/>
            </a:prstGeom>
            <a:gradFill>
              <a:gsLst>
                <a:gs pos="0">
                  <a:srgbClr val="68006A">
                    <a:alpha val="30955"/>
                  </a:srgbClr>
                </a:gs>
                <a:gs pos="14286">
                  <a:srgbClr val="68006A">
                    <a:alpha val="28856"/>
                  </a:srgbClr>
                </a:gs>
                <a:gs pos="28571">
                  <a:srgbClr val="68006A">
                    <a:alpha val="23229"/>
                  </a:srgbClr>
                </a:gs>
                <a:gs pos="42857">
                  <a:srgbClr val="68006A">
                    <a:alpha val="15919"/>
                  </a:srgbClr>
                </a:gs>
                <a:gs pos="57143">
                  <a:srgbClr val="68006A">
                    <a:alpha val="9161"/>
                  </a:srgbClr>
                </a:gs>
                <a:gs pos="71429">
                  <a:srgbClr val="68006A">
                    <a:alpha val="4398"/>
                  </a:srgbClr>
                </a:gs>
                <a:gs pos="85714">
                  <a:srgbClr val="68006A">
                    <a:alpha val="1763"/>
                  </a:srgbClr>
                </a:gs>
                <a:gs pos="100000">
                  <a:srgbClr val="68006A">
                    <a:alpha val="5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Splat 617"/>
            <p:cNvSpPr>
              <a:spLocks noGrp="1"/>
            </p:cNvSpPr>
            <p:nvPr/>
          </p:nvSpPr>
          <p:spPr>
            <a:xfrm rot="2962936">
              <a:off x="1019464" y="2288174"/>
              <a:ext cx="372800" cy="103556"/>
            </a:xfrm>
            <a:prstGeom prst="ellipse">
              <a:avLst/>
            </a:prstGeom>
            <a:gradFill>
              <a:gsLst>
                <a:gs pos="0">
                  <a:srgbClr val="0000AA">
                    <a:alpha val="32968"/>
                  </a:srgbClr>
                </a:gs>
                <a:gs pos="14286">
                  <a:srgbClr val="0000AA">
                    <a:alpha val="30764"/>
                  </a:srgbClr>
                </a:gs>
                <a:gs pos="28571">
                  <a:srgbClr val="0000AA">
                    <a:alpha val="24833"/>
                  </a:srgbClr>
                </a:gs>
                <a:gs pos="42857">
                  <a:srgbClr val="0000AA">
                    <a:alpha val="17075"/>
                  </a:srgbClr>
                </a:gs>
                <a:gs pos="57143">
                  <a:srgbClr val="0000AA">
                    <a:alpha val="9855"/>
                  </a:srgbClr>
                </a:gs>
                <a:gs pos="71429">
                  <a:srgbClr val="0000AA">
                    <a:alpha val="4740"/>
                  </a:srgbClr>
                </a:gs>
                <a:gs pos="85714">
                  <a:srgbClr val="0000AA">
                    <a:alpha val="1902"/>
                  </a:srgbClr>
                </a:gs>
                <a:gs pos="100000">
                  <a:srgbClr val="0000A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Splat 618"/>
            <p:cNvSpPr>
              <a:spLocks noGrp="1"/>
            </p:cNvSpPr>
            <p:nvPr/>
          </p:nvSpPr>
          <p:spPr>
            <a:xfrm rot="5400000">
              <a:off x="1238186" y="3702654"/>
              <a:ext cx="256672" cy="256672"/>
            </a:xfrm>
            <a:prstGeom prst="ellipse">
              <a:avLst/>
            </a:prstGeom>
            <a:gradFill>
              <a:gsLst>
                <a:gs pos="0">
                  <a:srgbClr val="A8E2FF">
                    <a:alpha val="32968"/>
                  </a:srgbClr>
                </a:gs>
                <a:gs pos="14286">
                  <a:srgbClr val="A8E2FF">
                    <a:alpha val="30764"/>
                  </a:srgbClr>
                </a:gs>
                <a:gs pos="28571">
                  <a:srgbClr val="A8E2FF">
                    <a:alpha val="24833"/>
                  </a:srgbClr>
                </a:gs>
                <a:gs pos="42857">
                  <a:srgbClr val="A8E2FF">
                    <a:alpha val="17075"/>
                  </a:srgbClr>
                </a:gs>
                <a:gs pos="57143">
                  <a:srgbClr val="A8E2FF">
                    <a:alpha val="9855"/>
                  </a:srgbClr>
                </a:gs>
                <a:gs pos="71429">
                  <a:srgbClr val="A8E2FF">
                    <a:alpha val="4740"/>
                  </a:srgbClr>
                </a:gs>
                <a:gs pos="85714">
                  <a:srgbClr val="A8E2FF">
                    <a:alpha val="1902"/>
                  </a:srgbClr>
                </a:gs>
                <a:gs pos="100000">
                  <a:srgbClr val="A8E2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Splat 619"/>
            <p:cNvSpPr>
              <a:spLocks noGrp="1"/>
            </p:cNvSpPr>
            <p:nvPr/>
          </p:nvSpPr>
          <p:spPr>
            <a:xfrm rot="5400000">
              <a:off x="870066" y="3433140"/>
              <a:ext cx="329746" cy="329746"/>
            </a:xfrm>
            <a:prstGeom prst="ellipse">
              <a:avLst/>
            </a:prstGeom>
            <a:gradFill>
              <a:gsLst>
                <a:gs pos="0">
                  <a:srgbClr val="0085C7">
                    <a:alpha val="27199"/>
                  </a:srgbClr>
                </a:gs>
                <a:gs pos="14286">
                  <a:srgbClr val="0085C7">
                    <a:alpha val="25306"/>
                  </a:srgbClr>
                </a:gs>
                <a:gs pos="28571">
                  <a:srgbClr val="0085C7">
                    <a:alpha val="20271"/>
                  </a:srgbClr>
                </a:gs>
                <a:gs pos="42857">
                  <a:srgbClr val="0085C7">
                    <a:alpha val="13808"/>
                  </a:srgbClr>
                </a:gs>
                <a:gs pos="57143">
                  <a:srgbClr val="0085C7">
                    <a:alpha val="7904"/>
                  </a:srgbClr>
                </a:gs>
                <a:gs pos="71429">
                  <a:srgbClr val="0085C7">
                    <a:alpha val="3781"/>
                  </a:srgbClr>
                </a:gs>
                <a:gs pos="85714">
                  <a:srgbClr val="0085C7">
                    <a:alpha val="1512"/>
                  </a:srgbClr>
                </a:gs>
                <a:gs pos="100000">
                  <a:srgbClr val="0085C7">
                    <a:alpha val="5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Splat 620"/>
            <p:cNvSpPr>
              <a:spLocks noGrp="1"/>
            </p:cNvSpPr>
            <p:nvPr/>
          </p:nvSpPr>
          <p:spPr>
            <a:xfrm rot="9824751">
              <a:off x="105819" y="4200574"/>
              <a:ext cx="424075" cy="117799"/>
            </a:xfrm>
            <a:prstGeom prst="ellipse">
              <a:avLst/>
            </a:prstGeom>
            <a:gradFill>
              <a:gsLst>
                <a:gs pos="0">
                  <a:srgbClr val="BF8400">
                    <a:alpha val="17302"/>
                  </a:srgbClr>
                </a:gs>
                <a:gs pos="14286">
                  <a:srgbClr val="BF8400">
                    <a:alpha val="16022"/>
                  </a:srgbClr>
                </a:gs>
                <a:gs pos="28571">
                  <a:srgbClr val="BF8400">
                    <a:alpha val="12679"/>
                  </a:srgbClr>
                </a:gs>
                <a:gs pos="42857">
                  <a:srgbClr val="BF8400">
                    <a:alpha val="8509"/>
                  </a:srgbClr>
                </a:gs>
                <a:gs pos="57143">
                  <a:srgbClr val="BF8400">
                    <a:alpha val="4808"/>
                  </a:srgbClr>
                </a:gs>
                <a:gs pos="71429">
                  <a:srgbClr val="BF8400">
                    <a:alpha val="2280"/>
                  </a:srgbClr>
                </a:gs>
                <a:gs pos="85714">
                  <a:srgbClr val="BF8400">
                    <a:alpha val="908"/>
                  </a:srgbClr>
                </a:gs>
                <a:gs pos="100000">
                  <a:srgbClr val="BF8400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Splat 621"/>
            <p:cNvSpPr>
              <a:spLocks noGrp="1"/>
            </p:cNvSpPr>
            <p:nvPr/>
          </p:nvSpPr>
          <p:spPr>
            <a:xfrm rot="5400000">
              <a:off x="2508998" y="1534811"/>
              <a:ext cx="272483" cy="272483"/>
            </a:xfrm>
            <a:prstGeom prst="ellipse">
              <a:avLst/>
            </a:prstGeom>
            <a:gradFill>
              <a:gsLst>
                <a:gs pos="0">
                  <a:srgbClr val="008BFF">
                    <a:alpha val="16841"/>
                  </a:srgbClr>
                </a:gs>
                <a:gs pos="14286">
                  <a:srgbClr val="008BFF">
                    <a:alpha val="15592"/>
                  </a:srgbClr>
                </a:gs>
                <a:gs pos="28571">
                  <a:srgbClr val="008BFF">
                    <a:alpha val="12332"/>
                  </a:srgbClr>
                </a:gs>
                <a:gs pos="42857">
                  <a:srgbClr val="008BFF">
                    <a:alpha val="8271"/>
                  </a:srgbClr>
                </a:gs>
                <a:gs pos="57143">
                  <a:srgbClr val="008BFF">
                    <a:alpha val="4671"/>
                  </a:srgbClr>
                </a:gs>
                <a:gs pos="71429">
                  <a:srgbClr val="008BFF">
                    <a:alpha val="2214"/>
                  </a:srgbClr>
                </a:gs>
                <a:gs pos="85714">
                  <a:srgbClr val="008BFF">
                    <a:alpha val="881"/>
                  </a:srgbClr>
                </a:gs>
                <a:gs pos="100000">
                  <a:srgbClr val="008BFF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Splat 622"/>
            <p:cNvSpPr>
              <a:spLocks noGrp="1"/>
            </p:cNvSpPr>
            <p:nvPr/>
          </p:nvSpPr>
          <p:spPr>
            <a:xfrm rot="5400000">
              <a:off x="2878379" y="2269525"/>
              <a:ext cx="280190" cy="280190"/>
            </a:xfrm>
            <a:prstGeom prst="ellipse">
              <a:avLst/>
            </a:prstGeom>
            <a:gradFill>
              <a:gsLst>
                <a:gs pos="0">
                  <a:srgbClr val="DBBBF1">
                    <a:alpha val="28590"/>
                  </a:srgbClr>
                </a:gs>
                <a:gs pos="14286">
                  <a:srgbClr val="DBBBF1">
                    <a:alpha val="26618"/>
                  </a:srgbClr>
                </a:gs>
                <a:gs pos="28571">
                  <a:srgbClr val="DBBBF1">
                    <a:alpha val="21361"/>
                  </a:srgbClr>
                </a:gs>
                <a:gs pos="42857">
                  <a:srgbClr val="DBBBF1">
                    <a:alpha val="14583"/>
                  </a:srgbClr>
                </a:gs>
                <a:gs pos="57143">
                  <a:srgbClr val="DBBBF1">
                    <a:alpha val="8363"/>
                  </a:srgbClr>
                </a:gs>
                <a:gs pos="71429">
                  <a:srgbClr val="DBBBF1">
                    <a:alpha val="4006"/>
                  </a:srgbClr>
                </a:gs>
                <a:gs pos="85714">
                  <a:srgbClr val="DBBBF1">
                    <a:alpha val="1604"/>
                  </a:srgbClr>
                </a:gs>
                <a:gs pos="100000">
                  <a:srgbClr val="DBBBF1">
                    <a:alpha val="5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Splat 623"/>
            <p:cNvSpPr>
              <a:spLocks noGrp="1"/>
            </p:cNvSpPr>
            <p:nvPr/>
          </p:nvSpPr>
          <p:spPr>
            <a:xfrm rot="5400000">
              <a:off x="2485176" y="2463522"/>
              <a:ext cx="274575" cy="274575"/>
            </a:xfrm>
            <a:prstGeom prst="ellipse">
              <a:avLst/>
            </a:prstGeom>
            <a:gradFill>
              <a:gsLst>
                <a:gs pos="0">
                  <a:srgbClr val="00C9E6">
                    <a:alpha val="4295"/>
                  </a:srgbClr>
                </a:gs>
                <a:gs pos="14286">
                  <a:srgbClr val="00C9E6">
                    <a:alpha val="3954"/>
                  </a:srgbClr>
                </a:gs>
                <a:gs pos="28571">
                  <a:srgbClr val="00C9E6">
                    <a:alpha val="3084"/>
                  </a:srgbClr>
                </a:gs>
                <a:gs pos="42857">
                  <a:srgbClr val="00C9E6">
                    <a:alpha val="2034"/>
                  </a:srgbClr>
                </a:gs>
                <a:gs pos="57143">
                  <a:srgbClr val="00C9E6">
                    <a:alpha val="1132"/>
                  </a:srgbClr>
                </a:gs>
                <a:gs pos="71429">
                  <a:srgbClr val="00C9E6">
                    <a:alpha val="532"/>
                  </a:srgbClr>
                </a:gs>
                <a:gs pos="85714">
                  <a:srgbClr val="00C9E6">
                    <a:alpha val="211"/>
                  </a:srgbClr>
                </a:gs>
                <a:gs pos="100000">
                  <a:srgbClr val="00C9E6">
                    <a:alpha val="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Splat 624"/>
            <p:cNvSpPr>
              <a:spLocks noGrp="1"/>
            </p:cNvSpPr>
            <p:nvPr/>
          </p:nvSpPr>
          <p:spPr>
            <a:xfrm rot="5400000">
              <a:off x="760725" y="3967830"/>
              <a:ext cx="225012" cy="225012"/>
            </a:xfrm>
            <a:prstGeom prst="ellipse">
              <a:avLst/>
            </a:prstGeom>
            <a:gradFill>
              <a:gsLst>
                <a:gs pos="0">
                  <a:srgbClr val="00006A">
                    <a:alpha val="17944"/>
                  </a:srgbClr>
                </a:gs>
                <a:gs pos="14286">
                  <a:srgbClr val="00006A">
                    <a:alpha val="16621"/>
                  </a:srgbClr>
                </a:gs>
                <a:gs pos="28571">
                  <a:srgbClr val="00006A">
                    <a:alpha val="13163"/>
                  </a:srgbClr>
                </a:gs>
                <a:gs pos="42857">
                  <a:srgbClr val="00006A">
                    <a:alpha val="8842"/>
                  </a:srgbClr>
                </a:gs>
                <a:gs pos="57143">
                  <a:srgbClr val="00006A">
                    <a:alpha val="5000"/>
                  </a:srgbClr>
                </a:gs>
                <a:gs pos="71429">
                  <a:srgbClr val="00006A">
                    <a:alpha val="2373"/>
                  </a:srgbClr>
                </a:gs>
                <a:gs pos="85714">
                  <a:srgbClr val="00006A">
                    <a:alpha val="945"/>
                  </a:srgbClr>
                </a:gs>
                <a:gs pos="100000">
                  <a:srgbClr val="00006A">
                    <a:alpha val="3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Splat 625"/>
            <p:cNvSpPr>
              <a:spLocks noGrp="1"/>
            </p:cNvSpPr>
            <p:nvPr/>
          </p:nvSpPr>
          <p:spPr>
            <a:xfrm rot="5526820">
              <a:off x="2455069" y="1306909"/>
              <a:ext cx="328612" cy="91281"/>
            </a:xfrm>
            <a:prstGeom prst="ellipse">
              <a:avLst/>
            </a:prstGeom>
            <a:gradFill>
              <a:gsLst>
                <a:gs pos="0">
                  <a:srgbClr val="7E0042">
                    <a:alpha val="32968"/>
                  </a:srgbClr>
                </a:gs>
                <a:gs pos="14286">
                  <a:srgbClr val="7E0042">
                    <a:alpha val="30764"/>
                  </a:srgbClr>
                </a:gs>
                <a:gs pos="28571">
                  <a:srgbClr val="7E0042">
                    <a:alpha val="24833"/>
                  </a:srgbClr>
                </a:gs>
                <a:gs pos="42857">
                  <a:srgbClr val="7E0042">
                    <a:alpha val="17075"/>
                  </a:srgbClr>
                </a:gs>
                <a:gs pos="57143">
                  <a:srgbClr val="7E0042">
                    <a:alpha val="9855"/>
                  </a:srgbClr>
                </a:gs>
                <a:gs pos="71429">
                  <a:srgbClr val="7E0042">
                    <a:alpha val="4740"/>
                  </a:srgbClr>
                </a:gs>
                <a:gs pos="85714">
                  <a:srgbClr val="7E0042">
                    <a:alpha val="1902"/>
                  </a:srgbClr>
                </a:gs>
                <a:gs pos="100000">
                  <a:srgbClr val="7E004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Splat 626"/>
            <p:cNvSpPr>
              <a:spLocks noGrp="1"/>
            </p:cNvSpPr>
            <p:nvPr/>
          </p:nvSpPr>
          <p:spPr>
            <a:xfrm rot="-9703996">
              <a:off x="2216944" y="2232008"/>
              <a:ext cx="328613" cy="203234"/>
            </a:xfrm>
            <a:prstGeom prst="ellipse">
              <a:avLst/>
            </a:prstGeom>
            <a:gradFill>
              <a:gsLst>
                <a:gs pos="0">
                  <a:srgbClr val="F599A1">
                    <a:alpha val="23057"/>
                  </a:srgbClr>
                </a:gs>
                <a:gs pos="14286">
                  <a:srgbClr val="F599A1">
                    <a:alpha val="21408"/>
                  </a:srgbClr>
                </a:gs>
                <a:gs pos="28571">
                  <a:srgbClr val="F599A1">
                    <a:alpha val="17060"/>
                  </a:srgbClr>
                </a:gs>
                <a:gs pos="42857">
                  <a:srgbClr val="F599A1">
                    <a:alpha val="11546"/>
                  </a:srgbClr>
                </a:gs>
                <a:gs pos="57143">
                  <a:srgbClr val="F599A1">
                    <a:alpha val="6572"/>
                  </a:srgbClr>
                </a:gs>
                <a:gs pos="71429">
                  <a:srgbClr val="F599A1">
                    <a:alpha val="3132"/>
                  </a:srgbClr>
                </a:gs>
                <a:gs pos="85714">
                  <a:srgbClr val="F599A1">
                    <a:alpha val="1250"/>
                  </a:srgbClr>
                </a:gs>
                <a:gs pos="100000">
                  <a:srgbClr val="F599A1">
                    <a:alpha val="4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Splat 627"/>
            <p:cNvSpPr>
              <a:spLocks noGrp="1"/>
            </p:cNvSpPr>
            <p:nvPr/>
          </p:nvSpPr>
          <p:spPr>
            <a:xfrm rot="5400000">
              <a:off x="3471653" y="1985905"/>
              <a:ext cx="299732" cy="299732"/>
            </a:xfrm>
            <a:prstGeom prst="ellipse">
              <a:avLst/>
            </a:prstGeom>
            <a:gradFill>
              <a:gsLst>
                <a:gs pos="0">
                  <a:srgbClr val="ACCEDF">
                    <a:alpha val="32968"/>
                  </a:srgbClr>
                </a:gs>
                <a:gs pos="14286">
                  <a:srgbClr val="ACCEDF">
                    <a:alpha val="30764"/>
                  </a:srgbClr>
                </a:gs>
                <a:gs pos="28571">
                  <a:srgbClr val="ACCEDF">
                    <a:alpha val="24833"/>
                  </a:srgbClr>
                </a:gs>
                <a:gs pos="42857">
                  <a:srgbClr val="ACCEDF">
                    <a:alpha val="17075"/>
                  </a:srgbClr>
                </a:gs>
                <a:gs pos="57143">
                  <a:srgbClr val="ACCEDF">
                    <a:alpha val="9855"/>
                  </a:srgbClr>
                </a:gs>
                <a:gs pos="71429">
                  <a:srgbClr val="ACCEDF">
                    <a:alpha val="4740"/>
                  </a:srgbClr>
                </a:gs>
                <a:gs pos="85714">
                  <a:srgbClr val="ACCEDF">
                    <a:alpha val="1902"/>
                  </a:srgbClr>
                </a:gs>
                <a:gs pos="100000">
                  <a:srgbClr val="ACCED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Splat 628"/>
            <p:cNvSpPr>
              <a:spLocks noGrp="1"/>
            </p:cNvSpPr>
            <p:nvPr/>
          </p:nvSpPr>
          <p:spPr>
            <a:xfrm rot="5400000">
              <a:off x="55083" y="2440477"/>
              <a:ext cx="321297" cy="321297"/>
            </a:xfrm>
            <a:prstGeom prst="ellipse">
              <a:avLst/>
            </a:prstGeom>
            <a:gradFill>
              <a:gsLst>
                <a:gs pos="0">
                  <a:srgbClr val="D90097">
                    <a:alpha val="8661"/>
                  </a:srgbClr>
                </a:gs>
                <a:gs pos="14286">
                  <a:srgbClr val="D90097">
                    <a:alpha val="7989"/>
                  </a:srgbClr>
                </a:gs>
                <a:gs pos="28571">
                  <a:srgbClr val="D90097">
                    <a:alpha val="6261"/>
                  </a:srgbClr>
                </a:gs>
                <a:gs pos="42857">
                  <a:srgbClr val="D90097">
                    <a:alpha val="4152"/>
                  </a:srgbClr>
                </a:gs>
                <a:gs pos="57143">
                  <a:srgbClr val="D90097">
                    <a:alpha val="2322"/>
                  </a:srgbClr>
                </a:gs>
                <a:gs pos="71429">
                  <a:srgbClr val="D90097">
                    <a:alpha val="1094"/>
                  </a:srgbClr>
                </a:gs>
                <a:gs pos="85714">
                  <a:srgbClr val="D90097">
                    <a:alpha val="434"/>
                  </a:srgbClr>
                </a:gs>
                <a:gs pos="100000">
                  <a:srgbClr val="D90097">
                    <a:alpha val="1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Splat 629"/>
            <p:cNvSpPr>
              <a:spLocks noGrp="1"/>
            </p:cNvSpPr>
            <p:nvPr/>
          </p:nvSpPr>
          <p:spPr>
            <a:xfrm rot="6767499">
              <a:off x="2321719" y="1821259"/>
              <a:ext cx="328613" cy="91281"/>
            </a:xfrm>
            <a:prstGeom prst="ellipse">
              <a:avLst/>
            </a:prstGeom>
            <a:gradFill>
              <a:gsLst>
                <a:gs pos="0">
                  <a:srgbClr val="A95115">
                    <a:alpha val="32968"/>
                  </a:srgbClr>
                </a:gs>
                <a:gs pos="14286">
                  <a:srgbClr val="A95115">
                    <a:alpha val="30764"/>
                  </a:srgbClr>
                </a:gs>
                <a:gs pos="28571">
                  <a:srgbClr val="A95115">
                    <a:alpha val="24833"/>
                  </a:srgbClr>
                </a:gs>
                <a:gs pos="42857">
                  <a:srgbClr val="A95115">
                    <a:alpha val="17075"/>
                  </a:srgbClr>
                </a:gs>
                <a:gs pos="57143">
                  <a:srgbClr val="A95115">
                    <a:alpha val="9855"/>
                  </a:srgbClr>
                </a:gs>
                <a:gs pos="71429">
                  <a:srgbClr val="A95115">
                    <a:alpha val="4740"/>
                  </a:srgbClr>
                </a:gs>
                <a:gs pos="85714">
                  <a:srgbClr val="A95115">
                    <a:alpha val="1902"/>
                  </a:srgbClr>
                </a:gs>
                <a:gs pos="100000">
                  <a:srgbClr val="A9511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Splat 630"/>
            <p:cNvSpPr>
              <a:spLocks noGrp="1"/>
            </p:cNvSpPr>
            <p:nvPr/>
          </p:nvSpPr>
          <p:spPr>
            <a:xfrm rot="5400000">
              <a:off x="1559542" y="2599005"/>
              <a:ext cx="260314" cy="260314"/>
            </a:xfrm>
            <a:prstGeom prst="ellipse">
              <a:avLst/>
            </a:prstGeom>
            <a:gradFill>
              <a:gsLst>
                <a:gs pos="0">
                  <a:srgbClr val="00ACFF">
                    <a:alpha val="31530"/>
                  </a:srgbClr>
                </a:gs>
                <a:gs pos="14286">
                  <a:srgbClr val="00ACFF">
                    <a:alpha val="29400"/>
                  </a:srgbClr>
                </a:gs>
                <a:gs pos="28571">
                  <a:srgbClr val="00ACFF">
                    <a:alpha val="23685"/>
                  </a:srgbClr>
                </a:gs>
                <a:gs pos="42857">
                  <a:srgbClr val="00ACFF">
                    <a:alpha val="16247"/>
                  </a:srgbClr>
                </a:gs>
                <a:gs pos="57143">
                  <a:srgbClr val="00ACFF">
                    <a:alpha val="9357"/>
                  </a:srgbClr>
                </a:gs>
                <a:gs pos="71429">
                  <a:srgbClr val="00ACFF">
                    <a:alpha val="4495"/>
                  </a:srgbClr>
                </a:gs>
                <a:gs pos="85714">
                  <a:srgbClr val="00ACFF">
                    <a:alpha val="1802"/>
                  </a:srgbClr>
                </a:gs>
                <a:gs pos="100000">
                  <a:srgbClr val="00ACFF">
                    <a:alpha val="6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Splat 631"/>
            <p:cNvSpPr>
              <a:spLocks noGrp="1"/>
            </p:cNvSpPr>
            <p:nvPr/>
          </p:nvSpPr>
          <p:spPr>
            <a:xfrm rot="5400000">
              <a:off x="1676953" y="2414812"/>
              <a:ext cx="247587" cy="247587"/>
            </a:xfrm>
            <a:prstGeom prst="ellipse">
              <a:avLst/>
            </a:prstGeom>
            <a:gradFill>
              <a:gsLst>
                <a:gs pos="0">
                  <a:srgbClr val="86B1FF">
                    <a:alpha val="7885"/>
                  </a:srgbClr>
                </a:gs>
                <a:gs pos="14286">
                  <a:srgbClr val="86B1FF">
                    <a:alpha val="7271"/>
                  </a:srgbClr>
                </a:gs>
                <a:gs pos="28571">
                  <a:srgbClr val="86B1FF">
                    <a:alpha val="5693"/>
                  </a:srgbClr>
                </a:gs>
                <a:gs pos="42857">
                  <a:srgbClr val="86B1FF">
                    <a:alpha val="3771"/>
                  </a:srgbClr>
                </a:gs>
                <a:gs pos="57143">
                  <a:srgbClr val="86B1FF">
                    <a:alpha val="2108"/>
                  </a:srgbClr>
                </a:gs>
                <a:gs pos="71429">
                  <a:srgbClr val="86B1FF">
                    <a:alpha val="992"/>
                  </a:srgbClr>
                </a:gs>
                <a:gs pos="85714">
                  <a:srgbClr val="86B1FF">
                    <a:alpha val="394"/>
                  </a:srgbClr>
                </a:gs>
                <a:gs pos="100000">
                  <a:srgbClr val="86B1FF">
                    <a:alpha val="1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Splat 632"/>
            <p:cNvSpPr>
              <a:spLocks noGrp="1"/>
            </p:cNvSpPr>
            <p:nvPr/>
          </p:nvSpPr>
          <p:spPr>
            <a:xfrm rot="5400000">
              <a:off x="1258181" y="3828028"/>
              <a:ext cx="316387" cy="316387"/>
            </a:xfrm>
            <a:prstGeom prst="ellipse">
              <a:avLst/>
            </a:prstGeom>
            <a:gradFill>
              <a:gsLst>
                <a:gs pos="0">
                  <a:srgbClr val="A07300">
                    <a:alpha val="22062"/>
                  </a:srgbClr>
                </a:gs>
                <a:gs pos="14286">
                  <a:srgbClr val="A07300">
                    <a:alpha val="20475"/>
                  </a:srgbClr>
                </a:gs>
                <a:gs pos="28571">
                  <a:srgbClr val="A07300">
                    <a:alpha val="16296"/>
                  </a:srgbClr>
                </a:gs>
                <a:gs pos="42857">
                  <a:srgbClr val="A07300">
                    <a:alpha val="11013"/>
                  </a:srgbClr>
                </a:gs>
                <a:gs pos="57143">
                  <a:srgbClr val="A07300">
                    <a:alpha val="6261"/>
                  </a:srgbClr>
                </a:gs>
                <a:gs pos="71429">
                  <a:srgbClr val="A07300">
                    <a:alpha val="2981"/>
                  </a:srgbClr>
                </a:gs>
                <a:gs pos="85714">
                  <a:srgbClr val="A07300">
                    <a:alpha val="1190"/>
                  </a:srgbClr>
                </a:gs>
                <a:gs pos="100000">
                  <a:srgbClr val="A07300">
                    <a:alpha val="3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Splat 633"/>
            <p:cNvSpPr>
              <a:spLocks noGrp="1"/>
            </p:cNvSpPr>
            <p:nvPr/>
          </p:nvSpPr>
          <p:spPr>
            <a:xfrm rot="5400000">
              <a:off x="1374084" y="1196680"/>
              <a:ext cx="303244" cy="303244"/>
            </a:xfrm>
            <a:prstGeom prst="ellipse">
              <a:avLst/>
            </a:prstGeom>
            <a:gradFill>
              <a:gsLst>
                <a:gs pos="0">
                  <a:srgbClr val="0092D6">
                    <a:alpha val="22351"/>
                  </a:srgbClr>
                </a:gs>
                <a:gs pos="14286">
                  <a:srgbClr val="0092D6">
                    <a:alpha val="20746"/>
                  </a:srgbClr>
                </a:gs>
                <a:gs pos="28571">
                  <a:srgbClr val="0092D6">
                    <a:alpha val="16517"/>
                  </a:srgbClr>
                </a:gs>
                <a:gs pos="42857">
                  <a:srgbClr val="0092D6">
                    <a:alpha val="11167"/>
                  </a:srgbClr>
                </a:gs>
                <a:gs pos="57143">
                  <a:srgbClr val="0092D6">
                    <a:alpha val="6351"/>
                  </a:srgbClr>
                </a:gs>
                <a:gs pos="71429">
                  <a:srgbClr val="0092D6">
                    <a:alpha val="3025"/>
                  </a:srgbClr>
                </a:gs>
                <a:gs pos="85714">
                  <a:srgbClr val="0092D6">
                    <a:alpha val="1207"/>
                  </a:srgbClr>
                </a:gs>
                <a:gs pos="100000">
                  <a:srgbClr val="0092D6">
                    <a:alpha val="4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Splat 634"/>
            <p:cNvSpPr>
              <a:spLocks noGrp="1"/>
            </p:cNvSpPr>
            <p:nvPr/>
          </p:nvSpPr>
          <p:spPr>
            <a:xfrm rot="5400000">
              <a:off x="1313577" y="2073974"/>
              <a:ext cx="311935" cy="311935"/>
            </a:xfrm>
            <a:prstGeom prst="ellipse">
              <a:avLst/>
            </a:prstGeom>
            <a:gradFill>
              <a:gsLst>
                <a:gs pos="0">
                  <a:srgbClr val="976200">
                    <a:alpha val="32968"/>
                  </a:srgbClr>
                </a:gs>
                <a:gs pos="14286">
                  <a:srgbClr val="976200">
                    <a:alpha val="30764"/>
                  </a:srgbClr>
                </a:gs>
                <a:gs pos="28571">
                  <a:srgbClr val="976200">
                    <a:alpha val="24833"/>
                  </a:srgbClr>
                </a:gs>
                <a:gs pos="42857">
                  <a:srgbClr val="976200">
                    <a:alpha val="17075"/>
                  </a:srgbClr>
                </a:gs>
                <a:gs pos="57143">
                  <a:srgbClr val="976200">
                    <a:alpha val="9855"/>
                  </a:srgbClr>
                </a:gs>
                <a:gs pos="71429">
                  <a:srgbClr val="976200">
                    <a:alpha val="4740"/>
                  </a:srgbClr>
                </a:gs>
                <a:gs pos="85714">
                  <a:srgbClr val="976200">
                    <a:alpha val="1902"/>
                  </a:srgbClr>
                </a:gs>
                <a:gs pos="100000">
                  <a:srgbClr val="976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Splat 635"/>
            <p:cNvSpPr>
              <a:spLocks noGrp="1"/>
            </p:cNvSpPr>
            <p:nvPr/>
          </p:nvSpPr>
          <p:spPr>
            <a:xfrm rot="5400000">
              <a:off x="2086323" y="2799965"/>
              <a:ext cx="247649" cy="247649"/>
            </a:xfrm>
            <a:prstGeom prst="ellipse">
              <a:avLst/>
            </a:prstGeom>
            <a:gradFill>
              <a:gsLst>
                <a:gs pos="0">
                  <a:srgbClr val="92007F">
                    <a:alpha val="22047"/>
                  </a:srgbClr>
                </a:gs>
                <a:gs pos="14286">
                  <a:srgbClr val="92007F">
                    <a:alpha val="20460"/>
                  </a:srgbClr>
                </a:gs>
                <a:gs pos="28571">
                  <a:srgbClr val="92007F">
                    <a:alpha val="16284"/>
                  </a:srgbClr>
                </a:gs>
                <a:gs pos="42857">
                  <a:srgbClr val="92007F">
                    <a:alpha val="11004"/>
                  </a:srgbClr>
                </a:gs>
                <a:gs pos="57143">
                  <a:srgbClr val="92007F">
                    <a:alpha val="6256"/>
                  </a:srgbClr>
                </a:gs>
                <a:gs pos="71429">
                  <a:srgbClr val="92007F">
                    <a:alpha val="2979"/>
                  </a:srgbClr>
                </a:gs>
                <a:gs pos="85714">
                  <a:srgbClr val="92007F">
                    <a:alpha val="1189"/>
                  </a:srgbClr>
                </a:gs>
                <a:gs pos="100000">
                  <a:srgbClr val="92007F">
                    <a:alpha val="3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Splat 636"/>
            <p:cNvSpPr>
              <a:spLocks noGrp="1"/>
            </p:cNvSpPr>
            <p:nvPr/>
          </p:nvSpPr>
          <p:spPr>
            <a:xfrm rot="5400000">
              <a:off x="3297210" y="2056134"/>
              <a:ext cx="274328" cy="274328"/>
            </a:xfrm>
            <a:prstGeom prst="ellipse">
              <a:avLst/>
            </a:prstGeom>
            <a:gradFill>
              <a:gsLst>
                <a:gs pos="0">
                  <a:srgbClr val="8CF8FF">
                    <a:alpha val="32700"/>
                  </a:srgbClr>
                </a:gs>
                <a:gs pos="14286">
                  <a:srgbClr val="8CF8FF">
                    <a:alpha val="30509"/>
                  </a:srgbClr>
                </a:gs>
                <a:gs pos="28571">
                  <a:srgbClr val="8CF8FF">
                    <a:alpha val="24618"/>
                  </a:srgbClr>
                </a:gs>
                <a:gs pos="42857">
                  <a:srgbClr val="8CF8FF">
                    <a:alpha val="16920"/>
                  </a:srgbClr>
                </a:gs>
                <a:gs pos="57143">
                  <a:srgbClr val="8CF8FF">
                    <a:alpha val="9761"/>
                  </a:srgbClr>
                </a:gs>
                <a:gs pos="71429">
                  <a:srgbClr val="8CF8FF">
                    <a:alpha val="4694"/>
                  </a:srgbClr>
                </a:gs>
                <a:gs pos="85714">
                  <a:srgbClr val="8CF8FF">
                    <a:alpha val="1883"/>
                  </a:srgbClr>
                </a:gs>
                <a:gs pos="100000">
                  <a:srgbClr val="8CF8FF">
                    <a:alpha val="6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Splat 637"/>
            <p:cNvSpPr>
              <a:spLocks noGrp="1"/>
            </p:cNvSpPr>
            <p:nvPr/>
          </p:nvSpPr>
          <p:spPr>
            <a:xfrm rot="3921882">
              <a:off x="-164306" y="2254313"/>
              <a:ext cx="328612" cy="91281"/>
            </a:xfrm>
            <a:prstGeom prst="ellipse">
              <a:avLst/>
            </a:prstGeom>
            <a:gradFill>
              <a:gsLst>
                <a:gs pos="0">
                  <a:srgbClr val="FFFFC4">
                    <a:alpha val="32968"/>
                  </a:srgbClr>
                </a:gs>
                <a:gs pos="14286">
                  <a:srgbClr val="FFFFC4">
                    <a:alpha val="30764"/>
                  </a:srgbClr>
                </a:gs>
                <a:gs pos="28571">
                  <a:srgbClr val="FFFFC4">
                    <a:alpha val="24833"/>
                  </a:srgbClr>
                </a:gs>
                <a:gs pos="42857">
                  <a:srgbClr val="FFFFC4">
                    <a:alpha val="17075"/>
                  </a:srgbClr>
                </a:gs>
                <a:gs pos="57143">
                  <a:srgbClr val="FFFFC4">
                    <a:alpha val="9855"/>
                  </a:srgbClr>
                </a:gs>
                <a:gs pos="71429">
                  <a:srgbClr val="FFFFC4">
                    <a:alpha val="4740"/>
                  </a:srgbClr>
                </a:gs>
                <a:gs pos="85714">
                  <a:srgbClr val="FFFFC4">
                    <a:alpha val="1902"/>
                  </a:srgbClr>
                </a:gs>
                <a:gs pos="100000">
                  <a:srgbClr val="FFFFC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Splat 638"/>
            <p:cNvSpPr>
              <a:spLocks noGrp="1"/>
            </p:cNvSpPr>
            <p:nvPr/>
          </p:nvSpPr>
          <p:spPr>
            <a:xfrm rot="2832216">
              <a:off x="2895227" y="2355136"/>
              <a:ext cx="328612" cy="96900"/>
            </a:xfrm>
            <a:prstGeom prst="ellipse">
              <a:avLst/>
            </a:prstGeom>
            <a:gradFill>
              <a:gsLst>
                <a:gs pos="0">
                  <a:srgbClr val="F0FFE1">
                    <a:alpha val="8272"/>
                  </a:srgbClr>
                </a:gs>
                <a:gs pos="14286">
                  <a:srgbClr val="F0FFE1">
                    <a:alpha val="7629"/>
                  </a:srgbClr>
                </a:gs>
                <a:gs pos="28571">
                  <a:srgbClr val="F0FFE1">
                    <a:alpha val="5975"/>
                  </a:srgbClr>
                </a:gs>
                <a:gs pos="42857">
                  <a:srgbClr val="F0FFE1">
                    <a:alpha val="3961"/>
                  </a:srgbClr>
                </a:gs>
                <a:gs pos="57143">
                  <a:srgbClr val="F0FFE1">
                    <a:alpha val="2214"/>
                  </a:srgbClr>
                </a:gs>
                <a:gs pos="71429">
                  <a:srgbClr val="F0FFE1">
                    <a:alpha val="1043"/>
                  </a:srgbClr>
                </a:gs>
                <a:gs pos="85714">
                  <a:srgbClr val="F0FFE1">
                    <a:alpha val="414"/>
                  </a:srgbClr>
                </a:gs>
                <a:gs pos="100000">
                  <a:srgbClr val="F0FFE1">
                    <a:alpha val="1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Splat 639"/>
            <p:cNvSpPr>
              <a:spLocks noGrp="1"/>
            </p:cNvSpPr>
            <p:nvPr/>
          </p:nvSpPr>
          <p:spPr>
            <a:xfrm rot="5400000">
              <a:off x="810193" y="1395385"/>
              <a:ext cx="284826" cy="284826"/>
            </a:xfrm>
            <a:prstGeom prst="ellipse">
              <a:avLst/>
            </a:prstGeom>
            <a:gradFill>
              <a:gsLst>
                <a:gs pos="0">
                  <a:srgbClr val="00B7D6">
                    <a:alpha val="21388"/>
                  </a:srgbClr>
                </a:gs>
                <a:gs pos="14286">
                  <a:srgbClr val="00B7D6">
                    <a:alpha val="19843"/>
                  </a:srgbClr>
                </a:gs>
                <a:gs pos="28571">
                  <a:srgbClr val="00B7D6">
                    <a:alpha val="15780"/>
                  </a:srgbClr>
                </a:gs>
                <a:gs pos="42857">
                  <a:srgbClr val="00B7D6">
                    <a:alpha val="10653"/>
                  </a:srgbClr>
                </a:gs>
                <a:gs pos="57143">
                  <a:srgbClr val="00B7D6">
                    <a:alpha val="6051"/>
                  </a:srgbClr>
                </a:gs>
                <a:gs pos="71429">
                  <a:srgbClr val="00B7D6">
                    <a:alpha val="2879"/>
                  </a:srgbClr>
                </a:gs>
                <a:gs pos="85714">
                  <a:srgbClr val="00B7D6">
                    <a:alpha val="1149"/>
                  </a:srgbClr>
                </a:gs>
                <a:gs pos="100000">
                  <a:srgbClr val="00B7D6">
                    <a:alpha val="3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Splat 640"/>
            <p:cNvSpPr>
              <a:spLocks noGrp="1"/>
            </p:cNvSpPr>
            <p:nvPr/>
          </p:nvSpPr>
          <p:spPr>
            <a:xfrm rot="-10566782">
              <a:off x="973340" y="3351302"/>
              <a:ext cx="328612" cy="91281"/>
            </a:xfrm>
            <a:prstGeom prst="ellipse">
              <a:avLst/>
            </a:prstGeom>
            <a:gradFill>
              <a:gsLst>
                <a:gs pos="0">
                  <a:srgbClr val="00005B">
                    <a:alpha val="32968"/>
                  </a:srgbClr>
                </a:gs>
                <a:gs pos="14286">
                  <a:srgbClr val="00005B">
                    <a:alpha val="30764"/>
                  </a:srgbClr>
                </a:gs>
                <a:gs pos="28571">
                  <a:srgbClr val="00005B">
                    <a:alpha val="24833"/>
                  </a:srgbClr>
                </a:gs>
                <a:gs pos="42857">
                  <a:srgbClr val="00005B">
                    <a:alpha val="17075"/>
                  </a:srgbClr>
                </a:gs>
                <a:gs pos="57143">
                  <a:srgbClr val="00005B">
                    <a:alpha val="9855"/>
                  </a:srgbClr>
                </a:gs>
                <a:gs pos="71429">
                  <a:srgbClr val="00005B">
                    <a:alpha val="4740"/>
                  </a:srgbClr>
                </a:gs>
                <a:gs pos="85714">
                  <a:srgbClr val="00005B">
                    <a:alpha val="1902"/>
                  </a:srgbClr>
                </a:gs>
                <a:gs pos="100000">
                  <a:srgbClr val="00005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Splat 641"/>
            <p:cNvSpPr>
              <a:spLocks noGrp="1"/>
            </p:cNvSpPr>
            <p:nvPr/>
          </p:nvSpPr>
          <p:spPr>
            <a:xfrm rot="5400000">
              <a:off x="3003495" y="3121391"/>
              <a:ext cx="270539" cy="270539"/>
            </a:xfrm>
            <a:prstGeom prst="ellipse">
              <a:avLst/>
            </a:prstGeom>
            <a:gradFill>
              <a:gsLst>
                <a:gs pos="0">
                  <a:srgbClr val="004B00">
                    <a:alpha val="19505"/>
                  </a:srgbClr>
                </a:gs>
                <a:gs pos="14286">
                  <a:srgbClr val="004B00">
                    <a:alpha val="18080"/>
                  </a:srgbClr>
                </a:gs>
                <a:gs pos="28571">
                  <a:srgbClr val="004B00">
                    <a:alpha val="14345"/>
                  </a:srgbClr>
                </a:gs>
                <a:gs pos="42857">
                  <a:srgbClr val="004B00">
                    <a:alpha val="9658"/>
                  </a:srgbClr>
                </a:gs>
                <a:gs pos="57143">
                  <a:srgbClr val="004B00">
                    <a:alpha val="5472"/>
                  </a:srgbClr>
                </a:gs>
                <a:gs pos="71429">
                  <a:srgbClr val="004B00">
                    <a:alpha val="2600"/>
                  </a:srgbClr>
                </a:gs>
                <a:gs pos="85714">
                  <a:srgbClr val="004B00">
                    <a:alpha val="1036"/>
                  </a:srgbClr>
                </a:gs>
                <a:gs pos="100000">
                  <a:srgbClr val="004B00">
                    <a:alpha val="3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Splat 642"/>
            <p:cNvSpPr>
              <a:spLocks noGrp="1"/>
            </p:cNvSpPr>
            <p:nvPr/>
          </p:nvSpPr>
          <p:spPr>
            <a:xfrm rot="5400000">
              <a:off x="1885649" y="2233313"/>
              <a:ext cx="241783" cy="241783"/>
            </a:xfrm>
            <a:prstGeom prst="ellipse">
              <a:avLst/>
            </a:prstGeom>
            <a:gradFill>
              <a:gsLst>
                <a:gs pos="0">
                  <a:srgbClr val="003462">
                    <a:alpha val="12500"/>
                  </a:srgbClr>
                </a:gs>
                <a:gs pos="14286">
                  <a:srgbClr val="003462">
                    <a:alpha val="11550"/>
                  </a:srgbClr>
                </a:gs>
                <a:gs pos="28571">
                  <a:srgbClr val="003462">
                    <a:alpha val="9090"/>
                  </a:srgbClr>
                </a:gs>
                <a:gs pos="42857">
                  <a:srgbClr val="003462">
                    <a:alpha val="6059"/>
                  </a:srgbClr>
                </a:gs>
                <a:gs pos="57143">
                  <a:srgbClr val="003462">
                    <a:alpha val="3404"/>
                  </a:srgbClr>
                </a:gs>
                <a:gs pos="71429">
                  <a:srgbClr val="003462">
                    <a:alpha val="1608"/>
                  </a:srgbClr>
                </a:gs>
                <a:gs pos="85714">
                  <a:srgbClr val="003462">
                    <a:alpha val="639"/>
                  </a:srgbClr>
                </a:gs>
                <a:gs pos="100000">
                  <a:srgbClr val="003462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Splat 643"/>
            <p:cNvSpPr>
              <a:spLocks noGrp="1"/>
            </p:cNvSpPr>
            <p:nvPr/>
          </p:nvSpPr>
          <p:spPr>
            <a:xfrm rot="5091157">
              <a:off x="1940719" y="2640409"/>
              <a:ext cx="328612" cy="91281"/>
            </a:xfrm>
            <a:prstGeom prst="ellipse">
              <a:avLst/>
            </a:prstGeom>
            <a:gradFill>
              <a:gsLst>
                <a:gs pos="0">
                  <a:srgbClr val="FFFFA3">
                    <a:alpha val="32968"/>
                  </a:srgbClr>
                </a:gs>
                <a:gs pos="14286">
                  <a:srgbClr val="FFFFA3">
                    <a:alpha val="30764"/>
                  </a:srgbClr>
                </a:gs>
                <a:gs pos="28571">
                  <a:srgbClr val="FFFFA3">
                    <a:alpha val="24833"/>
                  </a:srgbClr>
                </a:gs>
                <a:gs pos="42857">
                  <a:srgbClr val="FFFFA3">
                    <a:alpha val="17075"/>
                  </a:srgbClr>
                </a:gs>
                <a:gs pos="57143">
                  <a:srgbClr val="FFFFA3">
                    <a:alpha val="9855"/>
                  </a:srgbClr>
                </a:gs>
                <a:gs pos="71429">
                  <a:srgbClr val="FFFFA3">
                    <a:alpha val="4740"/>
                  </a:srgbClr>
                </a:gs>
                <a:gs pos="85714">
                  <a:srgbClr val="FFFFA3">
                    <a:alpha val="1902"/>
                  </a:srgbClr>
                </a:gs>
                <a:gs pos="100000">
                  <a:srgbClr val="FFFFA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Splat 644"/>
            <p:cNvSpPr>
              <a:spLocks noGrp="1"/>
            </p:cNvSpPr>
            <p:nvPr/>
          </p:nvSpPr>
          <p:spPr>
            <a:xfrm rot="5091157">
              <a:off x="1942620" y="2643991"/>
              <a:ext cx="328612" cy="91281"/>
            </a:xfrm>
            <a:prstGeom prst="ellipse">
              <a:avLst/>
            </a:prstGeom>
            <a:gradFill>
              <a:gsLst>
                <a:gs pos="0">
                  <a:srgbClr val="FF2BFF">
                    <a:alpha val="32968"/>
                  </a:srgbClr>
                </a:gs>
                <a:gs pos="14286">
                  <a:srgbClr val="FF2BFF">
                    <a:alpha val="30764"/>
                  </a:srgbClr>
                </a:gs>
                <a:gs pos="28571">
                  <a:srgbClr val="FF2BFF">
                    <a:alpha val="24833"/>
                  </a:srgbClr>
                </a:gs>
                <a:gs pos="42857">
                  <a:srgbClr val="FF2BFF">
                    <a:alpha val="17075"/>
                  </a:srgbClr>
                </a:gs>
                <a:gs pos="57143">
                  <a:srgbClr val="FF2BFF">
                    <a:alpha val="9855"/>
                  </a:srgbClr>
                </a:gs>
                <a:gs pos="71429">
                  <a:srgbClr val="FF2BFF">
                    <a:alpha val="4740"/>
                  </a:srgbClr>
                </a:gs>
                <a:gs pos="85714">
                  <a:srgbClr val="FF2BFF">
                    <a:alpha val="1902"/>
                  </a:srgbClr>
                </a:gs>
                <a:gs pos="100000">
                  <a:srgbClr val="FF2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Splat 645"/>
            <p:cNvSpPr>
              <a:spLocks noGrp="1"/>
            </p:cNvSpPr>
            <p:nvPr/>
          </p:nvSpPr>
          <p:spPr>
            <a:xfrm rot="9109202">
              <a:off x="800266" y="1044926"/>
              <a:ext cx="398913" cy="110809"/>
            </a:xfrm>
            <a:prstGeom prst="ellipse">
              <a:avLst/>
            </a:prstGeom>
            <a:gradFill>
              <a:gsLst>
                <a:gs pos="0">
                  <a:srgbClr val="FFC84D">
                    <a:alpha val="7718"/>
                  </a:srgbClr>
                </a:gs>
                <a:gs pos="14286">
                  <a:srgbClr val="FFC84D">
                    <a:alpha val="7116"/>
                  </a:srgbClr>
                </a:gs>
                <a:gs pos="28571">
                  <a:srgbClr val="FFC84D">
                    <a:alpha val="5571"/>
                  </a:srgbClr>
                </a:gs>
                <a:gs pos="42857">
                  <a:srgbClr val="FFC84D">
                    <a:alpha val="3690"/>
                  </a:srgbClr>
                </a:gs>
                <a:gs pos="57143">
                  <a:srgbClr val="FFC84D">
                    <a:alpha val="2062"/>
                  </a:srgbClr>
                </a:gs>
                <a:gs pos="71429">
                  <a:srgbClr val="FFC84D">
                    <a:alpha val="970"/>
                  </a:srgbClr>
                </a:gs>
                <a:gs pos="85714">
                  <a:srgbClr val="FFC84D">
                    <a:alpha val="385"/>
                  </a:srgbClr>
                </a:gs>
                <a:gs pos="100000">
                  <a:srgbClr val="FFC84D">
                    <a:alpha val="1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Splat 646"/>
            <p:cNvSpPr>
              <a:spLocks noGrp="1"/>
            </p:cNvSpPr>
            <p:nvPr/>
          </p:nvSpPr>
          <p:spPr>
            <a:xfrm rot="5400000">
              <a:off x="1336948" y="2392005"/>
              <a:ext cx="252518" cy="252518"/>
            </a:xfrm>
            <a:prstGeom prst="ellipse">
              <a:avLst/>
            </a:prstGeom>
            <a:gradFill>
              <a:gsLst>
                <a:gs pos="0">
                  <a:srgbClr val="000095">
                    <a:alpha val="32968"/>
                  </a:srgbClr>
                </a:gs>
                <a:gs pos="14286">
                  <a:srgbClr val="000095">
                    <a:alpha val="30764"/>
                  </a:srgbClr>
                </a:gs>
                <a:gs pos="28571">
                  <a:srgbClr val="000095">
                    <a:alpha val="24833"/>
                  </a:srgbClr>
                </a:gs>
                <a:gs pos="42857">
                  <a:srgbClr val="000095">
                    <a:alpha val="17075"/>
                  </a:srgbClr>
                </a:gs>
                <a:gs pos="57143">
                  <a:srgbClr val="000095">
                    <a:alpha val="9855"/>
                  </a:srgbClr>
                </a:gs>
                <a:gs pos="71429">
                  <a:srgbClr val="000095">
                    <a:alpha val="4740"/>
                  </a:srgbClr>
                </a:gs>
                <a:gs pos="85714">
                  <a:srgbClr val="000095">
                    <a:alpha val="1902"/>
                  </a:srgbClr>
                </a:gs>
                <a:gs pos="100000">
                  <a:srgbClr val="00009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Splat 647"/>
            <p:cNvSpPr>
              <a:spLocks noGrp="1"/>
            </p:cNvSpPr>
            <p:nvPr/>
          </p:nvSpPr>
          <p:spPr>
            <a:xfrm rot="3495245">
              <a:off x="1077084" y="1349536"/>
              <a:ext cx="257595" cy="71554"/>
            </a:xfrm>
            <a:prstGeom prst="ellipse">
              <a:avLst/>
            </a:prstGeom>
            <a:gradFill>
              <a:gsLst>
                <a:gs pos="0">
                  <a:srgbClr val="000090">
                    <a:alpha val="32479"/>
                  </a:srgbClr>
                </a:gs>
                <a:gs pos="14286">
                  <a:srgbClr val="000090">
                    <a:alpha val="30300"/>
                  </a:srgbClr>
                </a:gs>
                <a:gs pos="28571">
                  <a:srgbClr val="000090">
                    <a:alpha val="24442"/>
                  </a:srgbClr>
                </a:gs>
                <a:gs pos="42857">
                  <a:srgbClr val="000090">
                    <a:alpha val="16793"/>
                  </a:srgbClr>
                </a:gs>
                <a:gs pos="57143">
                  <a:srgbClr val="000090">
                    <a:alpha val="9685"/>
                  </a:srgbClr>
                </a:gs>
                <a:gs pos="71429">
                  <a:srgbClr val="000090">
                    <a:alpha val="4656"/>
                  </a:srgbClr>
                </a:gs>
                <a:gs pos="85714">
                  <a:srgbClr val="000090">
                    <a:alpha val="1868"/>
                  </a:srgbClr>
                </a:gs>
                <a:gs pos="100000">
                  <a:srgbClr val="000090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Splat 648"/>
            <p:cNvSpPr>
              <a:spLocks noGrp="1"/>
            </p:cNvSpPr>
            <p:nvPr/>
          </p:nvSpPr>
          <p:spPr>
            <a:xfrm rot="5400000">
              <a:off x="3395741" y="1992910"/>
              <a:ext cx="308892" cy="308892"/>
            </a:xfrm>
            <a:prstGeom prst="ellipse">
              <a:avLst/>
            </a:prstGeom>
            <a:gradFill>
              <a:gsLst>
                <a:gs pos="0">
                  <a:srgbClr val="AFFEFF">
                    <a:alpha val="32968"/>
                  </a:srgbClr>
                </a:gs>
                <a:gs pos="14286">
                  <a:srgbClr val="AFFEFF">
                    <a:alpha val="30764"/>
                  </a:srgbClr>
                </a:gs>
                <a:gs pos="28571">
                  <a:srgbClr val="AFFEFF">
                    <a:alpha val="24833"/>
                  </a:srgbClr>
                </a:gs>
                <a:gs pos="42857">
                  <a:srgbClr val="AFFEFF">
                    <a:alpha val="17075"/>
                  </a:srgbClr>
                </a:gs>
                <a:gs pos="57143">
                  <a:srgbClr val="AFFEFF">
                    <a:alpha val="9855"/>
                  </a:srgbClr>
                </a:gs>
                <a:gs pos="71429">
                  <a:srgbClr val="AFFEFF">
                    <a:alpha val="4740"/>
                  </a:srgbClr>
                </a:gs>
                <a:gs pos="85714">
                  <a:srgbClr val="AFFEFF">
                    <a:alpha val="1902"/>
                  </a:srgbClr>
                </a:gs>
                <a:gs pos="100000">
                  <a:srgbClr val="AF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Splat 649"/>
            <p:cNvSpPr>
              <a:spLocks noGrp="1"/>
            </p:cNvSpPr>
            <p:nvPr/>
          </p:nvSpPr>
          <p:spPr>
            <a:xfrm rot="-8602207">
              <a:off x="2569102" y="1805680"/>
              <a:ext cx="342985" cy="122501"/>
            </a:xfrm>
            <a:prstGeom prst="ellipse">
              <a:avLst/>
            </a:prstGeom>
            <a:gradFill>
              <a:gsLst>
                <a:gs pos="0">
                  <a:srgbClr val="697EBA">
                    <a:alpha val="32968"/>
                  </a:srgbClr>
                </a:gs>
                <a:gs pos="14286">
                  <a:srgbClr val="697EBA">
                    <a:alpha val="30764"/>
                  </a:srgbClr>
                </a:gs>
                <a:gs pos="28571">
                  <a:srgbClr val="697EBA">
                    <a:alpha val="24833"/>
                  </a:srgbClr>
                </a:gs>
                <a:gs pos="42857">
                  <a:srgbClr val="697EBA">
                    <a:alpha val="17075"/>
                  </a:srgbClr>
                </a:gs>
                <a:gs pos="57143">
                  <a:srgbClr val="697EBA">
                    <a:alpha val="9855"/>
                  </a:srgbClr>
                </a:gs>
                <a:gs pos="71429">
                  <a:srgbClr val="697EBA">
                    <a:alpha val="4740"/>
                  </a:srgbClr>
                </a:gs>
                <a:gs pos="85714">
                  <a:srgbClr val="697EBA">
                    <a:alpha val="1902"/>
                  </a:srgbClr>
                </a:gs>
                <a:gs pos="100000">
                  <a:srgbClr val="697EB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Splat 650"/>
            <p:cNvSpPr>
              <a:spLocks noGrp="1"/>
            </p:cNvSpPr>
            <p:nvPr/>
          </p:nvSpPr>
          <p:spPr>
            <a:xfrm rot="5400000">
              <a:off x="3254572" y="1455128"/>
              <a:ext cx="296679" cy="296679"/>
            </a:xfrm>
            <a:prstGeom prst="ellipse">
              <a:avLst/>
            </a:prstGeom>
            <a:gradFill>
              <a:gsLst>
                <a:gs pos="0">
                  <a:srgbClr val="8DC0FF">
                    <a:alpha val="24734"/>
                  </a:srgbClr>
                </a:gs>
                <a:gs pos="14286">
                  <a:srgbClr val="8DC0FF">
                    <a:alpha val="22984"/>
                  </a:srgbClr>
                </a:gs>
                <a:gs pos="28571">
                  <a:srgbClr val="8DC0FF">
                    <a:alpha val="18354"/>
                  </a:srgbClr>
                </a:gs>
                <a:gs pos="42857">
                  <a:srgbClr val="8DC0FF">
                    <a:alpha val="12454"/>
                  </a:srgbClr>
                </a:gs>
                <a:gs pos="57143">
                  <a:srgbClr val="8DC0FF">
                    <a:alpha val="7105"/>
                  </a:srgbClr>
                </a:gs>
                <a:gs pos="71429">
                  <a:srgbClr val="8DC0FF">
                    <a:alpha val="3391"/>
                  </a:srgbClr>
                </a:gs>
                <a:gs pos="85714">
                  <a:srgbClr val="8DC0FF">
                    <a:alpha val="1355"/>
                  </a:srgbClr>
                </a:gs>
                <a:gs pos="100000">
                  <a:srgbClr val="8DC0FF">
                    <a:alpha val="4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Splat 651"/>
            <p:cNvSpPr>
              <a:spLocks noGrp="1"/>
            </p:cNvSpPr>
            <p:nvPr/>
          </p:nvSpPr>
          <p:spPr>
            <a:xfrm rot="3675771">
              <a:off x="2264044" y="2695194"/>
              <a:ext cx="328612" cy="92633"/>
            </a:xfrm>
            <a:prstGeom prst="ellipse">
              <a:avLst/>
            </a:prstGeom>
            <a:gradFill>
              <a:gsLst>
                <a:gs pos="0">
                  <a:srgbClr val="910000">
                    <a:alpha val="32968"/>
                  </a:srgbClr>
                </a:gs>
                <a:gs pos="14286">
                  <a:srgbClr val="910000">
                    <a:alpha val="30764"/>
                  </a:srgbClr>
                </a:gs>
                <a:gs pos="28571">
                  <a:srgbClr val="910000">
                    <a:alpha val="24833"/>
                  </a:srgbClr>
                </a:gs>
                <a:gs pos="42857">
                  <a:srgbClr val="910000">
                    <a:alpha val="17075"/>
                  </a:srgbClr>
                </a:gs>
                <a:gs pos="57143">
                  <a:srgbClr val="910000">
                    <a:alpha val="9855"/>
                  </a:srgbClr>
                </a:gs>
                <a:gs pos="71429">
                  <a:srgbClr val="910000">
                    <a:alpha val="4740"/>
                  </a:srgbClr>
                </a:gs>
                <a:gs pos="85714">
                  <a:srgbClr val="910000">
                    <a:alpha val="1902"/>
                  </a:srgbClr>
                </a:gs>
                <a:gs pos="100000">
                  <a:srgbClr val="9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Splat 652"/>
            <p:cNvSpPr>
              <a:spLocks noGrp="1"/>
            </p:cNvSpPr>
            <p:nvPr/>
          </p:nvSpPr>
          <p:spPr>
            <a:xfrm rot="5400000">
              <a:off x="1597819" y="2121694"/>
              <a:ext cx="328612" cy="328612"/>
            </a:xfrm>
            <a:prstGeom prst="ellipse">
              <a:avLst/>
            </a:prstGeom>
            <a:gradFill>
              <a:gsLst>
                <a:gs pos="0">
                  <a:srgbClr val="857657">
                    <a:alpha val="21870"/>
                  </a:srgbClr>
                </a:gs>
                <a:gs pos="14286">
                  <a:srgbClr val="857657">
                    <a:alpha val="20295"/>
                  </a:srgbClr>
                </a:gs>
                <a:gs pos="28571">
                  <a:srgbClr val="857657">
                    <a:alpha val="16149"/>
                  </a:srgbClr>
                </a:gs>
                <a:gs pos="42857">
                  <a:srgbClr val="857657">
                    <a:alpha val="10910"/>
                  </a:srgbClr>
                </a:gs>
                <a:gs pos="57143">
                  <a:srgbClr val="857657">
                    <a:alpha val="6201"/>
                  </a:srgbClr>
                </a:gs>
                <a:gs pos="71429">
                  <a:srgbClr val="857657">
                    <a:alpha val="2952"/>
                  </a:srgbClr>
                </a:gs>
                <a:gs pos="85714">
                  <a:srgbClr val="857657">
                    <a:alpha val="1178"/>
                  </a:srgbClr>
                </a:gs>
                <a:gs pos="100000">
                  <a:srgbClr val="857657">
                    <a:alpha val="3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Splat 653"/>
            <p:cNvSpPr>
              <a:spLocks noGrp="1"/>
            </p:cNvSpPr>
            <p:nvPr/>
          </p:nvSpPr>
          <p:spPr>
            <a:xfrm rot="6678021">
              <a:off x="2680017" y="1104657"/>
              <a:ext cx="328612" cy="127536"/>
            </a:xfrm>
            <a:prstGeom prst="ellipse">
              <a:avLst/>
            </a:prstGeom>
            <a:gradFill>
              <a:gsLst>
                <a:gs pos="0">
                  <a:srgbClr val="E79F89">
                    <a:alpha val="32968"/>
                  </a:srgbClr>
                </a:gs>
                <a:gs pos="14286">
                  <a:srgbClr val="E79F89">
                    <a:alpha val="30764"/>
                  </a:srgbClr>
                </a:gs>
                <a:gs pos="28571">
                  <a:srgbClr val="E79F89">
                    <a:alpha val="24833"/>
                  </a:srgbClr>
                </a:gs>
                <a:gs pos="42857">
                  <a:srgbClr val="E79F89">
                    <a:alpha val="17075"/>
                  </a:srgbClr>
                </a:gs>
                <a:gs pos="57143">
                  <a:srgbClr val="E79F89">
                    <a:alpha val="9855"/>
                  </a:srgbClr>
                </a:gs>
                <a:gs pos="71429">
                  <a:srgbClr val="E79F89">
                    <a:alpha val="4740"/>
                  </a:srgbClr>
                </a:gs>
                <a:gs pos="85714">
                  <a:srgbClr val="E79F89">
                    <a:alpha val="1902"/>
                  </a:srgbClr>
                </a:gs>
                <a:gs pos="100000">
                  <a:srgbClr val="E79F8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Splat 654"/>
            <p:cNvSpPr>
              <a:spLocks noGrp="1"/>
            </p:cNvSpPr>
            <p:nvPr/>
          </p:nvSpPr>
          <p:spPr>
            <a:xfrm rot="5400000">
              <a:off x="2445259" y="2183184"/>
              <a:ext cx="338238" cy="338238"/>
            </a:xfrm>
            <a:prstGeom prst="ellipse">
              <a:avLst/>
            </a:prstGeom>
            <a:gradFill>
              <a:gsLst>
                <a:gs pos="0">
                  <a:srgbClr val="1172A3">
                    <a:alpha val="32968"/>
                  </a:srgbClr>
                </a:gs>
                <a:gs pos="14286">
                  <a:srgbClr val="1172A3">
                    <a:alpha val="30764"/>
                  </a:srgbClr>
                </a:gs>
                <a:gs pos="28571">
                  <a:srgbClr val="1172A3">
                    <a:alpha val="24833"/>
                  </a:srgbClr>
                </a:gs>
                <a:gs pos="42857">
                  <a:srgbClr val="1172A3">
                    <a:alpha val="17075"/>
                  </a:srgbClr>
                </a:gs>
                <a:gs pos="57143">
                  <a:srgbClr val="1172A3">
                    <a:alpha val="9855"/>
                  </a:srgbClr>
                </a:gs>
                <a:gs pos="71429">
                  <a:srgbClr val="1172A3">
                    <a:alpha val="4740"/>
                  </a:srgbClr>
                </a:gs>
                <a:gs pos="85714">
                  <a:srgbClr val="1172A3">
                    <a:alpha val="1902"/>
                  </a:srgbClr>
                </a:gs>
                <a:gs pos="100000">
                  <a:srgbClr val="1172A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Splat 655"/>
            <p:cNvSpPr>
              <a:spLocks noGrp="1"/>
            </p:cNvSpPr>
            <p:nvPr/>
          </p:nvSpPr>
          <p:spPr>
            <a:xfrm rot="5400000">
              <a:off x="2820775" y="2541408"/>
              <a:ext cx="336571" cy="3365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Splat 656"/>
            <p:cNvSpPr>
              <a:spLocks noGrp="1"/>
            </p:cNvSpPr>
            <p:nvPr/>
          </p:nvSpPr>
          <p:spPr>
            <a:xfrm rot="5400000">
              <a:off x="3502242" y="2574519"/>
              <a:ext cx="381297" cy="381297"/>
            </a:xfrm>
            <a:prstGeom prst="ellipse">
              <a:avLst/>
            </a:prstGeom>
            <a:gradFill>
              <a:gsLst>
                <a:gs pos="0">
                  <a:srgbClr val="4E00CB">
                    <a:alpha val="24229"/>
                  </a:srgbClr>
                </a:gs>
                <a:gs pos="14286">
                  <a:srgbClr val="4E00CB">
                    <a:alpha val="22509"/>
                  </a:srgbClr>
                </a:gs>
                <a:gs pos="28571">
                  <a:srgbClr val="4E00CB">
                    <a:alpha val="17963"/>
                  </a:srgbClr>
                </a:gs>
                <a:gs pos="42857">
                  <a:srgbClr val="4E00CB">
                    <a:alpha val="12179"/>
                  </a:srgbClr>
                </a:gs>
                <a:gs pos="57143">
                  <a:srgbClr val="4E00CB">
                    <a:alpha val="6944"/>
                  </a:srgbClr>
                </a:gs>
                <a:gs pos="71429">
                  <a:srgbClr val="4E00CB">
                    <a:alpha val="3312"/>
                  </a:srgbClr>
                </a:gs>
                <a:gs pos="85714">
                  <a:srgbClr val="4E00CB">
                    <a:alpha val="1323"/>
                  </a:srgbClr>
                </a:gs>
                <a:gs pos="100000">
                  <a:srgbClr val="4E00CB">
                    <a:alpha val="4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Splat 657"/>
            <p:cNvSpPr>
              <a:spLocks noGrp="1"/>
            </p:cNvSpPr>
            <p:nvPr/>
          </p:nvSpPr>
          <p:spPr>
            <a:xfrm rot="5400000">
              <a:off x="1118511" y="3435508"/>
              <a:ext cx="329998" cy="329998"/>
            </a:xfrm>
            <a:prstGeom prst="ellipse">
              <a:avLst/>
            </a:prstGeom>
            <a:gradFill>
              <a:gsLst>
                <a:gs pos="0">
                  <a:srgbClr val="7AB3FF">
                    <a:alpha val="32968"/>
                  </a:srgbClr>
                </a:gs>
                <a:gs pos="14286">
                  <a:srgbClr val="7AB3FF">
                    <a:alpha val="30764"/>
                  </a:srgbClr>
                </a:gs>
                <a:gs pos="28571">
                  <a:srgbClr val="7AB3FF">
                    <a:alpha val="24833"/>
                  </a:srgbClr>
                </a:gs>
                <a:gs pos="42857">
                  <a:srgbClr val="7AB3FF">
                    <a:alpha val="17075"/>
                  </a:srgbClr>
                </a:gs>
                <a:gs pos="57143">
                  <a:srgbClr val="7AB3FF">
                    <a:alpha val="9855"/>
                  </a:srgbClr>
                </a:gs>
                <a:gs pos="71429">
                  <a:srgbClr val="7AB3FF">
                    <a:alpha val="4740"/>
                  </a:srgbClr>
                </a:gs>
                <a:gs pos="85714">
                  <a:srgbClr val="7AB3FF">
                    <a:alpha val="1902"/>
                  </a:srgbClr>
                </a:gs>
                <a:gs pos="100000">
                  <a:srgbClr val="7AB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Splat 658"/>
            <p:cNvSpPr>
              <a:spLocks noGrp="1"/>
            </p:cNvSpPr>
            <p:nvPr/>
          </p:nvSpPr>
          <p:spPr>
            <a:xfrm rot="8845741">
              <a:off x="4346162" y="2162724"/>
              <a:ext cx="326884" cy="90801"/>
            </a:xfrm>
            <a:prstGeom prst="ellipse">
              <a:avLst/>
            </a:prstGeom>
            <a:gradFill>
              <a:gsLst>
                <a:gs pos="0">
                  <a:srgbClr val="CD84A7">
                    <a:alpha val="27111"/>
                  </a:srgbClr>
                </a:gs>
                <a:gs pos="14286">
                  <a:srgbClr val="CD84A7">
                    <a:alpha val="25222"/>
                  </a:srgbClr>
                </a:gs>
                <a:gs pos="28571">
                  <a:srgbClr val="CD84A7">
                    <a:alpha val="20202"/>
                  </a:srgbClr>
                </a:gs>
                <a:gs pos="42857">
                  <a:srgbClr val="CD84A7">
                    <a:alpha val="13759"/>
                  </a:srgbClr>
                </a:gs>
                <a:gs pos="57143">
                  <a:srgbClr val="CD84A7">
                    <a:alpha val="7875"/>
                  </a:srgbClr>
                </a:gs>
                <a:gs pos="71429">
                  <a:srgbClr val="CD84A7">
                    <a:alpha val="3767"/>
                  </a:srgbClr>
                </a:gs>
                <a:gs pos="85714">
                  <a:srgbClr val="CD84A7">
                    <a:alpha val="1507"/>
                  </a:srgbClr>
                </a:gs>
                <a:gs pos="100000">
                  <a:srgbClr val="CD84A7">
                    <a:alpha val="5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Splat 659"/>
            <p:cNvSpPr>
              <a:spLocks noGrp="1"/>
            </p:cNvSpPr>
            <p:nvPr/>
          </p:nvSpPr>
          <p:spPr>
            <a:xfrm rot="5400000">
              <a:off x="1265356" y="3784460"/>
              <a:ext cx="312117" cy="312117"/>
            </a:xfrm>
            <a:prstGeom prst="ellipse">
              <a:avLst/>
            </a:prstGeom>
            <a:gradFill>
              <a:gsLst>
                <a:gs pos="0">
                  <a:srgbClr val="CCADFF">
                    <a:alpha val="27167"/>
                  </a:srgbClr>
                </a:gs>
                <a:gs pos="14286">
                  <a:srgbClr val="CCADFF">
                    <a:alpha val="25275"/>
                  </a:srgbClr>
                </a:gs>
                <a:gs pos="28571">
                  <a:srgbClr val="CCADFF">
                    <a:alpha val="20246"/>
                  </a:srgbClr>
                </a:gs>
                <a:gs pos="42857">
                  <a:srgbClr val="CCADFF">
                    <a:alpha val="13790"/>
                  </a:srgbClr>
                </a:gs>
                <a:gs pos="57143">
                  <a:srgbClr val="CCADFF">
                    <a:alpha val="7893"/>
                  </a:srgbClr>
                </a:gs>
                <a:gs pos="71429">
                  <a:srgbClr val="CCADFF">
                    <a:alpha val="3776"/>
                  </a:srgbClr>
                </a:gs>
                <a:gs pos="85714">
                  <a:srgbClr val="CCADFF">
                    <a:alpha val="1510"/>
                  </a:srgbClr>
                </a:gs>
                <a:gs pos="100000">
                  <a:srgbClr val="CCADFF">
                    <a:alpha val="5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Splat 660"/>
            <p:cNvSpPr>
              <a:spLocks noGrp="1"/>
            </p:cNvSpPr>
            <p:nvPr/>
          </p:nvSpPr>
          <p:spPr>
            <a:xfrm rot="5400000">
              <a:off x="2674626" y="1362316"/>
              <a:ext cx="244616" cy="244616"/>
            </a:xfrm>
            <a:prstGeom prst="ellipse">
              <a:avLst/>
            </a:prstGeom>
            <a:gradFill>
              <a:gsLst>
                <a:gs pos="0">
                  <a:srgbClr val="000000">
                    <a:alpha val="19555"/>
                  </a:srgbClr>
                </a:gs>
                <a:gs pos="14286">
                  <a:srgbClr val="000000">
                    <a:alpha val="18127"/>
                  </a:srgbClr>
                </a:gs>
                <a:gs pos="28571">
                  <a:srgbClr val="000000">
                    <a:alpha val="14383"/>
                  </a:srgbClr>
                </a:gs>
                <a:gs pos="42857">
                  <a:srgbClr val="000000">
                    <a:alpha val="9684"/>
                  </a:srgbClr>
                </a:gs>
                <a:gs pos="57143">
                  <a:srgbClr val="000000">
                    <a:alpha val="5488"/>
                  </a:srgbClr>
                </a:gs>
                <a:gs pos="71429">
                  <a:srgbClr val="000000">
                    <a:alpha val="2607"/>
                  </a:srgbClr>
                </a:gs>
                <a:gs pos="85714">
                  <a:srgbClr val="000000">
                    <a:alpha val="1039"/>
                  </a:srgbClr>
                </a:gs>
                <a:gs pos="100000">
                  <a:srgbClr val="000000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Splat 661"/>
            <p:cNvSpPr>
              <a:spLocks noGrp="1"/>
            </p:cNvSpPr>
            <p:nvPr/>
          </p:nvSpPr>
          <p:spPr>
            <a:xfrm rot="9445965">
              <a:off x="910370" y="1923605"/>
              <a:ext cx="328613" cy="91281"/>
            </a:xfrm>
            <a:prstGeom prst="ellipse">
              <a:avLst/>
            </a:prstGeom>
            <a:gradFill>
              <a:gsLst>
                <a:gs pos="0">
                  <a:srgbClr val="004F00">
                    <a:alpha val="4743"/>
                  </a:srgbClr>
                </a:gs>
                <a:gs pos="14286">
                  <a:srgbClr val="004F00">
                    <a:alpha val="4367"/>
                  </a:srgbClr>
                </a:gs>
                <a:gs pos="28571">
                  <a:srgbClr val="004F00">
                    <a:alpha val="3408"/>
                  </a:srgbClr>
                </a:gs>
                <a:gs pos="42857">
                  <a:srgbClr val="004F00">
                    <a:alpha val="2249"/>
                  </a:srgbClr>
                </a:gs>
                <a:gs pos="57143">
                  <a:srgbClr val="004F00">
                    <a:alpha val="1252"/>
                  </a:srgbClr>
                </a:gs>
                <a:gs pos="71429">
                  <a:srgbClr val="004F00">
                    <a:alpha val="588"/>
                  </a:srgbClr>
                </a:gs>
                <a:gs pos="85714">
                  <a:srgbClr val="004F00">
                    <a:alpha val="233"/>
                  </a:srgbClr>
                </a:gs>
                <a:gs pos="100000">
                  <a:srgbClr val="004F00">
                    <a:alpha val="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Splat 662"/>
            <p:cNvSpPr>
              <a:spLocks noGrp="1"/>
            </p:cNvSpPr>
            <p:nvPr/>
          </p:nvSpPr>
          <p:spPr>
            <a:xfrm rot="5400000">
              <a:off x="2832043" y="2130114"/>
              <a:ext cx="306370" cy="306370"/>
            </a:xfrm>
            <a:prstGeom prst="ellipse">
              <a:avLst/>
            </a:prstGeom>
            <a:gradFill>
              <a:gsLst>
                <a:gs pos="0">
                  <a:srgbClr val="88597E">
                    <a:alpha val="32968"/>
                  </a:srgbClr>
                </a:gs>
                <a:gs pos="14286">
                  <a:srgbClr val="88597E">
                    <a:alpha val="30764"/>
                  </a:srgbClr>
                </a:gs>
                <a:gs pos="28571">
                  <a:srgbClr val="88597E">
                    <a:alpha val="24833"/>
                  </a:srgbClr>
                </a:gs>
                <a:gs pos="42857">
                  <a:srgbClr val="88597E">
                    <a:alpha val="17075"/>
                  </a:srgbClr>
                </a:gs>
                <a:gs pos="57143">
                  <a:srgbClr val="88597E">
                    <a:alpha val="9855"/>
                  </a:srgbClr>
                </a:gs>
                <a:gs pos="71429">
                  <a:srgbClr val="88597E">
                    <a:alpha val="4740"/>
                  </a:srgbClr>
                </a:gs>
                <a:gs pos="85714">
                  <a:srgbClr val="88597E">
                    <a:alpha val="1902"/>
                  </a:srgbClr>
                </a:gs>
                <a:gs pos="100000">
                  <a:srgbClr val="88597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Splat 663"/>
            <p:cNvSpPr>
              <a:spLocks noGrp="1"/>
            </p:cNvSpPr>
            <p:nvPr/>
          </p:nvSpPr>
          <p:spPr>
            <a:xfrm rot="6123027">
              <a:off x="1305602" y="966153"/>
              <a:ext cx="288539" cy="209192"/>
            </a:xfrm>
            <a:prstGeom prst="ellipse">
              <a:avLst/>
            </a:prstGeom>
            <a:gradFill>
              <a:gsLst>
                <a:gs pos="0">
                  <a:srgbClr val="6E0000">
                    <a:alpha val="23823"/>
                  </a:srgbClr>
                </a:gs>
                <a:gs pos="14286">
                  <a:srgbClr val="6E0000">
                    <a:alpha val="22128"/>
                  </a:srgbClr>
                </a:gs>
                <a:gs pos="28571">
                  <a:srgbClr val="6E0000">
                    <a:alpha val="17650"/>
                  </a:srgbClr>
                </a:gs>
                <a:gs pos="42857">
                  <a:srgbClr val="6E0000">
                    <a:alpha val="11959"/>
                  </a:srgbClr>
                </a:gs>
                <a:gs pos="57143">
                  <a:srgbClr val="6E0000">
                    <a:alpha val="6814"/>
                  </a:srgbClr>
                </a:gs>
                <a:gs pos="71429">
                  <a:srgbClr val="6E0000">
                    <a:alpha val="3250"/>
                  </a:srgbClr>
                </a:gs>
                <a:gs pos="85714">
                  <a:srgbClr val="6E0000">
                    <a:alpha val="1298"/>
                  </a:srgbClr>
                </a:gs>
                <a:gs pos="100000">
                  <a:srgbClr val="6E0000">
                    <a:alpha val="4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Splat 664"/>
            <p:cNvSpPr>
              <a:spLocks noGrp="1"/>
            </p:cNvSpPr>
            <p:nvPr/>
          </p:nvSpPr>
          <p:spPr>
            <a:xfrm rot="5746515">
              <a:off x="2447866" y="1461258"/>
              <a:ext cx="328612" cy="95225"/>
            </a:xfrm>
            <a:prstGeom prst="ellipse">
              <a:avLst/>
            </a:prstGeom>
            <a:gradFill>
              <a:gsLst>
                <a:gs pos="0">
                  <a:srgbClr val="004C8D">
                    <a:alpha val="32968"/>
                  </a:srgbClr>
                </a:gs>
                <a:gs pos="14286">
                  <a:srgbClr val="004C8D">
                    <a:alpha val="30764"/>
                  </a:srgbClr>
                </a:gs>
                <a:gs pos="28571">
                  <a:srgbClr val="004C8D">
                    <a:alpha val="24833"/>
                  </a:srgbClr>
                </a:gs>
                <a:gs pos="42857">
                  <a:srgbClr val="004C8D">
                    <a:alpha val="17075"/>
                  </a:srgbClr>
                </a:gs>
                <a:gs pos="57143">
                  <a:srgbClr val="004C8D">
                    <a:alpha val="9855"/>
                  </a:srgbClr>
                </a:gs>
                <a:gs pos="71429">
                  <a:srgbClr val="004C8D">
                    <a:alpha val="4740"/>
                  </a:srgbClr>
                </a:gs>
                <a:gs pos="85714">
                  <a:srgbClr val="004C8D">
                    <a:alpha val="1902"/>
                  </a:srgbClr>
                </a:gs>
                <a:gs pos="100000">
                  <a:srgbClr val="004C8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Splat 665"/>
            <p:cNvSpPr>
              <a:spLocks noGrp="1"/>
            </p:cNvSpPr>
            <p:nvPr/>
          </p:nvSpPr>
          <p:spPr>
            <a:xfrm rot="5400000">
              <a:off x="3827469" y="2403010"/>
              <a:ext cx="343878" cy="343878"/>
            </a:xfrm>
            <a:prstGeom prst="ellipse">
              <a:avLst/>
            </a:prstGeom>
            <a:gradFill>
              <a:gsLst>
                <a:gs pos="0">
                  <a:srgbClr val="E6FFFF">
                    <a:alpha val="32968"/>
                  </a:srgbClr>
                </a:gs>
                <a:gs pos="14286">
                  <a:srgbClr val="E6FFFF">
                    <a:alpha val="30764"/>
                  </a:srgbClr>
                </a:gs>
                <a:gs pos="28571">
                  <a:srgbClr val="E6FFFF">
                    <a:alpha val="24833"/>
                  </a:srgbClr>
                </a:gs>
                <a:gs pos="42857">
                  <a:srgbClr val="E6FFFF">
                    <a:alpha val="17075"/>
                  </a:srgbClr>
                </a:gs>
                <a:gs pos="57143">
                  <a:srgbClr val="E6FFFF">
                    <a:alpha val="9855"/>
                  </a:srgbClr>
                </a:gs>
                <a:gs pos="71429">
                  <a:srgbClr val="E6FFFF">
                    <a:alpha val="4740"/>
                  </a:srgbClr>
                </a:gs>
                <a:gs pos="85714">
                  <a:srgbClr val="E6FFFF">
                    <a:alpha val="1902"/>
                  </a:srgbClr>
                </a:gs>
                <a:gs pos="100000">
                  <a:srgbClr val="E6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Splat 666"/>
            <p:cNvSpPr>
              <a:spLocks noGrp="1"/>
            </p:cNvSpPr>
            <p:nvPr/>
          </p:nvSpPr>
          <p:spPr>
            <a:xfrm rot="5400000">
              <a:off x="2648994" y="946325"/>
              <a:ext cx="312877" cy="312877"/>
            </a:xfrm>
            <a:prstGeom prst="ellipse">
              <a:avLst/>
            </a:prstGeom>
            <a:gradFill>
              <a:gsLst>
                <a:gs pos="0">
                  <a:srgbClr val="000022">
                    <a:alpha val="32968"/>
                  </a:srgbClr>
                </a:gs>
                <a:gs pos="14286">
                  <a:srgbClr val="000022">
                    <a:alpha val="30764"/>
                  </a:srgbClr>
                </a:gs>
                <a:gs pos="28571">
                  <a:srgbClr val="000022">
                    <a:alpha val="24833"/>
                  </a:srgbClr>
                </a:gs>
                <a:gs pos="42857">
                  <a:srgbClr val="000022">
                    <a:alpha val="17075"/>
                  </a:srgbClr>
                </a:gs>
                <a:gs pos="57143">
                  <a:srgbClr val="000022">
                    <a:alpha val="9855"/>
                  </a:srgbClr>
                </a:gs>
                <a:gs pos="71429">
                  <a:srgbClr val="000022">
                    <a:alpha val="4740"/>
                  </a:srgbClr>
                </a:gs>
                <a:gs pos="85714">
                  <a:srgbClr val="000022">
                    <a:alpha val="1902"/>
                  </a:srgbClr>
                </a:gs>
                <a:gs pos="100000">
                  <a:srgbClr val="00002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Splat 667"/>
            <p:cNvSpPr>
              <a:spLocks noGrp="1"/>
            </p:cNvSpPr>
            <p:nvPr/>
          </p:nvSpPr>
          <p:spPr>
            <a:xfrm rot="5400000">
              <a:off x="2343289" y="2628694"/>
              <a:ext cx="341100" cy="341100"/>
            </a:xfrm>
            <a:prstGeom prst="ellipse">
              <a:avLst/>
            </a:prstGeom>
            <a:gradFill>
              <a:gsLst>
                <a:gs pos="0">
                  <a:srgbClr val="3887FF">
                    <a:alpha val="9986"/>
                  </a:srgbClr>
                </a:gs>
                <a:gs pos="14286">
                  <a:srgbClr val="3887FF">
                    <a:alpha val="9216"/>
                  </a:srgbClr>
                </a:gs>
                <a:gs pos="28571">
                  <a:srgbClr val="3887FF">
                    <a:alpha val="7233"/>
                  </a:srgbClr>
                </a:gs>
                <a:gs pos="42857">
                  <a:srgbClr val="3887FF">
                    <a:alpha val="4805"/>
                  </a:srgbClr>
                </a:gs>
                <a:gs pos="57143">
                  <a:srgbClr val="3887FF">
                    <a:alpha val="2692"/>
                  </a:srgbClr>
                </a:gs>
                <a:gs pos="71429">
                  <a:srgbClr val="3887FF">
                    <a:alpha val="1269"/>
                  </a:srgbClr>
                </a:gs>
                <a:gs pos="85714">
                  <a:srgbClr val="3887FF">
                    <a:alpha val="504"/>
                  </a:srgbClr>
                </a:gs>
                <a:gs pos="100000">
                  <a:srgbClr val="3887FF">
                    <a:alpha val="1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Splat 668"/>
            <p:cNvSpPr>
              <a:spLocks noGrp="1"/>
            </p:cNvSpPr>
            <p:nvPr/>
          </p:nvSpPr>
          <p:spPr>
            <a:xfrm rot="5400000">
              <a:off x="1150901" y="3351152"/>
              <a:ext cx="344178" cy="344178"/>
            </a:xfrm>
            <a:prstGeom prst="ellipse">
              <a:avLst/>
            </a:prstGeom>
            <a:gradFill>
              <a:gsLst>
                <a:gs pos="0">
                  <a:srgbClr val="580000">
                    <a:alpha val="32968"/>
                  </a:srgbClr>
                </a:gs>
                <a:gs pos="14286">
                  <a:srgbClr val="580000">
                    <a:alpha val="30764"/>
                  </a:srgbClr>
                </a:gs>
                <a:gs pos="28571">
                  <a:srgbClr val="580000">
                    <a:alpha val="24833"/>
                  </a:srgbClr>
                </a:gs>
                <a:gs pos="42857">
                  <a:srgbClr val="580000">
                    <a:alpha val="17075"/>
                  </a:srgbClr>
                </a:gs>
                <a:gs pos="57143">
                  <a:srgbClr val="580000">
                    <a:alpha val="9855"/>
                  </a:srgbClr>
                </a:gs>
                <a:gs pos="71429">
                  <a:srgbClr val="580000">
                    <a:alpha val="4740"/>
                  </a:srgbClr>
                </a:gs>
                <a:gs pos="85714">
                  <a:srgbClr val="580000">
                    <a:alpha val="1902"/>
                  </a:srgbClr>
                </a:gs>
                <a:gs pos="100000">
                  <a:srgbClr val="5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Splat 669"/>
            <p:cNvSpPr>
              <a:spLocks noGrp="1"/>
            </p:cNvSpPr>
            <p:nvPr/>
          </p:nvSpPr>
          <p:spPr>
            <a:xfrm rot="9146215">
              <a:off x="2586176" y="3030959"/>
              <a:ext cx="328612" cy="912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Splat 670"/>
            <p:cNvSpPr>
              <a:spLocks noGrp="1"/>
            </p:cNvSpPr>
            <p:nvPr/>
          </p:nvSpPr>
          <p:spPr>
            <a:xfrm rot="5400000">
              <a:off x="2683657" y="1161247"/>
              <a:ext cx="326503" cy="326503"/>
            </a:xfrm>
            <a:prstGeom prst="ellipse">
              <a:avLst/>
            </a:prstGeom>
            <a:gradFill>
              <a:gsLst>
                <a:gs pos="0">
                  <a:srgbClr val="95002B">
                    <a:alpha val="32968"/>
                  </a:srgbClr>
                </a:gs>
                <a:gs pos="14286">
                  <a:srgbClr val="95002B">
                    <a:alpha val="30764"/>
                  </a:srgbClr>
                </a:gs>
                <a:gs pos="28571">
                  <a:srgbClr val="95002B">
                    <a:alpha val="24833"/>
                  </a:srgbClr>
                </a:gs>
                <a:gs pos="42857">
                  <a:srgbClr val="95002B">
                    <a:alpha val="17075"/>
                  </a:srgbClr>
                </a:gs>
                <a:gs pos="57143">
                  <a:srgbClr val="95002B">
                    <a:alpha val="9855"/>
                  </a:srgbClr>
                </a:gs>
                <a:gs pos="71429">
                  <a:srgbClr val="95002B">
                    <a:alpha val="4740"/>
                  </a:srgbClr>
                </a:gs>
                <a:gs pos="85714">
                  <a:srgbClr val="95002B">
                    <a:alpha val="1902"/>
                  </a:srgbClr>
                </a:gs>
                <a:gs pos="100000">
                  <a:srgbClr val="95002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Splat 671"/>
            <p:cNvSpPr>
              <a:spLocks noGrp="1"/>
            </p:cNvSpPr>
            <p:nvPr/>
          </p:nvSpPr>
          <p:spPr>
            <a:xfrm rot="5400000">
              <a:off x="1467848" y="2228122"/>
              <a:ext cx="351121" cy="351121"/>
            </a:xfrm>
            <a:prstGeom prst="ellipse">
              <a:avLst/>
            </a:prstGeom>
            <a:gradFill>
              <a:gsLst>
                <a:gs pos="0">
                  <a:srgbClr val="8E6787">
                    <a:alpha val="32968"/>
                  </a:srgbClr>
                </a:gs>
                <a:gs pos="14286">
                  <a:srgbClr val="8E6787">
                    <a:alpha val="30764"/>
                  </a:srgbClr>
                </a:gs>
                <a:gs pos="28571">
                  <a:srgbClr val="8E6787">
                    <a:alpha val="24833"/>
                  </a:srgbClr>
                </a:gs>
                <a:gs pos="42857">
                  <a:srgbClr val="8E6787">
                    <a:alpha val="17075"/>
                  </a:srgbClr>
                </a:gs>
                <a:gs pos="57143">
                  <a:srgbClr val="8E6787">
                    <a:alpha val="9855"/>
                  </a:srgbClr>
                </a:gs>
                <a:gs pos="71429">
                  <a:srgbClr val="8E6787">
                    <a:alpha val="4740"/>
                  </a:srgbClr>
                </a:gs>
                <a:gs pos="85714">
                  <a:srgbClr val="8E6787">
                    <a:alpha val="1902"/>
                  </a:srgbClr>
                </a:gs>
                <a:gs pos="100000">
                  <a:srgbClr val="8E678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Splat 672"/>
            <p:cNvSpPr>
              <a:spLocks noGrp="1"/>
            </p:cNvSpPr>
            <p:nvPr/>
          </p:nvSpPr>
          <p:spPr>
            <a:xfrm rot="7895762">
              <a:off x="2728938" y="1322724"/>
              <a:ext cx="328612" cy="159926"/>
            </a:xfrm>
            <a:prstGeom prst="ellipse">
              <a:avLst/>
            </a:prstGeom>
            <a:gradFill>
              <a:gsLst>
                <a:gs pos="0">
                  <a:srgbClr val="FFFFAE">
                    <a:alpha val="32968"/>
                  </a:srgbClr>
                </a:gs>
                <a:gs pos="14286">
                  <a:srgbClr val="FFFFAE">
                    <a:alpha val="30764"/>
                  </a:srgbClr>
                </a:gs>
                <a:gs pos="28571">
                  <a:srgbClr val="FFFFAE">
                    <a:alpha val="24833"/>
                  </a:srgbClr>
                </a:gs>
                <a:gs pos="42857">
                  <a:srgbClr val="FFFFAE">
                    <a:alpha val="17075"/>
                  </a:srgbClr>
                </a:gs>
                <a:gs pos="57143">
                  <a:srgbClr val="FFFFAE">
                    <a:alpha val="9855"/>
                  </a:srgbClr>
                </a:gs>
                <a:gs pos="71429">
                  <a:srgbClr val="FFFFAE">
                    <a:alpha val="4740"/>
                  </a:srgbClr>
                </a:gs>
                <a:gs pos="85714">
                  <a:srgbClr val="FFFFAE">
                    <a:alpha val="1902"/>
                  </a:srgbClr>
                </a:gs>
                <a:gs pos="100000">
                  <a:srgbClr val="FFFFA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Splat 673"/>
            <p:cNvSpPr>
              <a:spLocks noGrp="1"/>
            </p:cNvSpPr>
            <p:nvPr/>
          </p:nvSpPr>
          <p:spPr>
            <a:xfrm rot="5400000">
              <a:off x="1118818" y="3619507"/>
              <a:ext cx="322978" cy="322978"/>
            </a:xfrm>
            <a:prstGeom prst="ellipse">
              <a:avLst/>
            </a:prstGeom>
            <a:gradFill>
              <a:gsLst>
                <a:gs pos="0">
                  <a:srgbClr val="7FEAFF">
                    <a:alpha val="32968"/>
                  </a:srgbClr>
                </a:gs>
                <a:gs pos="14286">
                  <a:srgbClr val="7FEAFF">
                    <a:alpha val="30764"/>
                  </a:srgbClr>
                </a:gs>
                <a:gs pos="28571">
                  <a:srgbClr val="7FEAFF">
                    <a:alpha val="24833"/>
                  </a:srgbClr>
                </a:gs>
                <a:gs pos="42857">
                  <a:srgbClr val="7FEAFF">
                    <a:alpha val="17075"/>
                  </a:srgbClr>
                </a:gs>
                <a:gs pos="57143">
                  <a:srgbClr val="7FEAFF">
                    <a:alpha val="9855"/>
                  </a:srgbClr>
                </a:gs>
                <a:gs pos="71429">
                  <a:srgbClr val="7FEAFF">
                    <a:alpha val="4740"/>
                  </a:srgbClr>
                </a:gs>
                <a:gs pos="85714">
                  <a:srgbClr val="7FEAFF">
                    <a:alpha val="1902"/>
                  </a:srgbClr>
                </a:gs>
                <a:gs pos="100000">
                  <a:srgbClr val="7FE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Splat 674"/>
            <p:cNvSpPr>
              <a:spLocks noGrp="1"/>
            </p:cNvSpPr>
            <p:nvPr/>
          </p:nvSpPr>
          <p:spPr>
            <a:xfrm rot="5400000">
              <a:off x="1148468" y="747928"/>
              <a:ext cx="318591" cy="318591"/>
            </a:xfrm>
            <a:prstGeom prst="ellipse">
              <a:avLst/>
            </a:prstGeom>
            <a:gradFill>
              <a:gsLst>
                <a:gs pos="0">
                  <a:srgbClr val="FFF592">
                    <a:alpha val="4030"/>
                  </a:srgbClr>
                </a:gs>
                <a:gs pos="14286">
                  <a:srgbClr val="FFF592">
                    <a:alpha val="3710"/>
                  </a:srgbClr>
                </a:gs>
                <a:gs pos="28571">
                  <a:srgbClr val="FFF592">
                    <a:alpha val="2893"/>
                  </a:srgbClr>
                </a:gs>
                <a:gs pos="42857">
                  <a:srgbClr val="FFF592">
                    <a:alpha val="1907"/>
                  </a:srgbClr>
                </a:gs>
                <a:gs pos="57143">
                  <a:srgbClr val="FFF592">
                    <a:alpha val="1061"/>
                  </a:srgbClr>
                </a:gs>
                <a:gs pos="71429">
                  <a:srgbClr val="FFF592">
                    <a:alpha val="498"/>
                  </a:srgbClr>
                </a:gs>
                <a:gs pos="85714">
                  <a:srgbClr val="FFF592">
                    <a:alpha val="197"/>
                  </a:srgbClr>
                </a:gs>
                <a:gs pos="100000">
                  <a:srgbClr val="FFF592">
                    <a:alpha val="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Splat 675"/>
            <p:cNvSpPr>
              <a:spLocks noGrp="1"/>
            </p:cNvSpPr>
            <p:nvPr/>
          </p:nvSpPr>
          <p:spPr>
            <a:xfrm rot="5400000">
              <a:off x="3153460" y="1756027"/>
              <a:ext cx="317717" cy="317717"/>
            </a:xfrm>
            <a:prstGeom prst="ellipse">
              <a:avLst/>
            </a:prstGeom>
            <a:gradFill>
              <a:gsLst>
                <a:gs pos="0">
                  <a:srgbClr val="3FA7D3">
                    <a:alpha val="32968"/>
                  </a:srgbClr>
                </a:gs>
                <a:gs pos="14286">
                  <a:srgbClr val="3FA7D3">
                    <a:alpha val="30764"/>
                  </a:srgbClr>
                </a:gs>
                <a:gs pos="28571">
                  <a:srgbClr val="3FA7D3">
                    <a:alpha val="24833"/>
                  </a:srgbClr>
                </a:gs>
                <a:gs pos="42857">
                  <a:srgbClr val="3FA7D3">
                    <a:alpha val="17075"/>
                  </a:srgbClr>
                </a:gs>
                <a:gs pos="57143">
                  <a:srgbClr val="3FA7D3">
                    <a:alpha val="9855"/>
                  </a:srgbClr>
                </a:gs>
                <a:gs pos="71429">
                  <a:srgbClr val="3FA7D3">
                    <a:alpha val="4740"/>
                  </a:srgbClr>
                </a:gs>
                <a:gs pos="85714">
                  <a:srgbClr val="3FA7D3">
                    <a:alpha val="1902"/>
                  </a:srgbClr>
                </a:gs>
                <a:gs pos="100000">
                  <a:srgbClr val="3FA7D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Splat 676"/>
            <p:cNvSpPr>
              <a:spLocks noGrp="1"/>
            </p:cNvSpPr>
            <p:nvPr/>
          </p:nvSpPr>
          <p:spPr>
            <a:xfrm rot="5400000">
              <a:off x="1248491" y="1761970"/>
              <a:ext cx="222668" cy="222668"/>
            </a:xfrm>
            <a:prstGeom prst="ellipse">
              <a:avLst/>
            </a:prstGeom>
            <a:gradFill>
              <a:gsLst>
                <a:gs pos="0">
                  <a:srgbClr val="0090D1">
                    <a:alpha val="20709"/>
                  </a:srgbClr>
                </a:gs>
                <a:gs pos="14286">
                  <a:srgbClr val="0090D1">
                    <a:alpha val="19207"/>
                  </a:srgbClr>
                </a:gs>
                <a:gs pos="28571">
                  <a:srgbClr val="0090D1">
                    <a:alpha val="15261"/>
                  </a:srgbClr>
                </a:gs>
                <a:gs pos="42857">
                  <a:srgbClr val="0090D1">
                    <a:alpha val="10293"/>
                  </a:srgbClr>
                </a:gs>
                <a:gs pos="57143">
                  <a:srgbClr val="0090D1">
                    <a:alpha val="5841"/>
                  </a:srgbClr>
                </a:gs>
                <a:gs pos="71429">
                  <a:srgbClr val="0090D1">
                    <a:alpha val="2778"/>
                  </a:srgbClr>
                </a:gs>
                <a:gs pos="85714">
                  <a:srgbClr val="0090D1">
                    <a:alpha val="1108"/>
                  </a:srgbClr>
                </a:gs>
                <a:gs pos="100000">
                  <a:srgbClr val="0090D1">
                    <a:alpha val="3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Splat 677"/>
            <p:cNvSpPr>
              <a:spLocks noGrp="1"/>
            </p:cNvSpPr>
            <p:nvPr/>
          </p:nvSpPr>
          <p:spPr>
            <a:xfrm rot="5400000">
              <a:off x="813909" y="3520717"/>
              <a:ext cx="343953" cy="343953"/>
            </a:xfrm>
            <a:prstGeom prst="ellipse">
              <a:avLst/>
            </a:prstGeom>
            <a:gradFill>
              <a:gsLst>
                <a:gs pos="0">
                  <a:srgbClr val="0000D2">
                    <a:alpha val="32968"/>
                  </a:srgbClr>
                </a:gs>
                <a:gs pos="14286">
                  <a:srgbClr val="0000D2">
                    <a:alpha val="30764"/>
                  </a:srgbClr>
                </a:gs>
                <a:gs pos="28571">
                  <a:srgbClr val="0000D2">
                    <a:alpha val="24833"/>
                  </a:srgbClr>
                </a:gs>
                <a:gs pos="42857">
                  <a:srgbClr val="0000D2">
                    <a:alpha val="17075"/>
                  </a:srgbClr>
                </a:gs>
                <a:gs pos="57143">
                  <a:srgbClr val="0000D2">
                    <a:alpha val="9855"/>
                  </a:srgbClr>
                </a:gs>
                <a:gs pos="71429">
                  <a:srgbClr val="0000D2">
                    <a:alpha val="4740"/>
                  </a:srgbClr>
                </a:gs>
                <a:gs pos="85714">
                  <a:srgbClr val="0000D2">
                    <a:alpha val="1902"/>
                  </a:srgbClr>
                </a:gs>
                <a:gs pos="100000">
                  <a:srgbClr val="0000D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Splat 678"/>
            <p:cNvSpPr>
              <a:spLocks noGrp="1"/>
            </p:cNvSpPr>
            <p:nvPr/>
          </p:nvSpPr>
          <p:spPr>
            <a:xfrm rot="9205764">
              <a:off x="892969" y="1173559"/>
              <a:ext cx="328612" cy="91281"/>
            </a:xfrm>
            <a:prstGeom prst="ellipse">
              <a:avLst/>
            </a:prstGeom>
            <a:gradFill>
              <a:gsLst>
                <a:gs pos="0">
                  <a:srgbClr val="305200">
                    <a:alpha val="18512"/>
                  </a:srgbClr>
                </a:gs>
                <a:gs pos="14286">
                  <a:srgbClr val="305200">
                    <a:alpha val="17151"/>
                  </a:srgbClr>
                </a:gs>
                <a:gs pos="28571">
                  <a:srgbClr val="305200">
                    <a:alpha val="13592"/>
                  </a:srgbClr>
                </a:gs>
                <a:gs pos="42857">
                  <a:srgbClr val="305200">
                    <a:alpha val="9138"/>
                  </a:srgbClr>
                </a:gs>
                <a:gs pos="57143">
                  <a:srgbClr val="305200">
                    <a:alpha val="5171"/>
                  </a:srgbClr>
                </a:gs>
                <a:gs pos="71429">
                  <a:srgbClr val="305200">
                    <a:alpha val="2455"/>
                  </a:srgbClr>
                </a:gs>
                <a:gs pos="85714">
                  <a:srgbClr val="305200">
                    <a:alpha val="978"/>
                  </a:srgbClr>
                </a:gs>
                <a:gs pos="100000">
                  <a:srgbClr val="305200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Splat 679"/>
            <p:cNvSpPr>
              <a:spLocks noGrp="1"/>
            </p:cNvSpPr>
            <p:nvPr/>
          </p:nvSpPr>
          <p:spPr>
            <a:xfrm rot="5400000">
              <a:off x="1996746" y="2246315"/>
              <a:ext cx="305383" cy="305383"/>
            </a:xfrm>
            <a:prstGeom prst="ellipse">
              <a:avLst/>
            </a:prstGeom>
            <a:gradFill>
              <a:gsLst>
                <a:gs pos="0">
                  <a:srgbClr val="A66B64">
                    <a:alpha val="27814"/>
                  </a:srgbClr>
                </a:gs>
                <a:gs pos="14286">
                  <a:srgbClr val="A66B64">
                    <a:alpha val="25886"/>
                  </a:srgbClr>
                </a:gs>
                <a:gs pos="28571">
                  <a:srgbClr val="A66B64">
                    <a:alpha val="20752"/>
                  </a:srgbClr>
                </a:gs>
                <a:gs pos="42857">
                  <a:srgbClr val="A66B64">
                    <a:alpha val="14149"/>
                  </a:srgbClr>
                </a:gs>
                <a:gs pos="57143">
                  <a:srgbClr val="A66B64">
                    <a:alpha val="8106"/>
                  </a:srgbClr>
                </a:gs>
                <a:gs pos="71429">
                  <a:srgbClr val="A66B64">
                    <a:alpha val="3880"/>
                  </a:srgbClr>
                </a:gs>
                <a:gs pos="85714">
                  <a:srgbClr val="A66B64">
                    <a:alpha val="1553"/>
                  </a:srgbClr>
                </a:gs>
                <a:gs pos="100000">
                  <a:srgbClr val="A66B64">
                    <a:alpha val="5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Splat 680"/>
            <p:cNvSpPr>
              <a:spLocks noGrp="1"/>
            </p:cNvSpPr>
            <p:nvPr/>
          </p:nvSpPr>
          <p:spPr>
            <a:xfrm rot="5400000">
              <a:off x="2255443" y="341908"/>
              <a:ext cx="379615" cy="379615"/>
            </a:xfrm>
            <a:prstGeom prst="ellipse">
              <a:avLst/>
            </a:prstGeom>
            <a:gradFill>
              <a:gsLst>
                <a:gs pos="0">
                  <a:srgbClr val="23B900">
                    <a:alpha val="18951"/>
                  </a:srgbClr>
                </a:gs>
                <a:gs pos="14286">
                  <a:srgbClr val="23B900">
                    <a:alpha val="17562"/>
                  </a:srgbClr>
                </a:gs>
                <a:gs pos="28571">
                  <a:srgbClr val="23B900">
                    <a:alpha val="13925"/>
                  </a:srgbClr>
                </a:gs>
                <a:gs pos="42857">
                  <a:srgbClr val="23B900">
                    <a:alpha val="9367"/>
                  </a:srgbClr>
                </a:gs>
                <a:gs pos="57143">
                  <a:srgbClr val="23B900">
                    <a:alpha val="5304"/>
                  </a:srgbClr>
                </a:gs>
                <a:gs pos="71429">
                  <a:srgbClr val="23B900">
                    <a:alpha val="2519"/>
                  </a:srgbClr>
                </a:gs>
                <a:gs pos="85714">
                  <a:srgbClr val="23B900">
                    <a:alpha val="1004"/>
                  </a:srgbClr>
                </a:gs>
                <a:gs pos="100000">
                  <a:srgbClr val="23B900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Splat 681"/>
            <p:cNvSpPr>
              <a:spLocks noGrp="1"/>
            </p:cNvSpPr>
            <p:nvPr/>
          </p:nvSpPr>
          <p:spPr>
            <a:xfrm rot="9323035">
              <a:off x="4304737" y="2225922"/>
              <a:ext cx="280564" cy="77934"/>
            </a:xfrm>
            <a:prstGeom prst="ellipse">
              <a:avLst/>
            </a:prstGeom>
            <a:gradFill>
              <a:gsLst>
                <a:gs pos="0">
                  <a:srgbClr val="DDF4FF">
                    <a:alpha val="32968"/>
                  </a:srgbClr>
                </a:gs>
                <a:gs pos="14286">
                  <a:srgbClr val="DDF4FF">
                    <a:alpha val="30764"/>
                  </a:srgbClr>
                </a:gs>
                <a:gs pos="28571">
                  <a:srgbClr val="DDF4FF">
                    <a:alpha val="24833"/>
                  </a:srgbClr>
                </a:gs>
                <a:gs pos="42857">
                  <a:srgbClr val="DDF4FF">
                    <a:alpha val="17075"/>
                  </a:srgbClr>
                </a:gs>
                <a:gs pos="57143">
                  <a:srgbClr val="DDF4FF">
                    <a:alpha val="9855"/>
                  </a:srgbClr>
                </a:gs>
                <a:gs pos="71429">
                  <a:srgbClr val="DDF4FF">
                    <a:alpha val="4740"/>
                  </a:srgbClr>
                </a:gs>
                <a:gs pos="85714">
                  <a:srgbClr val="DDF4FF">
                    <a:alpha val="1902"/>
                  </a:srgbClr>
                </a:gs>
                <a:gs pos="100000">
                  <a:srgbClr val="DDF4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Splat 682"/>
            <p:cNvSpPr>
              <a:spLocks noGrp="1"/>
            </p:cNvSpPr>
            <p:nvPr/>
          </p:nvSpPr>
          <p:spPr>
            <a:xfrm rot="5400000">
              <a:off x="502790" y="4137275"/>
              <a:ext cx="310837" cy="310837"/>
            </a:xfrm>
            <a:prstGeom prst="ellipse">
              <a:avLst/>
            </a:prstGeom>
            <a:gradFill>
              <a:gsLst>
                <a:gs pos="0">
                  <a:srgbClr val="0000FF">
                    <a:alpha val="1819"/>
                  </a:srgbClr>
                </a:gs>
                <a:gs pos="14286">
                  <a:srgbClr val="0000FF">
                    <a:alpha val="1673"/>
                  </a:srgbClr>
                </a:gs>
                <a:gs pos="28571">
                  <a:srgbClr val="0000FF">
                    <a:alpha val="1301"/>
                  </a:srgbClr>
                </a:gs>
                <a:gs pos="42857">
                  <a:srgbClr val="0000FF">
                    <a:alpha val="855"/>
                  </a:srgbClr>
                </a:gs>
                <a:gs pos="57143">
                  <a:srgbClr val="0000FF">
                    <a:alpha val="475"/>
                  </a:srgbClr>
                </a:gs>
                <a:gs pos="71429">
                  <a:srgbClr val="0000FF">
                    <a:alpha val="223"/>
                  </a:srgbClr>
                </a:gs>
                <a:gs pos="85714">
                  <a:srgbClr val="0000FF">
                    <a:alpha val="88"/>
                  </a:srgbClr>
                </a:gs>
                <a:gs pos="100000">
                  <a:srgbClr val="0000FF">
                    <a:alpha val="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Splat 683"/>
            <p:cNvSpPr>
              <a:spLocks noGrp="1"/>
            </p:cNvSpPr>
            <p:nvPr/>
          </p:nvSpPr>
          <p:spPr>
            <a:xfrm rot="5400000">
              <a:off x="2834705" y="1629708"/>
              <a:ext cx="357682" cy="357682"/>
            </a:xfrm>
            <a:prstGeom prst="ellipse">
              <a:avLst/>
            </a:prstGeom>
            <a:gradFill>
              <a:gsLst>
                <a:gs pos="0">
                  <a:srgbClr val="7F2E32">
                    <a:alpha val="32968"/>
                  </a:srgbClr>
                </a:gs>
                <a:gs pos="14286">
                  <a:srgbClr val="7F2E32">
                    <a:alpha val="30764"/>
                  </a:srgbClr>
                </a:gs>
                <a:gs pos="28571">
                  <a:srgbClr val="7F2E32">
                    <a:alpha val="24833"/>
                  </a:srgbClr>
                </a:gs>
                <a:gs pos="42857">
                  <a:srgbClr val="7F2E32">
                    <a:alpha val="17075"/>
                  </a:srgbClr>
                </a:gs>
                <a:gs pos="57143">
                  <a:srgbClr val="7F2E32">
                    <a:alpha val="9855"/>
                  </a:srgbClr>
                </a:gs>
                <a:gs pos="71429">
                  <a:srgbClr val="7F2E32">
                    <a:alpha val="4740"/>
                  </a:srgbClr>
                </a:gs>
                <a:gs pos="85714">
                  <a:srgbClr val="7F2E32">
                    <a:alpha val="1902"/>
                  </a:srgbClr>
                </a:gs>
                <a:gs pos="100000">
                  <a:srgbClr val="7F2E3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Splat 684"/>
            <p:cNvSpPr>
              <a:spLocks noGrp="1"/>
            </p:cNvSpPr>
            <p:nvPr/>
          </p:nvSpPr>
          <p:spPr>
            <a:xfrm rot="5400000">
              <a:off x="751968" y="3787070"/>
              <a:ext cx="344996" cy="344996"/>
            </a:xfrm>
            <a:prstGeom prst="ellipse">
              <a:avLst/>
            </a:prstGeom>
            <a:gradFill>
              <a:gsLst>
                <a:gs pos="0">
                  <a:srgbClr val="0085FF">
                    <a:alpha val="32968"/>
                  </a:srgbClr>
                </a:gs>
                <a:gs pos="14286">
                  <a:srgbClr val="0085FF">
                    <a:alpha val="30764"/>
                  </a:srgbClr>
                </a:gs>
                <a:gs pos="28571">
                  <a:srgbClr val="0085FF">
                    <a:alpha val="24833"/>
                  </a:srgbClr>
                </a:gs>
                <a:gs pos="42857">
                  <a:srgbClr val="0085FF">
                    <a:alpha val="17075"/>
                  </a:srgbClr>
                </a:gs>
                <a:gs pos="57143">
                  <a:srgbClr val="0085FF">
                    <a:alpha val="9855"/>
                  </a:srgbClr>
                </a:gs>
                <a:gs pos="71429">
                  <a:srgbClr val="0085FF">
                    <a:alpha val="4740"/>
                  </a:srgbClr>
                </a:gs>
                <a:gs pos="85714">
                  <a:srgbClr val="0085FF">
                    <a:alpha val="1902"/>
                  </a:srgbClr>
                </a:gs>
                <a:gs pos="100000">
                  <a:srgbClr val="008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Splat 685"/>
            <p:cNvSpPr>
              <a:spLocks noGrp="1"/>
            </p:cNvSpPr>
            <p:nvPr/>
          </p:nvSpPr>
          <p:spPr>
            <a:xfrm rot="4867593">
              <a:off x="1483911" y="1813967"/>
              <a:ext cx="328612" cy="91281"/>
            </a:xfrm>
            <a:prstGeom prst="ellipse">
              <a:avLst/>
            </a:prstGeom>
            <a:gradFill>
              <a:gsLst>
                <a:gs pos="0">
                  <a:srgbClr val="776442">
                    <a:alpha val="27579"/>
                  </a:srgbClr>
                </a:gs>
                <a:gs pos="14286">
                  <a:srgbClr val="776442">
                    <a:alpha val="25664"/>
                  </a:srgbClr>
                </a:gs>
                <a:gs pos="28571">
                  <a:srgbClr val="776442">
                    <a:alpha val="20569"/>
                  </a:srgbClr>
                </a:gs>
                <a:gs pos="42857">
                  <a:srgbClr val="776442">
                    <a:alpha val="14019"/>
                  </a:srgbClr>
                </a:gs>
                <a:gs pos="57143">
                  <a:srgbClr val="776442">
                    <a:alpha val="8029"/>
                  </a:srgbClr>
                </a:gs>
                <a:gs pos="71429">
                  <a:srgbClr val="776442">
                    <a:alpha val="3842"/>
                  </a:srgbClr>
                </a:gs>
                <a:gs pos="85714">
                  <a:srgbClr val="776442">
                    <a:alpha val="1537"/>
                  </a:srgbClr>
                </a:gs>
                <a:gs pos="100000">
                  <a:srgbClr val="776442">
                    <a:alpha val="5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Splat 686"/>
            <p:cNvSpPr>
              <a:spLocks noGrp="1"/>
            </p:cNvSpPr>
            <p:nvPr/>
          </p:nvSpPr>
          <p:spPr>
            <a:xfrm rot="5400000">
              <a:off x="3218567" y="2031017"/>
              <a:ext cx="258106" cy="25810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Splat 687"/>
            <p:cNvSpPr>
              <a:spLocks noGrp="1"/>
            </p:cNvSpPr>
            <p:nvPr/>
          </p:nvSpPr>
          <p:spPr>
            <a:xfrm rot="5400000">
              <a:off x="460502" y="4070688"/>
              <a:ext cx="242069" cy="242069"/>
            </a:xfrm>
            <a:prstGeom prst="ellipse">
              <a:avLst/>
            </a:prstGeom>
            <a:gradFill>
              <a:gsLst>
                <a:gs pos="0">
                  <a:srgbClr val="FCFFFF">
                    <a:alpha val="10384"/>
                  </a:srgbClr>
                </a:gs>
                <a:gs pos="14286">
                  <a:srgbClr val="FCFFFF">
                    <a:alpha val="9586"/>
                  </a:srgbClr>
                </a:gs>
                <a:gs pos="28571">
                  <a:srgbClr val="FCFFFF">
                    <a:alpha val="7526"/>
                  </a:srgbClr>
                </a:gs>
                <a:gs pos="42857">
                  <a:srgbClr val="FCFFFF">
                    <a:alpha val="5003"/>
                  </a:srgbClr>
                </a:gs>
                <a:gs pos="57143">
                  <a:srgbClr val="FCFFFF">
                    <a:alpha val="2804"/>
                  </a:srgbClr>
                </a:gs>
                <a:gs pos="71429">
                  <a:srgbClr val="FCFFFF">
                    <a:alpha val="1322"/>
                  </a:srgbClr>
                </a:gs>
                <a:gs pos="85714">
                  <a:srgbClr val="FCFFFF">
                    <a:alpha val="525"/>
                  </a:srgbClr>
                </a:gs>
                <a:gs pos="100000">
                  <a:srgbClr val="FCFFFF">
                    <a:alpha val="1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Splat 688"/>
            <p:cNvSpPr>
              <a:spLocks noGrp="1"/>
            </p:cNvSpPr>
            <p:nvPr/>
          </p:nvSpPr>
          <p:spPr>
            <a:xfrm rot="5400000">
              <a:off x="2078685" y="3406800"/>
              <a:ext cx="310437" cy="310437"/>
            </a:xfrm>
            <a:prstGeom prst="ellipse">
              <a:avLst/>
            </a:prstGeom>
            <a:gradFill>
              <a:gsLst>
                <a:gs pos="0">
                  <a:srgbClr val="D8D7FF">
                    <a:alpha val="14598"/>
                  </a:srgbClr>
                </a:gs>
                <a:gs pos="14286">
                  <a:srgbClr val="D8D7FF">
                    <a:alpha val="13501"/>
                  </a:srgbClr>
                </a:gs>
                <a:gs pos="28571">
                  <a:srgbClr val="D8D7FF">
                    <a:alpha val="10650"/>
                  </a:srgbClr>
                </a:gs>
                <a:gs pos="42857">
                  <a:srgbClr val="D8D7FF">
                    <a:alpha val="7120"/>
                  </a:srgbClr>
                </a:gs>
                <a:gs pos="57143">
                  <a:srgbClr val="D8D7FF">
                    <a:alpha val="4010"/>
                  </a:srgbClr>
                </a:gs>
                <a:gs pos="71429">
                  <a:srgbClr val="D8D7FF">
                    <a:alpha val="1898"/>
                  </a:srgbClr>
                </a:gs>
                <a:gs pos="85714">
                  <a:srgbClr val="D8D7FF">
                    <a:alpha val="755"/>
                  </a:srgbClr>
                </a:gs>
                <a:gs pos="100000">
                  <a:srgbClr val="D8D7FF">
                    <a:alpha val="2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Splat 689"/>
            <p:cNvSpPr>
              <a:spLocks noGrp="1"/>
            </p:cNvSpPr>
            <p:nvPr/>
          </p:nvSpPr>
          <p:spPr>
            <a:xfrm rot="9459460">
              <a:off x="451632" y="4138242"/>
              <a:ext cx="328612" cy="91281"/>
            </a:xfrm>
            <a:prstGeom prst="ellipse">
              <a:avLst/>
            </a:prstGeom>
            <a:gradFill>
              <a:gsLst>
                <a:gs pos="0">
                  <a:srgbClr val="E0CCEC">
                    <a:alpha val="32968"/>
                  </a:srgbClr>
                </a:gs>
                <a:gs pos="14286">
                  <a:srgbClr val="E0CCEC">
                    <a:alpha val="30764"/>
                  </a:srgbClr>
                </a:gs>
                <a:gs pos="28571">
                  <a:srgbClr val="E0CCEC">
                    <a:alpha val="24833"/>
                  </a:srgbClr>
                </a:gs>
                <a:gs pos="42857">
                  <a:srgbClr val="E0CCEC">
                    <a:alpha val="17075"/>
                  </a:srgbClr>
                </a:gs>
                <a:gs pos="57143">
                  <a:srgbClr val="E0CCEC">
                    <a:alpha val="9855"/>
                  </a:srgbClr>
                </a:gs>
                <a:gs pos="71429">
                  <a:srgbClr val="E0CCEC">
                    <a:alpha val="4740"/>
                  </a:srgbClr>
                </a:gs>
                <a:gs pos="85714">
                  <a:srgbClr val="E0CCEC">
                    <a:alpha val="1902"/>
                  </a:srgbClr>
                </a:gs>
                <a:gs pos="100000">
                  <a:srgbClr val="E0CCE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Splat 690"/>
            <p:cNvSpPr>
              <a:spLocks noGrp="1"/>
            </p:cNvSpPr>
            <p:nvPr/>
          </p:nvSpPr>
          <p:spPr>
            <a:xfrm rot="6106997">
              <a:off x="1540599" y="1615709"/>
              <a:ext cx="328612" cy="179023"/>
            </a:xfrm>
            <a:prstGeom prst="ellipse">
              <a:avLst/>
            </a:prstGeom>
            <a:gradFill>
              <a:gsLst>
                <a:gs pos="0">
                  <a:srgbClr val="007F85">
                    <a:alpha val="17559"/>
                  </a:srgbClr>
                </a:gs>
                <a:gs pos="14286">
                  <a:srgbClr val="007F85">
                    <a:alpha val="16262"/>
                  </a:srgbClr>
                </a:gs>
                <a:gs pos="28571">
                  <a:srgbClr val="007F85">
                    <a:alpha val="12872"/>
                  </a:srgbClr>
                </a:gs>
                <a:gs pos="42857">
                  <a:srgbClr val="007F85">
                    <a:alpha val="8642"/>
                  </a:srgbClr>
                </a:gs>
                <a:gs pos="57143">
                  <a:srgbClr val="007F85">
                    <a:alpha val="4885"/>
                  </a:srgbClr>
                </a:gs>
                <a:gs pos="71429">
                  <a:srgbClr val="007F85">
                    <a:alpha val="2317"/>
                  </a:srgbClr>
                </a:gs>
                <a:gs pos="85714">
                  <a:srgbClr val="007F85">
                    <a:alpha val="923"/>
                  </a:srgbClr>
                </a:gs>
                <a:gs pos="100000">
                  <a:srgbClr val="007F85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Splat 691"/>
            <p:cNvSpPr>
              <a:spLocks noGrp="1"/>
            </p:cNvSpPr>
            <p:nvPr/>
          </p:nvSpPr>
          <p:spPr>
            <a:xfrm rot="5400000">
              <a:off x="1265123" y="3779779"/>
              <a:ext cx="317546" cy="317546"/>
            </a:xfrm>
            <a:prstGeom prst="ellipse">
              <a:avLst/>
            </a:prstGeom>
            <a:gradFill>
              <a:gsLst>
                <a:gs pos="0">
                  <a:srgbClr val="C9FFFF">
                    <a:alpha val="32968"/>
                  </a:srgbClr>
                </a:gs>
                <a:gs pos="14286">
                  <a:srgbClr val="C9FFFF">
                    <a:alpha val="30764"/>
                  </a:srgbClr>
                </a:gs>
                <a:gs pos="28571">
                  <a:srgbClr val="C9FFFF">
                    <a:alpha val="24833"/>
                  </a:srgbClr>
                </a:gs>
                <a:gs pos="42857">
                  <a:srgbClr val="C9FFFF">
                    <a:alpha val="17075"/>
                  </a:srgbClr>
                </a:gs>
                <a:gs pos="57143">
                  <a:srgbClr val="C9FFFF">
                    <a:alpha val="9855"/>
                  </a:srgbClr>
                </a:gs>
                <a:gs pos="71429">
                  <a:srgbClr val="C9FFFF">
                    <a:alpha val="4740"/>
                  </a:srgbClr>
                </a:gs>
                <a:gs pos="85714">
                  <a:srgbClr val="C9FFFF">
                    <a:alpha val="1902"/>
                  </a:srgbClr>
                </a:gs>
                <a:gs pos="100000">
                  <a:srgbClr val="C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Splat 692"/>
            <p:cNvSpPr>
              <a:spLocks noGrp="1"/>
            </p:cNvSpPr>
            <p:nvPr/>
          </p:nvSpPr>
          <p:spPr>
            <a:xfrm rot="5400000">
              <a:off x="2694106" y="1361052"/>
              <a:ext cx="328612" cy="328612"/>
            </a:xfrm>
            <a:prstGeom prst="ellipse">
              <a:avLst/>
            </a:prstGeom>
            <a:gradFill>
              <a:gsLst>
                <a:gs pos="0">
                  <a:srgbClr val="00003C">
                    <a:alpha val="29208"/>
                  </a:srgbClr>
                </a:gs>
                <a:gs pos="14286">
                  <a:srgbClr val="00003C">
                    <a:alpha val="27202"/>
                  </a:srgbClr>
                </a:gs>
                <a:gs pos="28571">
                  <a:srgbClr val="00003C">
                    <a:alpha val="21847"/>
                  </a:srgbClr>
                </a:gs>
                <a:gs pos="42857">
                  <a:srgbClr val="00003C">
                    <a:alpha val="14929"/>
                  </a:srgbClr>
                </a:gs>
                <a:gs pos="57143">
                  <a:srgbClr val="00003C">
                    <a:alpha val="8570"/>
                  </a:srgbClr>
                </a:gs>
                <a:gs pos="71429">
                  <a:srgbClr val="00003C">
                    <a:alpha val="4107"/>
                  </a:srgbClr>
                </a:gs>
                <a:gs pos="85714">
                  <a:srgbClr val="00003C">
                    <a:alpha val="1645"/>
                  </a:srgbClr>
                </a:gs>
                <a:gs pos="100000">
                  <a:srgbClr val="00003C">
                    <a:alpha val="5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Splat 693"/>
            <p:cNvSpPr>
              <a:spLocks noGrp="1"/>
            </p:cNvSpPr>
            <p:nvPr/>
          </p:nvSpPr>
          <p:spPr>
            <a:xfrm rot="5400000">
              <a:off x="1638807" y="3427189"/>
              <a:ext cx="357427" cy="357427"/>
            </a:xfrm>
            <a:prstGeom prst="ellipse">
              <a:avLst/>
            </a:prstGeom>
            <a:gradFill>
              <a:gsLst>
                <a:gs pos="0">
                  <a:srgbClr val="5E5D00">
                    <a:alpha val="32968"/>
                  </a:srgbClr>
                </a:gs>
                <a:gs pos="14286">
                  <a:srgbClr val="5E5D00">
                    <a:alpha val="30764"/>
                  </a:srgbClr>
                </a:gs>
                <a:gs pos="28571">
                  <a:srgbClr val="5E5D00">
                    <a:alpha val="24833"/>
                  </a:srgbClr>
                </a:gs>
                <a:gs pos="42857">
                  <a:srgbClr val="5E5D00">
                    <a:alpha val="17075"/>
                  </a:srgbClr>
                </a:gs>
                <a:gs pos="57143">
                  <a:srgbClr val="5E5D00">
                    <a:alpha val="9855"/>
                  </a:srgbClr>
                </a:gs>
                <a:gs pos="71429">
                  <a:srgbClr val="5E5D00">
                    <a:alpha val="4740"/>
                  </a:srgbClr>
                </a:gs>
                <a:gs pos="85714">
                  <a:srgbClr val="5E5D00">
                    <a:alpha val="1902"/>
                  </a:srgbClr>
                </a:gs>
                <a:gs pos="100000">
                  <a:srgbClr val="5E5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Splat 694"/>
            <p:cNvSpPr>
              <a:spLocks noGrp="1"/>
            </p:cNvSpPr>
            <p:nvPr/>
          </p:nvSpPr>
          <p:spPr>
            <a:xfrm rot="-10090093">
              <a:off x="1073944" y="2249884"/>
              <a:ext cx="328613" cy="91281"/>
            </a:xfrm>
            <a:prstGeom prst="ellipse">
              <a:avLst/>
            </a:prstGeom>
            <a:gradFill>
              <a:gsLst>
                <a:gs pos="0">
                  <a:srgbClr val="0062BD">
                    <a:alpha val="32968"/>
                  </a:srgbClr>
                </a:gs>
                <a:gs pos="14286">
                  <a:srgbClr val="0062BD">
                    <a:alpha val="30764"/>
                  </a:srgbClr>
                </a:gs>
                <a:gs pos="28571">
                  <a:srgbClr val="0062BD">
                    <a:alpha val="24833"/>
                  </a:srgbClr>
                </a:gs>
                <a:gs pos="42857">
                  <a:srgbClr val="0062BD">
                    <a:alpha val="17075"/>
                  </a:srgbClr>
                </a:gs>
                <a:gs pos="57143">
                  <a:srgbClr val="0062BD">
                    <a:alpha val="9855"/>
                  </a:srgbClr>
                </a:gs>
                <a:gs pos="71429">
                  <a:srgbClr val="0062BD">
                    <a:alpha val="4740"/>
                  </a:srgbClr>
                </a:gs>
                <a:gs pos="85714">
                  <a:srgbClr val="0062BD">
                    <a:alpha val="1902"/>
                  </a:srgbClr>
                </a:gs>
                <a:gs pos="100000">
                  <a:srgbClr val="0062B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Splat 695"/>
            <p:cNvSpPr>
              <a:spLocks noGrp="1"/>
            </p:cNvSpPr>
            <p:nvPr/>
          </p:nvSpPr>
          <p:spPr>
            <a:xfrm rot="9633431">
              <a:off x="1622851" y="3695304"/>
              <a:ext cx="328613" cy="91281"/>
            </a:xfrm>
            <a:prstGeom prst="ellipse">
              <a:avLst/>
            </a:prstGeom>
            <a:gradFill>
              <a:gsLst>
                <a:gs pos="0">
                  <a:srgbClr val="E8F5FF">
                    <a:alpha val="30183"/>
                  </a:srgbClr>
                </a:gs>
                <a:gs pos="14286">
                  <a:srgbClr val="E8F5FF">
                    <a:alpha val="28124"/>
                  </a:srgbClr>
                </a:gs>
                <a:gs pos="28571">
                  <a:srgbClr val="E8F5FF">
                    <a:alpha val="22617"/>
                  </a:srgbClr>
                </a:gs>
                <a:gs pos="42857">
                  <a:srgbClr val="E8F5FF">
                    <a:alpha val="15480"/>
                  </a:srgbClr>
                </a:gs>
                <a:gs pos="57143">
                  <a:srgbClr val="E8F5FF">
                    <a:alpha val="8898"/>
                  </a:srgbClr>
                </a:gs>
                <a:gs pos="71429">
                  <a:srgbClr val="E8F5FF">
                    <a:alpha val="4268"/>
                  </a:srgbClr>
                </a:gs>
                <a:gs pos="85714">
                  <a:srgbClr val="E8F5FF">
                    <a:alpha val="1710"/>
                  </a:srgbClr>
                </a:gs>
                <a:gs pos="100000">
                  <a:srgbClr val="E8F5FF">
                    <a:alpha val="5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Splat 696"/>
            <p:cNvSpPr>
              <a:spLocks noGrp="1"/>
            </p:cNvSpPr>
            <p:nvPr/>
          </p:nvSpPr>
          <p:spPr>
            <a:xfrm rot="10343469">
              <a:off x="1286025" y="893092"/>
              <a:ext cx="328612" cy="183864"/>
            </a:xfrm>
            <a:prstGeom prst="ellipse">
              <a:avLst/>
            </a:prstGeom>
            <a:gradFill>
              <a:gsLst>
                <a:gs pos="0">
                  <a:srgbClr val="0000D4">
                    <a:alpha val="2074"/>
                  </a:srgbClr>
                </a:gs>
                <a:gs pos="14286">
                  <a:srgbClr val="0000D4">
                    <a:alpha val="1908"/>
                  </a:srgbClr>
                </a:gs>
                <a:gs pos="28571">
                  <a:srgbClr val="0000D4">
                    <a:alpha val="1484"/>
                  </a:srgbClr>
                </a:gs>
                <a:gs pos="42857">
                  <a:srgbClr val="0000D4">
                    <a:alpha val="976"/>
                  </a:srgbClr>
                </a:gs>
                <a:gs pos="57143">
                  <a:srgbClr val="0000D4">
                    <a:alpha val="542"/>
                  </a:srgbClr>
                </a:gs>
                <a:gs pos="71429">
                  <a:srgbClr val="0000D4">
                    <a:alpha val="254"/>
                  </a:srgbClr>
                </a:gs>
                <a:gs pos="85714">
                  <a:srgbClr val="0000D4">
                    <a:alpha val="101"/>
                  </a:srgbClr>
                </a:gs>
                <a:gs pos="100000">
                  <a:srgbClr val="0000D4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Splat 697"/>
            <p:cNvSpPr>
              <a:spLocks noGrp="1"/>
            </p:cNvSpPr>
            <p:nvPr/>
          </p:nvSpPr>
          <p:spPr>
            <a:xfrm rot="5400000">
              <a:off x="1243661" y="4344617"/>
              <a:ext cx="357736" cy="35773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Splat 698"/>
            <p:cNvSpPr>
              <a:spLocks noGrp="1"/>
            </p:cNvSpPr>
            <p:nvPr/>
          </p:nvSpPr>
          <p:spPr>
            <a:xfrm rot="5400000">
              <a:off x="1938799" y="3353397"/>
              <a:ext cx="277502" cy="277502"/>
            </a:xfrm>
            <a:prstGeom prst="ellipse">
              <a:avLst/>
            </a:prstGeom>
            <a:gradFill>
              <a:gsLst>
                <a:gs pos="0">
                  <a:srgbClr val="000058">
                    <a:alpha val="32968"/>
                  </a:srgbClr>
                </a:gs>
                <a:gs pos="14286">
                  <a:srgbClr val="000058">
                    <a:alpha val="30764"/>
                  </a:srgbClr>
                </a:gs>
                <a:gs pos="28571">
                  <a:srgbClr val="000058">
                    <a:alpha val="24833"/>
                  </a:srgbClr>
                </a:gs>
                <a:gs pos="42857">
                  <a:srgbClr val="000058">
                    <a:alpha val="17075"/>
                  </a:srgbClr>
                </a:gs>
                <a:gs pos="57143">
                  <a:srgbClr val="000058">
                    <a:alpha val="9855"/>
                  </a:srgbClr>
                </a:gs>
                <a:gs pos="71429">
                  <a:srgbClr val="000058">
                    <a:alpha val="4740"/>
                  </a:srgbClr>
                </a:gs>
                <a:gs pos="85714">
                  <a:srgbClr val="000058">
                    <a:alpha val="1902"/>
                  </a:srgbClr>
                </a:gs>
                <a:gs pos="100000">
                  <a:srgbClr val="00005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Splat 699"/>
            <p:cNvSpPr>
              <a:spLocks noGrp="1"/>
            </p:cNvSpPr>
            <p:nvPr/>
          </p:nvSpPr>
          <p:spPr>
            <a:xfrm rot="6563838">
              <a:off x="1535004" y="2547779"/>
              <a:ext cx="328612" cy="98246"/>
            </a:xfrm>
            <a:prstGeom prst="ellipse">
              <a:avLst/>
            </a:prstGeom>
            <a:gradFill>
              <a:gsLst>
                <a:gs pos="0">
                  <a:srgbClr val="BC8DDF">
                    <a:alpha val="25616"/>
                  </a:srgbClr>
                </a:gs>
                <a:gs pos="14286">
                  <a:srgbClr val="BC8DDF">
                    <a:alpha val="23814"/>
                  </a:srgbClr>
                </a:gs>
                <a:gs pos="28571">
                  <a:srgbClr val="BC8DDF">
                    <a:alpha val="19038"/>
                  </a:srgbClr>
                </a:gs>
                <a:gs pos="42857">
                  <a:srgbClr val="BC8DDF">
                    <a:alpha val="12935"/>
                  </a:srgbClr>
                </a:gs>
                <a:gs pos="57143">
                  <a:srgbClr val="BC8DDF">
                    <a:alpha val="7388"/>
                  </a:srgbClr>
                </a:gs>
                <a:gs pos="71429">
                  <a:srgbClr val="BC8DDF">
                    <a:alpha val="3529"/>
                  </a:srgbClr>
                </a:gs>
                <a:gs pos="85714">
                  <a:srgbClr val="BC8DDF">
                    <a:alpha val="1411"/>
                  </a:srgbClr>
                </a:gs>
                <a:gs pos="100000">
                  <a:srgbClr val="BC8DDF">
                    <a:alpha val="4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Splat 700"/>
            <p:cNvSpPr>
              <a:spLocks noGrp="1"/>
            </p:cNvSpPr>
            <p:nvPr/>
          </p:nvSpPr>
          <p:spPr>
            <a:xfrm rot="7210473">
              <a:off x="794524" y="1812165"/>
              <a:ext cx="328612" cy="91281"/>
            </a:xfrm>
            <a:prstGeom prst="ellipse">
              <a:avLst/>
            </a:prstGeom>
            <a:gradFill>
              <a:gsLst>
                <a:gs pos="0">
                  <a:srgbClr val="EEC984">
                    <a:alpha val="30586"/>
                  </a:srgbClr>
                </a:gs>
                <a:gs pos="14286">
                  <a:srgbClr val="EEC984">
                    <a:alpha val="28506"/>
                  </a:srgbClr>
                </a:gs>
                <a:gs pos="28571">
                  <a:srgbClr val="EEC984">
                    <a:alpha val="22936"/>
                  </a:srgbClr>
                </a:gs>
                <a:gs pos="42857">
                  <a:srgbClr val="EEC984">
                    <a:alpha val="15709"/>
                  </a:srgbClr>
                </a:gs>
                <a:gs pos="57143">
                  <a:srgbClr val="EEC984">
                    <a:alpha val="9035"/>
                  </a:srgbClr>
                </a:gs>
                <a:gs pos="71429">
                  <a:srgbClr val="EEC984">
                    <a:alpha val="4336"/>
                  </a:srgbClr>
                </a:gs>
                <a:gs pos="85714">
                  <a:srgbClr val="EEC984">
                    <a:alpha val="1737"/>
                  </a:srgbClr>
                </a:gs>
                <a:gs pos="100000">
                  <a:srgbClr val="EEC984">
                    <a:alpha val="5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Splat 701"/>
            <p:cNvSpPr>
              <a:spLocks noGrp="1"/>
            </p:cNvSpPr>
            <p:nvPr/>
          </p:nvSpPr>
          <p:spPr>
            <a:xfrm rot="5400000">
              <a:off x="2131219" y="2426494"/>
              <a:ext cx="328612" cy="328612"/>
            </a:xfrm>
            <a:prstGeom prst="ellipse">
              <a:avLst/>
            </a:prstGeom>
            <a:gradFill>
              <a:gsLst>
                <a:gs pos="0">
                  <a:srgbClr val="8B628F">
                    <a:alpha val="32968"/>
                  </a:srgbClr>
                </a:gs>
                <a:gs pos="14286">
                  <a:srgbClr val="8B628F">
                    <a:alpha val="30764"/>
                  </a:srgbClr>
                </a:gs>
                <a:gs pos="28571">
                  <a:srgbClr val="8B628F">
                    <a:alpha val="24833"/>
                  </a:srgbClr>
                </a:gs>
                <a:gs pos="42857">
                  <a:srgbClr val="8B628F">
                    <a:alpha val="17075"/>
                  </a:srgbClr>
                </a:gs>
                <a:gs pos="57143">
                  <a:srgbClr val="8B628F">
                    <a:alpha val="9855"/>
                  </a:srgbClr>
                </a:gs>
                <a:gs pos="71429">
                  <a:srgbClr val="8B628F">
                    <a:alpha val="4740"/>
                  </a:srgbClr>
                </a:gs>
                <a:gs pos="85714">
                  <a:srgbClr val="8B628F">
                    <a:alpha val="1902"/>
                  </a:srgbClr>
                </a:gs>
                <a:gs pos="100000">
                  <a:srgbClr val="8B628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Splat 702"/>
            <p:cNvSpPr>
              <a:spLocks noGrp="1"/>
            </p:cNvSpPr>
            <p:nvPr/>
          </p:nvSpPr>
          <p:spPr>
            <a:xfrm rot="5400000">
              <a:off x="1876210" y="2771501"/>
              <a:ext cx="246574" cy="246574"/>
            </a:xfrm>
            <a:prstGeom prst="ellipse">
              <a:avLst/>
            </a:prstGeom>
            <a:gradFill>
              <a:gsLst>
                <a:gs pos="0">
                  <a:srgbClr val="000028">
                    <a:alpha val="32644"/>
                  </a:srgbClr>
                </a:gs>
                <a:gs pos="14286">
                  <a:srgbClr val="000028">
                    <a:alpha val="30456"/>
                  </a:srgbClr>
                </a:gs>
                <a:gs pos="28571">
                  <a:srgbClr val="000028">
                    <a:alpha val="24574"/>
                  </a:srgbClr>
                </a:gs>
                <a:gs pos="42857">
                  <a:srgbClr val="000028">
                    <a:alpha val="16888"/>
                  </a:srgbClr>
                </a:gs>
                <a:gs pos="57143">
                  <a:srgbClr val="000028">
                    <a:alpha val="9742"/>
                  </a:srgbClr>
                </a:gs>
                <a:gs pos="71429">
                  <a:srgbClr val="000028">
                    <a:alpha val="4685"/>
                  </a:srgbClr>
                </a:gs>
                <a:gs pos="85714">
                  <a:srgbClr val="000028">
                    <a:alpha val="1879"/>
                  </a:srgbClr>
                </a:gs>
                <a:gs pos="100000">
                  <a:srgbClr val="000028">
                    <a:alpha val="6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Splat 703"/>
            <p:cNvSpPr>
              <a:spLocks noGrp="1"/>
            </p:cNvSpPr>
            <p:nvPr/>
          </p:nvSpPr>
          <p:spPr>
            <a:xfrm rot="5400000">
              <a:off x="2645464" y="1188678"/>
              <a:ext cx="318843" cy="318843"/>
            </a:xfrm>
            <a:prstGeom prst="ellipse">
              <a:avLst/>
            </a:prstGeom>
            <a:gradFill>
              <a:gsLst>
                <a:gs pos="0">
                  <a:srgbClr val="00AA4D">
                    <a:alpha val="15392"/>
                  </a:srgbClr>
                </a:gs>
                <a:gs pos="14286">
                  <a:srgbClr val="00AA4D">
                    <a:alpha val="14240"/>
                  </a:srgbClr>
                </a:gs>
                <a:gs pos="28571">
                  <a:srgbClr val="00AA4D">
                    <a:alpha val="11244"/>
                  </a:srgbClr>
                </a:gs>
                <a:gs pos="42857">
                  <a:srgbClr val="00AA4D">
                    <a:alpha val="7525"/>
                  </a:srgbClr>
                </a:gs>
                <a:gs pos="57143">
                  <a:srgbClr val="00AA4D">
                    <a:alpha val="4242"/>
                  </a:srgbClr>
                </a:gs>
                <a:gs pos="71429">
                  <a:srgbClr val="00AA4D">
                    <a:alpha val="2009"/>
                  </a:srgbClr>
                </a:gs>
                <a:gs pos="85714">
                  <a:srgbClr val="00AA4D">
                    <a:alpha val="799"/>
                  </a:srgbClr>
                </a:gs>
                <a:gs pos="100000">
                  <a:srgbClr val="00AA4D">
                    <a:alpha val="2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Splat 704"/>
            <p:cNvSpPr>
              <a:spLocks noGrp="1"/>
            </p:cNvSpPr>
            <p:nvPr/>
          </p:nvSpPr>
          <p:spPr>
            <a:xfrm rot="5400000">
              <a:off x="3257290" y="1632180"/>
              <a:ext cx="391414" cy="391414"/>
            </a:xfrm>
            <a:prstGeom prst="ellipse">
              <a:avLst/>
            </a:prstGeom>
            <a:gradFill>
              <a:gsLst>
                <a:gs pos="0">
                  <a:srgbClr val="6FC28B">
                    <a:alpha val="24583"/>
                  </a:srgbClr>
                </a:gs>
                <a:gs pos="14286">
                  <a:srgbClr val="6FC28B">
                    <a:alpha val="22843"/>
                  </a:srgbClr>
                </a:gs>
                <a:gs pos="28571">
                  <a:srgbClr val="6FC28B">
                    <a:alpha val="18237"/>
                  </a:srgbClr>
                </a:gs>
                <a:gs pos="42857">
                  <a:srgbClr val="6FC28B">
                    <a:alpha val="12372"/>
                  </a:srgbClr>
                </a:gs>
                <a:gs pos="57143">
                  <a:srgbClr val="6FC28B">
                    <a:alpha val="7057"/>
                  </a:srgbClr>
                </a:gs>
                <a:gs pos="71429">
                  <a:srgbClr val="6FC28B">
                    <a:alpha val="3368"/>
                  </a:srgbClr>
                </a:gs>
                <a:gs pos="85714">
                  <a:srgbClr val="6FC28B">
                    <a:alpha val="1345"/>
                  </a:srgbClr>
                </a:gs>
                <a:gs pos="100000">
                  <a:srgbClr val="6FC28B">
                    <a:alpha val="4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Splat 705"/>
            <p:cNvSpPr>
              <a:spLocks noGrp="1"/>
            </p:cNvSpPr>
            <p:nvPr/>
          </p:nvSpPr>
          <p:spPr>
            <a:xfrm rot="5400000">
              <a:off x="2207505" y="3215846"/>
              <a:ext cx="280564" cy="28056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Splat 706"/>
            <p:cNvSpPr>
              <a:spLocks noGrp="1"/>
            </p:cNvSpPr>
            <p:nvPr/>
          </p:nvSpPr>
          <p:spPr>
            <a:xfrm rot="5400000">
              <a:off x="2264715" y="2612698"/>
              <a:ext cx="250699" cy="250699"/>
            </a:xfrm>
            <a:prstGeom prst="ellipse">
              <a:avLst/>
            </a:prstGeom>
            <a:gradFill>
              <a:gsLst>
                <a:gs pos="0">
                  <a:srgbClr val="FFBAF4">
                    <a:alpha val="5250"/>
                  </a:srgbClr>
                </a:gs>
                <a:gs pos="14286">
                  <a:srgbClr val="FFBAF4">
                    <a:alpha val="4835"/>
                  </a:srgbClr>
                </a:gs>
                <a:gs pos="28571">
                  <a:srgbClr val="FFBAF4">
                    <a:alpha val="3775"/>
                  </a:srgbClr>
                </a:gs>
                <a:gs pos="42857">
                  <a:srgbClr val="FFBAF4">
                    <a:alpha val="2493"/>
                  </a:srgbClr>
                </a:gs>
                <a:gs pos="57143">
                  <a:srgbClr val="FFBAF4">
                    <a:alpha val="1389"/>
                  </a:srgbClr>
                </a:gs>
                <a:gs pos="71429">
                  <a:srgbClr val="FFBAF4">
                    <a:alpha val="653"/>
                  </a:srgbClr>
                </a:gs>
                <a:gs pos="85714">
                  <a:srgbClr val="FFBAF4">
                    <a:alpha val="259"/>
                  </a:srgbClr>
                </a:gs>
                <a:gs pos="100000">
                  <a:srgbClr val="FFBAF4">
                    <a:alpha val="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Splat 707"/>
            <p:cNvSpPr>
              <a:spLocks noGrp="1"/>
            </p:cNvSpPr>
            <p:nvPr/>
          </p:nvSpPr>
          <p:spPr>
            <a:xfrm rot="4384433">
              <a:off x="2006429" y="3038500"/>
              <a:ext cx="216158" cy="60044"/>
            </a:xfrm>
            <a:prstGeom prst="ellipse">
              <a:avLst/>
            </a:prstGeom>
            <a:gradFill>
              <a:gsLst>
                <a:gs pos="0">
                  <a:srgbClr val="FFFFFF">
                    <a:alpha val="30912"/>
                  </a:srgbClr>
                </a:gs>
                <a:gs pos="14286">
                  <a:srgbClr val="FFFFFF">
                    <a:alpha val="28814"/>
                  </a:srgbClr>
                </a:gs>
                <a:gs pos="28571">
                  <a:srgbClr val="FFFFFF">
                    <a:alpha val="23195"/>
                  </a:srgbClr>
                </a:gs>
                <a:gs pos="42857">
                  <a:srgbClr val="FFFFFF">
                    <a:alpha val="15894"/>
                  </a:srgbClr>
                </a:gs>
                <a:gs pos="57143">
                  <a:srgbClr val="FFFFFF">
                    <a:alpha val="9146"/>
                  </a:srgbClr>
                </a:gs>
                <a:gs pos="71429">
                  <a:srgbClr val="FFFFFF">
                    <a:alpha val="4390"/>
                  </a:srgbClr>
                </a:gs>
                <a:gs pos="85714">
                  <a:srgbClr val="FFFFFF">
                    <a:alpha val="1760"/>
                  </a:srgbClr>
                </a:gs>
                <a:gs pos="100000">
                  <a:srgbClr val="FFFFFF">
                    <a:alpha val="5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Splat 708"/>
            <p:cNvSpPr>
              <a:spLocks noGrp="1"/>
            </p:cNvSpPr>
            <p:nvPr/>
          </p:nvSpPr>
          <p:spPr>
            <a:xfrm rot="5400000">
              <a:off x="3059976" y="2262070"/>
              <a:ext cx="303444" cy="303444"/>
            </a:xfrm>
            <a:prstGeom prst="ellipse">
              <a:avLst/>
            </a:prstGeom>
            <a:gradFill>
              <a:gsLst>
                <a:gs pos="0">
                  <a:srgbClr val="5EFFFF">
                    <a:alpha val="32968"/>
                  </a:srgbClr>
                </a:gs>
                <a:gs pos="14286">
                  <a:srgbClr val="5EFFFF">
                    <a:alpha val="30764"/>
                  </a:srgbClr>
                </a:gs>
                <a:gs pos="28571">
                  <a:srgbClr val="5EFFFF">
                    <a:alpha val="24833"/>
                  </a:srgbClr>
                </a:gs>
                <a:gs pos="42857">
                  <a:srgbClr val="5EFFFF">
                    <a:alpha val="17075"/>
                  </a:srgbClr>
                </a:gs>
                <a:gs pos="57143">
                  <a:srgbClr val="5EFFFF">
                    <a:alpha val="9855"/>
                  </a:srgbClr>
                </a:gs>
                <a:gs pos="71429">
                  <a:srgbClr val="5EFFFF">
                    <a:alpha val="4740"/>
                  </a:srgbClr>
                </a:gs>
                <a:gs pos="85714">
                  <a:srgbClr val="5EFFFF">
                    <a:alpha val="1902"/>
                  </a:srgbClr>
                </a:gs>
                <a:gs pos="100000">
                  <a:srgbClr val="5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Splat 709"/>
            <p:cNvSpPr>
              <a:spLocks noGrp="1"/>
            </p:cNvSpPr>
            <p:nvPr/>
          </p:nvSpPr>
          <p:spPr>
            <a:xfrm rot="3338673">
              <a:off x="2959894" y="1691812"/>
              <a:ext cx="328612" cy="102526"/>
            </a:xfrm>
            <a:prstGeom prst="ellipse">
              <a:avLst/>
            </a:prstGeom>
            <a:gradFill>
              <a:gsLst>
                <a:gs pos="0">
                  <a:srgbClr val="9E2F00">
                    <a:alpha val="16209"/>
                  </a:srgbClr>
                </a:gs>
                <a:gs pos="14286">
                  <a:srgbClr val="9E2F00">
                    <a:alpha val="15002"/>
                  </a:srgbClr>
                </a:gs>
                <a:gs pos="28571">
                  <a:srgbClr val="9E2F00">
                    <a:alpha val="11857"/>
                  </a:srgbClr>
                </a:gs>
                <a:gs pos="42857">
                  <a:srgbClr val="9E2F00">
                    <a:alpha val="7945"/>
                  </a:srgbClr>
                </a:gs>
                <a:gs pos="57143">
                  <a:srgbClr val="9E2F00">
                    <a:alpha val="4483"/>
                  </a:srgbClr>
                </a:gs>
                <a:gs pos="71429">
                  <a:srgbClr val="9E2F00">
                    <a:alpha val="2124"/>
                  </a:srgbClr>
                </a:gs>
                <a:gs pos="85714">
                  <a:srgbClr val="9E2F00">
                    <a:alpha val="845"/>
                  </a:srgbClr>
                </a:gs>
                <a:gs pos="100000">
                  <a:srgbClr val="9E2F00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Splat 710"/>
            <p:cNvSpPr>
              <a:spLocks noGrp="1"/>
            </p:cNvSpPr>
            <p:nvPr/>
          </p:nvSpPr>
          <p:spPr>
            <a:xfrm rot="5400000">
              <a:off x="2117673" y="2415394"/>
              <a:ext cx="291632" cy="291632"/>
            </a:xfrm>
            <a:prstGeom prst="ellipse">
              <a:avLst/>
            </a:prstGeom>
            <a:gradFill>
              <a:gsLst>
                <a:gs pos="0">
                  <a:srgbClr val="6A0000">
                    <a:alpha val="32968"/>
                  </a:srgbClr>
                </a:gs>
                <a:gs pos="14286">
                  <a:srgbClr val="6A0000">
                    <a:alpha val="30764"/>
                  </a:srgbClr>
                </a:gs>
                <a:gs pos="28571">
                  <a:srgbClr val="6A0000">
                    <a:alpha val="24833"/>
                  </a:srgbClr>
                </a:gs>
                <a:gs pos="42857">
                  <a:srgbClr val="6A0000">
                    <a:alpha val="17075"/>
                  </a:srgbClr>
                </a:gs>
                <a:gs pos="57143">
                  <a:srgbClr val="6A0000">
                    <a:alpha val="9855"/>
                  </a:srgbClr>
                </a:gs>
                <a:gs pos="71429">
                  <a:srgbClr val="6A0000">
                    <a:alpha val="4740"/>
                  </a:srgbClr>
                </a:gs>
                <a:gs pos="85714">
                  <a:srgbClr val="6A0000">
                    <a:alpha val="1902"/>
                  </a:srgbClr>
                </a:gs>
                <a:gs pos="100000">
                  <a:srgbClr val="6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Splat 711"/>
            <p:cNvSpPr>
              <a:spLocks noGrp="1"/>
            </p:cNvSpPr>
            <p:nvPr/>
          </p:nvSpPr>
          <p:spPr>
            <a:xfrm rot="5400000">
              <a:off x="1960585" y="3516553"/>
              <a:ext cx="385329" cy="385329"/>
            </a:xfrm>
            <a:prstGeom prst="ellipse">
              <a:avLst/>
            </a:prstGeom>
            <a:gradFill>
              <a:gsLst>
                <a:gs pos="0">
                  <a:srgbClr val="B600BA">
                    <a:alpha val="27708"/>
                  </a:srgbClr>
                </a:gs>
                <a:gs pos="14286">
                  <a:srgbClr val="B600BA">
                    <a:alpha val="25786"/>
                  </a:srgbClr>
                </a:gs>
                <a:gs pos="28571">
                  <a:srgbClr val="B600BA">
                    <a:alpha val="20669"/>
                  </a:srgbClr>
                </a:gs>
                <a:gs pos="42857">
                  <a:srgbClr val="B600BA">
                    <a:alpha val="14090"/>
                  </a:srgbClr>
                </a:gs>
                <a:gs pos="57143">
                  <a:srgbClr val="B600BA">
                    <a:alpha val="8071"/>
                  </a:srgbClr>
                </a:gs>
                <a:gs pos="71429">
                  <a:srgbClr val="B600BA">
                    <a:alpha val="3863"/>
                  </a:srgbClr>
                </a:gs>
                <a:gs pos="85714">
                  <a:srgbClr val="B600BA">
                    <a:alpha val="1546"/>
                  </a:srgbClr>
                </a:gs>
                <a:gs pos="100000">
                  <a:srgbClr val="B600BA">
                    <a:alpha val="5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Splat 712"/>
            <p:cNvSpPr>
              <a:spLocks noGrp="1"/>
            </p:cNvSpPr>
            <p:nvPr/>
          </p:nvSpPr>
          <p:spPr>
            <a:xfrm rot="5015608">
              <a:off x="3215285" y="1389802"/>
              <a:ext cx="376106" cy="104474"/>
            </a:xfrm>
            <a:prstGeom prst="ellipse">
              <a:avLst/>
            </a:prstGeom>
            <a:gradFill>
              <a:gsLst>
                <a:gs pos="0">
                  <a:srgbClr val="8BE1FF">
                    <a:alpha val="16052"/>
                  </a:srgbClr>
                </a:gs>
                <a:gs pos="14286">
                  <a:srgbClr val="8BE1FF">
                    <a:alpha val="14855"/>
                  </a:srgbClr>
                </a:gs>
                <a:gs pos="28571">
                  <a:srgbClr val="8BE1FF">
                    <a:alpha val="11739"/>
                  </a:srgbClr>
                </a:gs>
                <a:gs pos="42857">
                  <a:srgbClr val="8BE1FF">
                    <a:alpha val="7864"/>
                  </a:srgbClr>
                </a:gs>
                <a:gs pos="57143">
                  <a:srgbClr val="8BE1FF">
                    <a:alpha val="4437"/>
                  </a:srgbClr>
                </a:gs>
                <a:gs pos="71429">
                  <a:srgbClr val="8BE1FF">
                    <a:alpha val="2102"/>
                  </a:srgbClr>
                </a:gs>
                <a:gs pos="85714">
                  <a:srgbClr val="8BE1FF">
                    <a:alpha val="837"/>
                  </a:srgbClr>
                </a:gs>
                <a:gs pos="100000">
                  <a:srgbClr val="8BE1FF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Splat 713"/>
            <p:cNvSpPr>
              <a:spLocks noGrp="1"/>
            </p:cNvSpPr>
            <p:nvPr/>
          </p:nvSpPr>
          <p:spPr>
            <a:xfrm rot="5400000">
              <a:off x="2044549" y="2185418"/>
              <a:ext cx="331572" cy="331572"/>
            </a:xfrm>
            <a:prstGeom prst="ellipse">
              <a:avLst/>
            </a:prstGeom>
            <a:gradFill>
              <a:gsLst>
                <a:gs pos="0">
                  <a:srgbClr val="005DBD">
                    <a:alpha val="19609"/>
                  </a:srgbClr>
                </a:gs>
                <a:gs pos="14286">
                  <a:srgbClr val="005DBD">
                    <a:alpha val="18177"/>
                  </a:srgbClr>
                </a:gs>
                <a:gs pos="28571">
                  <a:srgbClr val="005DBD">
                    <a:alpha val="14424"/>
                  </a:srgbClr>
                </a:gs>
                <a:gs pos="42857">
                  <a:srgbClr val="005DBD">
                    <a:alpha val="9712"/>
                  </a:srgbClr>
                </a:gs>
                <a:gs pos="57143">
                  <a:srgbClr val="005DBD">
                    <a:alpha val="5504"/>
                  </a:srgbClr>
                </a:gs>
                <a:gs pos="71429">
                  <a:srgbClr val="005DBD">
                    <a:alpha val="2615"/>
                  </a:srgbClr>
                </a:gs>
                <a:gs pos="85714">
                  <a:srgbClr val="005DBD">
                    <a:alpha val="1042"/>
                  </a:srgbClr>
                </a:gs>
                <a:gs pos="100000">
                  <a:srgbClr val="005DBD">
                    <a:alpha val="3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Splat 714"/>
            <p:cNvSpPr>
              <a:spLocks noGrp="1"/>
            </p:cNvSpPr>
            <p:nvPr/>
          </p:nvSpPr>
          <p:spPr>
            <a:xfrm rot="10747146">
              <a:off x="2023715" y="2053845"/>
              <a:ext cx="296108" cy="167834"/>
            </a:xfrm>
            <a:prstGeom prst="ellipse">
              <a:avLst/>
            </a:prstGeom>
            <a:gradFill>
              <a:gsLst>
                <a:gs pos="0">
                  <a:srgbClr val="387C8B">
                    <a:alpha val="23911"/>
                  </a:srgbClr>
                </a:gs>
                <a:gs pos="14286">
                  <a:srgbClr val="387C8B">
                    <a:alpha val="22211"/>
                  </a:srgbClr>
                </a:gs>
                <a:gs pos="28571">
                  <a:srgbClr val="387C8B">
                    <a:alpha val="17718"/>
                  </a:srgbClr>
                </a:gs>
                <a:gs pos="42857">
                  <a:srgbClr val="387C8B">
                    <a:alpha val="12007"/>
                  </a:srgbClr>
                </a:gs>
                <a:gs pos="57143">
                  <a:srgbClr val="387C8B">
                    <a:alpha val="6842"/>
                  </a:srgbClr>
                </a:gs>
                <a:gs pos="71429">
                  <a:srgbClr val="387C8B">
                    <a:alpha val="3263"/>
                  </a:srgbClr>
                </a:gs>
                <a:gs pos="85714">
                  <a:srgbClr val="387C8B">
                    <a:alpha val="1303"/>
                  </a:srgbClr>
                </a:gs>
                <a:gs pos="100000">
                  <a:srgbClr val="387C8B">
                    <a:alpha val="4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Splat 715"/>
            <p:cNvSpPr>
              <a:spLocks noGrp="1"/>
            </p:cNvSpPr>
            <p:nvPr/>
          </p:nvSpPr>
          <p:spPr>
            <a:xfrm rot="5400000">
              <a:off x="1925399" y="2094535"/>
              <a:ext cx="328612" cy="328612"/>
            </a:xfrm>
            <a:prstGeom prst="ellipse">
              <a:avLst/>
            </a:prstGeom>
            <a:gradFill>
              <a:gsLst>
                <a:gs pos="0">
                  <a:srgbClr val="896878">
                    <a:alpha val="32968"/>
                  </a:srgbClr>
                </a:gs>
                <a:gs pos="14286">
                  <a:srgbClr val="896878">
                    <a:alpha val="30764"/>
                  </a:srgbClr>
                </a:gs>
                <a:gs pos="28571">
                  <a:srgbClr val="896878">
                    <a:alpha val="24833"/>
                  </a:srgbClr>
                </a:gs>
                <a:gs pos="42857">
                  <a:srgbClr val="896878">
                    <a:alpha val="17075"/>
                  </a:srgbClr>
                </a:gs>
                <a:gs pos="57143">
                  <a:srgbClr val="896878">
                    <a:alpha val="9855"/>
                  </a:srgbClr>
                </a:gs>
                <a:gs pos="71429">
                  <a:srgbClr val="896878">
                    <a:alpha val="4740"/>
                  </a:srgbClr>
                </a:gs>
                <a:gs pos="85714">
                  <a:srgbClr val="896878">
                    <a:alpha val="1902"/>
                  </a:srgbClr>
                </a:gs>
                <a:gs pos="100000">
                  <a:srgbClr val="89687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Splat 716"/>
            <p:cNvSpPr>
              <a:spLocks noGrp="1"/>
            </p:cNvSpPr>
            <p:nvPr/>
          </p:nvSpPr>
          <p:spPr>
            <a:xfrm rot="5540402">
              <a:off x="1712119" y="2547228"/>
              <a:ext cx="328612" cy="201444"/>
            </a:xfrm>
            <a:prstGeom prst="ellipse">
              <a:avLst/>
            </a:prstGeom>
            <a:gradFill>
              <a:gsLst>
                <a:gs pos="0">
                  <a:srgbClr val="FFB3FF">
                    <a:alpha val="9521"/>
                  </a:srgbClr>
                </a:gs>
                <a:gs pos="14286">
                  <a:srgbClr val="FFB3FF">
                    <a:alpha val="8786"/>
                  </a:srgbClr>
                </a:gs>
                <a:gs pos="28571">
                  <a:srgbClr val="FFB3FF">
                    <a:alpha val="6891"/>
                  </a:srgbClr>
                </a:gs>
                <a:gs pos="42857">
                  <a:srgbClr val="FFB3FF">
                    <a:alpha val="4575"/>
                  </a:srgbClr>
                </a:gs>
                <a:gs pos="57143">
                  <a:srgbClr val="FFB3FF">
                    <a:alpha val="2562"/>
                  </a:srgbClr>
                </a:gs>
                <a:gs pos="71429">
                  <a:srgbClr val="FFB3FF">
                    <a:alpha val="1207"/>
                  </a:srgbClr>
                </a:gs>
                <a:gs pos="85714">
                  <a:srgbClr val="FFB3FF">
                    <a:alpha val="479"/>
                  </a:srgbClr>
                </a:gs>
                <a:gs pos="100000">
                  <a:srgbClr val="FFB3FF">
                    <a:alpha val="1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Splat 717"/>
            <p:cNvSpPr>
              <a:spLocks noGrp="1"/>
            </p:cNvSpPr>
            <p:nvPr/>
          </p:nvSpPr>
          <p:spPr>
            <a:xfrm rot="5400000">
              <a:off x="3080773" y="2590245"/>
              <a:ext cx="362404" cy="362404"/>
            </a:xfrm>
            <a:prstGeom prst="ellipse">
              <a:avLst/>
            </a:prstGeom>
            <a:gradFill>
              <a:gsLst>
                <a:gs pos="0">
                  <a:srgbClr val="6B8CC5">
                    <a:alpha val="32968"/>
                  </a:srgbClr>
                </a:gs>
                <a:gs pos="14286">
                  <a:srgbClr val="6B8CC5">
                    <a:alpha val="30764"/>
                  </a:srgbClr>
                </a:gs>
                <a:gs pos="28571">
                  <a:srgbClr val="6B8CC5">
                    <a:alpha val="24833"/>
                  </a:srgbClr>
                </a:gs>
                <a:gs pos="42857">
                  <a:srgbClr val="6B8CC5">
                    <a:alpha val="17075"/>
                  </a:srgbClr>
                </a:gs>
                <a:gs pos="57143">
                  <a:srgbClr val="6B8CC5">
                    <a:alpha val="9855"/>
                  </a:srgbClr>
                </a:gs>
                <a:gs pos="71429">
                  <a:srgbClr val="6B8CC5">
                    <a:alpha val="4740"/>
                  </a:srgbClr>
                </a:gs>
                <a:gs pos="85714">
                  <a:srgbClr val="6B8CC5">
                    <a:alpha val="1902"/>
                  </a:srgbClr>
                </a:gs>
                <a:gs pos="100000">
                  <a:srgbClr val="6B8CC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Splat 718"/>
            <p:cNvSpPr>
              <a:spLocks noGrp="1"/>
            </p:cNvSpPr>
            <p:nvPr/>
          </p:nvSpPr>
          <p:spPr>
            <a:xfrm rot="5974575">
              <a:off x="1446216" y="1606033"/>
              <a:ext cx="328612" cy="153475"/>
            </a:xfrm>
            <a:prstGeom prst="ellipse">
              <a:avLst/>
            </a:prstGeom>
            <a:gradFill>
              <a:gsLst>
                <a:gs pos="0">
                  <a:srgbClr val="003000">
                    <a:alpha val="9294"/>
                  </a:srgbClr>
                </a:gs>
                <a:gs pos="14286">
                  <a:srgbClr val="003000">
                    <a:alpha val="8575"/>
                  </a:srgbClr>
                </a:gs>
                <a:gs pos="28571">
                  <a:srgbClr val="003000">
                    <a:alpha val="6724"/>
                  </a:srgbClr>
                </a:gs>
                <a:gs pos="42857">
                  <a:srgbClr val="003000">
                    <a:alpha val="4463"/>
                  </a:srgbClr>
                </a:gs>
                <a:gs pos="57143">
                  <a:srgbClr val="003000">
                    <a:alpha val="2498"/>
                  </a:srgbClr>
                </a:gs>
                <a:gs pos="71429">
                  <a:srgbClr val="003000">
                    <a:alpha val="1177"/>
                  </a:srgbClr>
                </a:gs>
                <a:gs pos="85714">
                  <a:srgbClr val="003000">
                    <a:alpha val="467"/>
                  </a:srgbClr>
                </a:gs>
                <a:gs pos="100000">
                  <a:srgbClr val="003000">
                    <a:alpha val="1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Splat 719"/>
            <p:cNvSpPr>
              <a:spLocks noGrp="1"/>
            </p:cNvSpPr>
            <p:nvPr/>
          </p:nvSpPr>
          <p:spPr>
            <a:xfrm rot="5400000">
              <a:off x="125924" y="4241971"/>
              <a:ext cx="347652" cy="347652"/>
            </a:xfrm>
            <a:prstGeom prst="ellipse">
              <a:avLst/>
            </a:prstGeom>
            <a:gradFill>
              <a:gsLst>
                <a:gs pos="0">
                  <a:srgbClr val="F9FFFF">
                    <a:alpha val="9794"/>
                  </a:srgbClr>
                </a:gs>
                <a:gs pos="14286">
                  <a:srgbClr val="F9FFFF">
                    <a:alpha val="9039"/>
                  </a:srgbClr>
                </a:gs>
                <a:gs pos="28571">
                  <a:srgbClr val="F9FFFF">
                    <a:alpha val="7092"/>
                  </a:srgbClr>
                </a:gs>
                <a:gs pos="42857">
                  <a:srgbClr val="F9FFFF">
                    <a:alpha val="4711"/>
                  </a:srgbClr>
                </a:gs>
                <a:gs pos="57143">
                  <a:srgbClr val="F9FFFF">
                    <a:alpha val="2638"/>
                  </a:srgbClr>
                </a:gs>
                <a:gs pos="71429">
                  <a:srgbClr val="F9FFFF">
                    <a:alpha val="1244"/>
                  </a:srgbClr>
                </a:gs>
                <a:gs pos="85714">
                  <a:srgbClr val="F9FFFF">
                    <a:alpha val="494"/>
                  </a:srgbClr>
                </a:gs>
                <a:gs pos="100000">
                  <a:srgbClr val="F9FFFF">
                    <a:alpha val="1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Splat 720"/>
            <p:cNvSpPr>
              <a:spLocks noGrp="1"/>
            </p:cNvSpPr>
            <p:nvPr/>
          </p:nvSpPr>
          <p:spPr>
            <a:xfrm rot="5400000">
              <a:off x="1291096" y="1358365"/>
              <a:ext cx="287191" cy="287191"/>
            </a:xfrm>
            <a:prstGeom prst="ellipse">
              <a:avLst/>
            </a:prstGeom>
            <a:gradFill>
              <a:gsLst>
                <a:gs pos="0">
                  <a:srgbClr val="450000">
                    <a:alpha val="32968"/>
                  </a:srgbClr>
                </a:gs>
                <a:gs pos="14286">
                  <a:srgbClr val="450000">
                    <a:alpha val="30764"/>
                  </a:srgbClr>
                </a:gs>
                <a:gs pos="28571">
                  <a:srgbClr val="450000">
                    <a:alpha val="24833"/>
                  </a:srgbClr>
                </a:gs>
                <a:gs pos="42857">
                  <a:srgbClr val="450000">
                    <a:alpha val="17075"/>
                  </a:srgbClr>
                </a:gs>
                <a:gs pos="57143">
                  <a:srgbClr val="450000">
                    <a:alpha val="9855"/>
                  </a:srgbClr>
                </a:gs>
                <a:gs pos="71429">
                  <a:srgbClr val="450000">
                    <a:alpha val="4740"/>
                  </a:srgbClr>
                </a:gs>
                <a:gs pos="85714">
                  <a:srgbClr val="450000">
                    <a:alpha val="1902"/>
                  </a:srgbClr>
                </a:gs>
                <a:gs pos="100000">
                  <a:srgbClr val="4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Splat 721"/>
            <p:cNvSpPr>
              <a:spLocks noGrp="1"/>
            </p:cNvSpPr>
            <p:nvPr/>
          </p:nvSpPr>
          <p:spPr>
            <a:xfrm rot="3673126">
              <a:off x="1068591" y="1483442"/>
              <a:ext cx="396486" cy="252036"/>
            </a:xfrm>
            <a:prstGeom prst="ellipse">
              <a:avLst/>
            </a:prstGeom>
            <a:gradFill>
              <a:gsLst>
                <a:gs pos="0">
                  <a:srgbClr val="005600">
                    <a:alpha val="17519"/>
                  </a:srgbClr>
                </a:gs>
                <a:gs pos="14286">
                  <a:srgbClr val="005600">
                    <a:alpha val="16224"/>
                  </a:srgbClr>
                </a:gs>
                <a:gs pos="28571">
                  <a:srgbClr val="005600">
                    <a:alpha val="12842"/>
                  </a:srgbClr>
                </a:gs>
                <a:gs pos="42857">
                  <a:srgbClr val="005600">
                    <a:alpha val="8621"/>
                  </a:srgbClr>
                </a:gs>
                <a:gs pos="57143">
                  <a:srgbClr val="005600">
                    <a:alpha val="4873"/>
                  </a:srgbClr>
                </a:gs>
                <a:gs pos="71429">
                  <a:srgbClr val="005600">
                    <a:alpha val="2311"/>
                  </a:srgbClr>
                </a:gs>
                <a:gs pos="85714">
                  <a:srgbClr val="005600">
                    <a:alpha val="920"/>
                  </a:srgbClr>
                </a:gs>
                <a:gs pos="100000">
                  <a:srgbClr val="005600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Splat 722"/>
            <p:cNvSpPr>
              <a:spLocks noGrp="1"/>
            </p:cNvSpPr>
            <p:nvPr/>
          </p:nvSpPr>
          <p:spPr>
            <a:xfrm rot="3156884">
              <a:off x="2248491" y="2810995"/>
              <a:ext cx="328612" cy="91281"/>
            </a:xfrm>
            <a:prstGeom prst="ellipse">
              <a:avLst/>
            </a:prstGeom>
            <a:gradFill>
              <a:gsLst>
                <a:gs pos="0">
                  <a:srgbClr val="D4C1FF">
                    <a:alpha val="32968"/>
                  </a:srgbClr>
                </a:gs>
                <a:gs pos="14286">
                  <a:srgbClr val="D4C1FF">
                    <a:alpha val="30764"/>
                  </a:srgbClr>
                </a:gs>
                <a:gs pos="28571">
                  <a:srgbClr val="D4C1FF">
                    <a:alpha val="24833"/>
                  </a:srgbClr>
                </a:gs>
                <a:gs pos="42857">
                  <a:srgbClr val="D4C1FF">
                    <a:alpha val="17075"/>
                  </a:srgbClr>
                </a:gs>
                <a:gs pos="57143">
                  <a:srgbClr val="D4C1FF">
                    <a:alpha val="9855"/>
                  </a:srgbClr>
                </a:gs>
                <a:gs pos="71429">
                  <a:srgbClr val="D4C1FF">
                    <a:alpha val="4740"/>
                  </a:srgbClr>
                </a:gs>
                <a:gs pos="85714">
                  <a:srgbClr val="D4C1FF">
                    <a:alpha val="1902"/>
                  </a:srgbClr>
                </a:gs>
                <a:gs pos="100000">
                  <a:srgbClr val="D4C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Splat 723"/>
            <p:cNvSpPr>
              <a:spLocks noGrp="1"/>
            </p:cNvSpPr>
            <p:nvPr/>
          </p:nvSpPr>
          <p:spPr>
            <a:xfrm rot="5400000">
              <a:off x="1127451" y="1983039"/>
              <a:ext cx="168350" cy="168350"/>
            </a:xfrm>
            <a:prstGeom prst="ellipse">
              <a:avLst/>
            </a:prstGeom>
            <a:gradFill>
              <a:gsLst>
                <a:gs pos="0">
                  <a:srgbClr val="7C92E2">
                    <a:alpha val="28566"/>
                  </a:srgbClr>
                </a:gs>
                <a:gs pos="14286">
                  <a:srgbClr val="7C92E2">
                    <a:alpha val="26596"/>
                  </a:srgbClr>
                </a:gs>
                <a:gs pos="28571">
                  <a:srgbClr val="7C92E2">
                    <a:alpha val="21343"/>
                  </a:srgbClr>
                </a:gs>
                <a:gs pos="42857">
                  <a:srgbClr val="7C92E2">
                    <a:alpha val="14569"/>
                  </a:srgbClr>
                </a:gs>
                <a:gs pos="57143">
                  <a:srgbClr val="7C92E2">
                    <a:alpha val="8355"/>
                  </a:srgbClr>
                </a:gs>
                <a:gs pos="71429">
                  <a:srgbClr val="7C92E2">
                    <a:alpha val="4002"/>
                  </a:srgbClr>
                </a:gs>
                <a:gs pos="85714">
                  <a:srgbClr val="7C92E2">
                    <a:alpha val="1602"/>
                  </a:srgbClr>
                </a:gs>
                <a:gs pos="100000">
                  <a:srgbClr val="7C92E2">
                    <a:alpha val="5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Splat 724"/>
            <p:cNvSpPr>
              <a:spLocks noGrp="1"/>
            </p:cNvSpPr>
            <p:nvPr/>
          </p:nvSpPr>
          <p:spPr>
            <a:xfrm rot="5400000">
              <a:off x="2663848" y="1521442"/>
              <a:ext cx="328612" cy="328612"/>
            </a:xfrm>
            <a:prstGeom prst="ellipse">
              <a:avLst/>
            </a:prstGeom>
            <a:gradFill>
              <a:gsLst>
                <a:gs pos="0">
                  <a:srgbClr val="912938">
                    <a:alpha val="32968"/>
                  </a:srgbClr>
                </a:gs>
                <a:gs pos="14286">
                  <a:srgbClr val="912938">
                    <a:alpha val="30764"/>
                  </a:srgbClr>
                </a:gs>
                <a:gs pos="28571">
                  <a:srgbClr val="912938">
                    <a:alpha val="24833"/>
                  </a:srgbClr>
                </a:gs>
                <a:gs pos="42857">
                  <a:srgbClr val="912938">
                    <a:alpha val="17075"/>
                  </a:srgbClr>
                </a:gs>
                <a:gs pos="57143">
                  <a:srgbClr val="912938">
                    <a:alpha val="9855"/>
                  </a:srgbClr>
                </a:gs>
                <a:gs pos="71429">
                  <a:srgbClr val="912938">
                    <a:alpha val="4740"/>
                  </a:srgbClr>
                </a:gs>
                <a:gs pos="85714">
                  <a:srgbClr val="912938">
                    <a:alpha val="1902"/>
                  </a:srgbClr>
                </a:gs>
                <a:gs pos="100000">
                  <a:srgbClr val="91293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Splat 725"/>
            <p:cNvSpPr>
              <a:spLocks noGrp="1"/>
            </p:cNvSpPr>
            <p:nvPr/>
          </p:nvSpPr>
          <p:spPr>
            <a:xfrm rot="5400000">
              <a:off x="2146673" y="2496789"/>
              <a:ext cx="276947" cy="276947"/>
            </a:xfrm>
            <a:prstGeom prst="ellipse">
              <a:avLst/>
            </a:prstGeom>
            <a:gradFill>
              <a:gsLst>
                <a:gs pos="0">
                  <a:srgbClr val="AC3600">
                    <a:alpha val="32968"/>
                  </a:srgbClr>
                </a:gs>
                <a:gs pos="14286">
                  <a:srgbClr val="AC3600">
                    <a:alpha val="30764"/>
                  </a:srgbClr>
                </a:gs>
                <a:gs pos="28571">
                  <a:srgbClr val="AC3600">
                    <a:alpha val="24833"/>
                  </a:srgbClr>
                </a:gs>
                <a:gs pos="42857">
                  <a:srgbClr val="AC3600">
                    <a:alpha val="17075"/>
                  </a:srgbClr>
                </a:gs>
                <a:gs pos="57143">
                  <a:srgbClr val="AC3600">
                    <a:alpha val="9855"/>
                  </a:srgbClr>
                </a:gs>
                <a:gs pos="71429">
                  <a:srgbClr val="AC3600">
                    <a:alpha val="4740"/>
                  </a:srgbClr>
                </a:gs>
                <a:gs pos="85714">
                  <a:srgbClr val="AC3600">
                    <a:alpha val="1902"/>
                  </a:srgbClr>
                </a:gs>
                <a:gs pos="100000">
                  <a:srgbClr val="AC3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Splat 726"/>
            <p:cNvSpPr>
              <a:spLocks noGrp="1"/>
            </p:cNvSpPr>
            <p:nvPr/>
          </p:nvSpPr>
          <p:spPr>
            <a:xfrm rot="5400000">
              <a:off x="908722" y="2169936"/>
              <a:ext cx="407389" cy="407389"/>
            </a:xfrm>
            <a:prstGeom prst="ellipse">
              <a:avLst/>
            </a:prstGeom>
            <a:gradFill>
              <a:gsLst>
                <a:gs pos="0">
                  <a:srgbClr val="FFE200">
                    <a:alpha val="13127"/>
                  </a:srgbClr>
                </a:gs>
                <a:gs pos="14286">
                  <a:srgbClr val="FFE200">
                    <a:alpha val="12132"/>
                  </a:srgbClr>
                </a:gs>
                <a:gs pos="28571">
                  <a:srgbClr val="FFE200">
                    <a:alpha val="9555"/>
                  </a:srgbClr>
                </a:gs>
                <a:gs pos="42857">
                  <a:srgbClr val="FFE200">
                    <a:alpha val="6375"/>
                  </a:srgbClr>
                </a:gs>
                <a:gs pos="57143">
                  <a:srgbClr val="FFE200">
                    <a:alpha val="3584"/>
                  </a:srgbClr>
                </a:gs>
                <a:gs pos="71429">
                  <a:srgbClr val="FFE200">
                    <a:alpha val="1694"/>
                  </a:srgbClr>
                </a:gs>
                <a:gs pos="85714">
                  <a:srgbClr val="FFE200">
                    <a:alpha val="673"/>
                  </a:srgbClr>
                </a:gs>
                <a:gs pos="100000">
                  <a:srgbClr val="FFE200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Splat 727"/>
            <p:cNvSpPr>
              <a:spLocks noGrp="1"/>
            </p:cNvSpPr>
            <p:nvPr/>
          </p:nvSpPr>
          <p:spPr>
            <a:xfrm rot="5400000">
              <a:off x="1559859" y="2431961"/>
              <a:ext cx="246436" cy="246436"/>
            </a:xfrm>
            <a:prstGeom prst="ellipse">
              <a:avLst/>
            </a:prstGeom>
            <a:gradFill>
              <a:gsLst>
                <a:gs pos="0">
                  <a:srgbClr val="00004D">
                    <a:alpha val="32968"/>
                  </a:srgbClr>
                </a:gs>
                <a:gs pos="14286">
                  <a:srgbClr val="00004D">
                    <a:alpha val="30764"/>
                  </a:srgbClr>
                </a:gs>
                <a:gs pos="28571">
                  <a:srgbClr val="00004D">
                    <a:alpha val="24833"/>
                  </a:srgbClr>
                </a:gs>
                <a:gs pos="42857">
                  <a:srgbClr val="00004D">
                    <a:alpha val="17075"/>
                  </a:srgbClr>
                </a:gs>
                <a:gs pos="57143">
                  <a:srgbClr val="00004D">
                    <a:alpha val="9855"/>
                  </a:srgbClr>
                </a:gs>
                <a:gs pos="71429">
                  <a:srgbClr val="00004D">
                    <a:alpha val="4740"/>
                  </a:srgbClr>
                </a:gs>
                <a:gs pos="85714">
                  <a:srgbClr val="00004D">
                    <a:alpha val="1902"/>
                  </a:srgbClr>
                </a:gs>
                <a:gs pos="100000">
                  <a:srgbClr val="00004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Splat 728"/>
            <p:cNvSpPr>
              <a:spLocks noGrp="1"/>
            </p:cNvSpPr>
            <p:nvPr/>
          </p:nvSpPr>
          <p:spPr>
            <a:xfrm rot="-8990961">
              <a:off x="2597944" y="1791191"/>
              <a:ext cx="328612" cy="113318"/>
            </a:xfrm>
            <a:prstGeom prst="ellipse">
              <a:avLst/>
            </a:prstGeom>
            <a:gradFill>
              <a:gsLst>
                <a:gs pos="0">
                  <a:srgbClr val="4A0000">
                    <a:alpha val="16310"/>
                  </a:srgbClr>
                </a:gs>
                <a:gs pos="14286">
                  <a:srgbClr val="4A0000">
                    <a:alpha val="15096"/>
                  </a:srgbClr>
                </a:gs>
                <a:gs pos="28571">
                  <a:srgbClr val="4A0000">
                    <a:alpha val="11932"/>
                  </a:srgbClr>
                </a:gs>
                <a:gs pos="42857">
                  <a:srgbClr val="4A0000">
                    <a:alpha val="7996"/>
                  </a:srgbClr>
                </a:gs>
                <a:gs pos="57143">
                  <a:srgbClr val="4A0000">
                    <a:alpha val="4513"/>
                  </a:srgbClr>
                </a:gs>
                <a:gs pos="71429">
                  <a:srgbClr val="4A0000">
                    <a:alpha val="2138"/>
                  </a:srgbClr>
                </a:gs>
                <a:gs pos="85714">
                  <a:srgbClr val="4A0000">
                    <a:alpha val="851"/>
                  </a:srgbClr>
                </a:gs>
                <a:gs pos="100000">
                  <a:srgbClr val="4A0000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Splat 729"/>
            <p:cNvSpPr>
              <a:spLocks noGrp="1"/>
            </p:cNvSpPr>
            <p:nvPr/>
          </p:nvSpPr>
          <p:spPr>
            <a:xfrm rot="5400000">
              <a:off x="2117535" y="2527214"/>
              <a:ext cx="168375" cy="168375"/>
            </a:xfrm>
            <a:prstGeom prst="ellipse">
              <a:avLst/>
            </a:prstGeom>
            <a:gradFill>
              <a:gsLst>
                <a:gs pos="0">
                  <a:srgbClr val="E69AFF">
                    <a:alpha val="15770"/>
                  </a:srgbClr>
                </a:gs>
                <a:gs pos="14286">
                  <a:srgbClr val="E69AFF">
                    <a:alpha val="14592"/>
                  </a:srgbClr>
                </a:gs>
                <a:gs pos="28571">
                  <a:srgbClr val="E69AFF">
                    <a:alpha val="11527"/>
                  </a:srgbClr>
                </a:gs>
                <a:gs pos="42857">
                  <a:srgbClr val="E69AFF">
                    <a:alpha val="7719"/>
                  </a:srgbClr>
                </a:gs>
                <a:gs pos="57143">
                  <a:srgbClr val="E69AFF">
                    <a:alpha val="4354"/>
                  </a:srgbClr>
                </a:gs>
                <a:gs pos="71429">
                  <a:srgbClr val="E69AFF">
                    <a:alpha val="2062"/>
                  </a:srgbClr>
                </a:gs>
                <a:gs pos="85714">
                  <a:srgbClr val="E69AFF">
                    <a:alpha val="821"/>
                  </a:srgbClr>
                </a:gs>
                <a:gs pos="100000">
                  <a:srgbClr val="E69AFF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Splat 730"/>
            <p:cNvSpPr>
              <a:spLocks noGrp="1"/>
            </p:cNvSpPr>
            <p:nvPr/>
          </p:nvSpPr>
          <p:spPr>
            <a:xfrm rot="5400000">
              <a:off x="3082233" y="1438276"/>
              <a:ext cx="324196" cy="324196"/>
            </a:xfrm>
            <a:prstGeom prst="ellipse">
              <a:avLst/>
            </a:prstGeom>
            <a:gradFill>
              <a:gsLst>
                <a:gs pos="0">
                  <a:srgbClr val="85003F">
                    <a:alpha val="26138"/>
                  </a:srgbClr>
                </a:gs>
                <a:gs pos="14286">
                  <a:srgbClr val="85003F">
                    <a:alpha val="24306"/>
                  </a:srgbClr>
                </a:gs>
                <a:gs pos="28571">
                  <a:srgbClr val="85003F">
                    <a:alpha val="19444"/>
                  </a:srgbClr>
                </a:gs>
                <a:gs pos="42857">
                  <a:srgbClr val="85003F">
                    <a:alpha val="13222"/>
                  </a:srgbClr>
                </a:gs>
                <a:gs pos="57143">
                  <a:srgbClr val="85003F">
                    <a:alpha val="7557"/>
                  </a:srgbClr>
                </a:gs>
                <a:gs pos="71429">
                  <a:srgbClr val="85003F">
                    <a:alpha val="3612"/>
                  </a:srgbClr>
                </a:gs>
                <a:gs pos="85714">
                  <a:srgbClr val="85003F">
                    <a:alpha val="1444"/>
                  </a:srgbClr>
                </a:gs>
                <a:gs pos="100000">
                  <a:srgbClr val="85003F">
                    <a:alpha val="4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Splat 731"/>
            <p:cNvSpPr>
              <a:spLocks noGrp="1"/>
            </p:cNvSpPr>
            <p:nvPr/>
          </p:nvSpPr>
          <p:spPr>
            <a:xfrm rot="5400000">
              <a:off x="1117376" y="1608741"/>
              <a:ext cx="298958" cy="298958"/>
            </a:xfrm>
            <a:prstGeom prst="ellipse">
              <a:avLst/>
            </a:prstGeom>
            <a:gradFill>
              <a:gsLst>
                <a:gs pos="0">
                  <a:srgbClr val="4F4B5C">
                    <a:alpha val="32968"/>
                  </a:srgbClr>
                </a:gs>
                <a:gs pos="14286">
                  <a:srgbClr val="4F4B5C">
                    <a:alpha val="30764"/>
                  </a:srgbClr>
                </a:gs>
                <a:gs pos="28571">
                  <a:srgbClr val="4F4B5C">
                    <a:alpha val="24833"/>
                  </a:srgbClr>
                </a:gs>
                <a:gs pos="42857">
                  <a:srgbClr val="4F4B5C">
                    <a:alpha val="17075"/>
                  </a:srgbClr>
                </a:gs>
                <a:gs pos="57143">
                  <a:srgbClr val="4F4B5C">
                    <a:alpha val="9855"/>
                  </a:srgbClr>
                </a:gs>
                <a:gs pos="71429">
                  <a:srgbClr val="4F4B5C">
                    <a:alpha val="4740"/>
                  </a:srgbClr>
                </a:gs>
                <a:gs pos="85714">
                  <a:srgbClr val="4F4B5C">
                    <a:alpha val="1902"/>
                  </a:srgbClr>
                </a:gs>
                <a:gs pos="100000">
                  <a:srgbClr val="4F4B5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Splat 732"/>
            <p:cNvSpPr>
              <a:spLocks noGrp="1"/>
            </p:cNvSpPr>
            <p:nvPr/>
          </p:nvSpPr>
          <p:spPr>
            <a:xfrm rot="5400000">
              <a:off x="2251309" y="2547209"/>
              <a:ext cx="277914" cy="277914"/>
            </a:xfrm>
            <a:prstGeom prst="ellipse">
              <a:avLst/>
            </a:prstGeom>
            <a:gradFill>
              <a:gsLst>
                <a:gs pos="0">
                  <a:srgbClr val="217AB7">
                    <a:alpha val="26277"/>
                  </a:srgbClr>
                </a:gs>
                <a:gs pos="14286">
                  <a:srgbClr val="217AB7">
                    <a:alpha val="24437"/>
                  </a:srgbClr>
                </a:gs>
                <a:gs pos="28571">
                  <a:srgbClr val="217AB7">
                    <a:alpha val="19552"/>
                  </a:srgbClr>
                </a:gs>
                <a:gs pos="42857">
                  <a:srgbClr val="217AB7">
                    <a:alpha val="13299"/>
                  </a:srgbClr>
                </a:gs>
                <a:gs pos="57143">
                  <a:srgbClr val="217AB7">
                    <a:alpha val="7603"/>
                  </a:srgbClr>
                </a:gs>
                <a:gs pos="71429">
                  <a:srgbClr val="217AB7">
                    <a:alpha val="3634"/>
                  </a:srgbClr>
                </a:gs>
                <a:gs pos="85714">
                  <a:srgbClr val="217AB7">
                    <a:alpha val="1453"/>
                  </a:srgbClr>
                </a:gs>
                <a:gs pos="100000">
                  <a:srgbClr val="217AB7">
                    <a:alpha val="4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Splat 733"/>
            <p:cNvSpPr>
              <a:spLocks noGrp="1"/>
            </p:cNvSpPr>
            <p:nvPr/>
          </p:nvSpPr>
          <p:spPr>
            <a:xfrm rot="5400000">
              <a:off x="1536330" y="1599700"/>
              <a:ext cx="224537" cy="224537"/>
            </a:xfrm>
            <a:prstGeom prst="ellipse">
              <a:avLst/>
            </a:prstGeom>
            <a:gradFill>
              <a:gsLst>
                <a:gs pos="0">
                  <a:srgbClr val="984100">
                    <a:alpha val="32968"/>
                  </a:srgbClr>
                </a:gs>
                <a:gs pos="14286">
                  <a:srgbClr val="984100">
                    <a:alpha val="30764"/>
                  </a:srgbClr>
                </a:gs>
                <a:gs pos="28571">
                  <a:srgbClr val="984100">
                    <a:alpha val="24833"/>
                  </a:srgbClr>
                </a:gs>
                <a:gs pos="42857">
                  <a:srgbClr val="984100">
                    <a:alpha val="17075"/>
                  </a:srgbClr>
                </a:gs>
                <a:gs pos="57143">
                  <a:srgbClr val="984100">
                    <a:alpha val="9855"/>
                  </a:srgbClr>
                </a:gs>
                <a:gs pos="71429">
                  <a:srgbClr val="984100">
                    <a:alpha val="4740"/>
                  </a:srgbClr>
                </a:gs>
                <a:gs pos="85714">
                  <a:srgbClr val="984100">
                    <a:alpha val="1902"/>
                  </a:srgbClr>
                </a:gs>
                <a:gs pos="100000">
                  <a:srgbClr val="984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Splat 734"/>
            <p:cNvSpPr>
              <a:spLocks noGrp="1"/>
            </p:cNvSpPr>
            <p:nvPr/>
          </p:nvSpPr>
          <p:spPr>
            <a:xfrm rot="5400000">
              <a:off x="3053090" y="2518467"/>
              <a:ext cx="326815" cy="326815"/>
            </a:xfrm>
            <a:prstGeom prst="ellipse">
              <a:avLst/>
            </a:prstGeom>
            <a:gradFill>
              <a:gsLst>
                <a:gs pos="0">
                  <a:srgbClr val="511662">
                    <a:alpha val="32968"/>
                  </a:srgbClr>
                </a:gs>
                <a:gs pos="14286">
                  <a:srgbClr val="511662">
                    <a:alpha val="30764"/>
                  </a:srgbClr>
                </a:gs>
                <a:gs pos="28571">
                  <a:srgbClr val="511662">
                    <a:alpha val="24833"/>
                  </a:srgbClr>
                </a:gs>
                <a:gs pos="42857">
                  <a:srgbClr val="511662">
                    <a:alpha val="17075"/>
                  </a:srgbClr>
                </a:gs>
                <a:gs pos="57143">
                  <a:srgbClr val="511662">
                    <a:alpha val="9855"/>
                  </a:srgbClr>
                </a:gs>
                <a:gs pos="71429">
                  <a:srgbClr val="511662">
                    <a:alpha val="4740"/>
                  </a:srgbClr>
                </a:gs>
                <a:gs pos="85714">
                  <a:srgbClr val="511662">
                    <a:alpha val="1902"/>
                  </a:srgbClr>
                </a:gs>
                <a:gs pos="100000">
                  <a:srgbClr val="51166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Splat 735"/>
            <p:cNvSpPr>
              <a:spLocks noGrp="1"/>
            </p:cNvSpPr>
            <p:nvPr/>
          </p:nvSpPr>
          <p:spPr>
            <a:xfrm rot="5400000">
              <a:off x="1859411" y="2109748"/>
              <a:ext cx="267487" cy="267487"/>
            </a:xfrm>
            <a:prstGeom prst="ellipse">
              <a:avLst/>
            </a:prstGeom>
            <a:gradFill>
              <a:gsLst>
                <a:gs pos="0">
                  <a:srgbClr val="AB4B68">
                    <a:alpha val="32968"/>
                  </a:srgbClr>
                </a:gs>
                <a:gs pos="14286">
                  <a:srgbClr val="AB4B68">
                    <a:alpha val="30764"/>
                  </a:srgbClr>
                </a:gs>
                <a:gs pos="28571">
                  <a:srgbClr val="AB4B68">
                    <a:alpha val="24833"/>
                  </a:srgbClr>
                </a:gs>
                <a:gs pos="42857">
                  <a:srgbClr val="AB4B68">
                    <a:alpha val="17075"/>
                  </a:srgbClr>
                </a:gs>
                <a:gs pos="57143">
                  <a:srgbClr val="AB4B68">
                    <a:alpha val="9855"/>
                  </a:srgbClr>
                </a:gs>
                <a:gs pos="71429">
                  <a:srgbClr val="AB4B68">
                    <a:alpha val="4740"/>
                  </a:srgbClr>
                </a:gs>
                <a:gs pos="85714">
                  <a:srgbClr val="AB4B68">
                    <a:alpha val="1902"/>
                  </a:srgbClr>
                </a:gs>
                <a:gs pos="100000">
                  <a:srgbClr val="AB4B6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Splat 736"/>
            <p:cNvSpPr>
              <a:spLocks noGrp="1"/>
            </p:cNvSpPr>
            <p:nvPr/>
          </p:nvSpPr>
          <p:spPr>
            <a:xfrm rot="5400000">
              <a:off x="3157124" y="2090382"/>
              <a:ext cx="319153" cy="319153"/>
            </a:xfrm>
            <a:prstGeom prst="ellipse">
              <a:avLst/>
            </a:prstGeom>
            <a:gradFill>
              <a:gsLst>
                <a:gs pos="0">
                  <a:srgbClr val="00004C">
                    <a:alpha val="32968"/>
                  </a:srgbClr>
                </a:gs>
                <a:gs pos="14286">
                  <a:srgbClr val="00004C">
                    <a:alpha val="30764"/>
                  </a:srgbClr>
                </a:gs>
                <a:gs pos="28571">
                  <a:srgbClr val="00004C">
                    <a:alpha val="24833"/>
                  </a:srgbClr>
                </a:gs>
                <a:gs pos="42857">
                  <a:srgbClr val="00004C">
                    <a:alpha val="17075"/>
                  </a:srgbClr>
                </a:gs>
                <a:gs pos="57143">
                  <a:srgbClr val="00004C">
                    <a:alpha val="9855"/>
                  </a:srgbClr>
                </a:gs>
                <a:gs pos="71429">
                  <a:srgbClr val="00004C">
                    <a:alpha val="4740"/>
                  </a:srgbClr>
                </a:gs>
                <a:gs pos="85714">
                  <a:srgbClr val="00004C">
                    <a:alpha val="1902"/>
                  </a:srgbClr>
                </a:gs>
                <a:gs pos="100000">
                  <a:srgbClr val="00004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Splat 737"/>
            <p:cNvSpPr>
              <a:spLocks noGrp="1"/>
            </p:cNvSpPr>
            <p:nvPr/>
          </p:nvSpPr>
          <p:spPr>
            <a:xfrm rot="-8212222">
              <a:off x="824467" y="1632530"/>
              <a:ext cx="328612" cy="10251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Splat 738"/>
            <p:cNvSpPr>
              <a:spLocks noGrp="1"/>
            </p:cNvSpPr>
            <p:nvPr/>
          </p:nvSpPr>
          <p:spPr>
            <a:xfrm rot="5400000">
              <a:off x="946051" y="3235007"/>
              <a:ext cx="292680" cy="292680"/>
            </a:xfrm>
            <a:prstGeom prst="ellipse">
              <a:avLst/>
            </a:prstGeom>
            <a:gradFill>
              <a:gsLst>
                <a:gs pos="0">
                  <a:srgbClr val="00008B">
                    <a:alpha val="32968"/>
                  </a:srgbClr>
                </a:gs>
                <a:gs pos="14286">
                  <a:srgbClr val="00008B">
                    <a:alpha val="30764"/>
                  </a:srgbClr>
                </a:gs>
                <a:gs pos="28571">
                  <a:srgbClr val="00008B">
                    <a:alpha val="24833"/>
                  </a:srgbClr>
                </a:gs>
                <a:gs pos="42857">
                  <a:srgbClr val="00008B">
                    <a:alpha val="17075"/>
                  </a:srgbClr>
                </a:gs>
                <a:gs pos="57143">
                  <a:srgbClr val="00008B">
                    <a:alpha val="9855"/>
                  </a:srgbClr>
                </a:gs>
                <a:gs pos="71429">
                  <a:srgbClr val="00008B">
                    <a:alpha val="4740"/>
                  </a:srgbClr>
                </a:gs>
                <a:gs pos="85714">
                  <a:srgbClr val="00008B">
                    <a:alpha val="1902"/>
                  </a:srgbClr>
                </a:gs>
                <a:gs pos="100000">
                  <a:srgbClr val="00008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Splat 739"/>
            <p:cNvSpPr>
              <a:spLocks noGrp="1"/>
            </p:cNvSpPr>
            <p:nvPr/>
          </p:nvSpPr>
          <p:spPr>
            <a:xfrm rot="10101651">
              <a:off x="2931354" y="1301220"/>
              <a:ext cx="254982" cy="53121"/>
            </a:xfrm>
            <a:prstGeom prst="ellipse">
              <a:avLst/>
            </a:prstGeom>
            <a:gradFill>
              <a:gsLst>
                <a:gs pos="0">
                  <a:srgbClr val="FFFFAE">
                    <a:alpha val="20537"/>
                  </a:srgbClr>
                </a:gs>
                <a:gs pos="14286">
                  <a:srgbClr val="FFFFAE">
                    <a:alpha val="19046"/>
                  </a:srgbClr>
                </a:gs>
                <a:gs pos="28571">
                  <a:srgbClr val="FFFFAE">
                    <a:alpha val="15130"/>
                  </a:srgbClr>
                </a:gs>
                <a:gs pos="42857">
                  <a:srgbClr val="FFFFAE">
                    <a:alpha val="10202"/>
                  </a:srgbClr>
                </a:gs>
                <a:gs pos="57143">
                  <a:srgbClr val="FFFFAE">
                    <a:alpha val="5788"/>
                  </a:srgbClr>
                </a:gs>
                <a:gs pos="71429">
                  <a:srgbClr val="FFFFAE">
                    <a:alpha val="2752"/>
                  </a:srgbClr>
                </a:gs>
                <a:gs pos="85714">
                  <a:srgbClr val="FFFFAE">
                    <a:alpha val="1098"/>
                  </a:srgbClr>
                </a:gs>
                <a:gs pos="100000">
                  <a:srgbClr val="FFFFAE">
                    <a:alpha val="3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Splat 740"/>
            <p:cNvSpPr>
              <a:spLocks noGrp="1"/>
            </p:cNvSpPr>
            <p:nvPr/>
          </p:nvSpPr>
          <p:spPr>
            <a:xfrm rot="7039970">
              <a:off x="3045781" y="2204916"/>
              <a:ext cx="328612" cy="91281"/>
            </a:xfrm>
            <a:prstGeom prst="ellipse">
              <a:avLst/>
            </a:prstGeom>
            <a:gradFill>
              <a:gsLst>
                <a:gs pos="0">
                  <a:srgbClr val="00007A">
                    <a:alpha val="8911"/>
                  </a:srgbClr>
                </a:gs>
                <a:gs pos="14286">
                  <a:srgbClr val="00007A">
                    <a:alpha val="8221"/>
                  </a:srgbClr>
                </a:gs>
                <a:gs pos="28571">
                  <a:srgbClr val="00007A">
                    <a:alpha val="6444"/>
                  </a:srgbClr>
                </a:gs>
                <a:gs pos="42857">
                  <a:srgbClr val="00007A">
                    <a:alpha val="4275"/>
                  </a:srgbClr>
                </a:gs>
                <a:gs pos="57143">
                  <a:srgbClr val="00007A">
                    <a:alpha val="2392"/>
                  </a:srgbClr>
                </a:gs>
                <a:gs pos="71429">
                  <a:srgbClr val="00007A">
                    <a:alpha val="1127"/>
                  </a:srgbClr>
                </a:gs>
                <a:gs pos="85714">
                  <a:srgbClr val="00007A">
                    <a:alpha val="447"/>
                  </a:srgbClr>
                </a:gs>
                <a:gs pos="100000">
                  <a:srgbClr val="00007A">
                    <a:alpha val="1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Splat 741"/>
            <p:cNvSpPr>
              <a:spLocks noGrp="1"/>
            </p:cNvSpPr>
            <p:nvPr/>
          </p:nvSpPr>
          <p:spPr>
            <a:xfrm rot="-10308950">
              <a:off x="1749983" y="1868877"/>
              <a:ext cx="328613" cy="91281"/>
            </a:xfrm>
            <a:prstGeom prst="ellipse">
              <a:avLst/>
            </a:prstGeom>
            <a:gradFill>
              <a:gsLst>
                <a:gs pos="0">
                  <a:srgbClr val="003645">
                    <a:alpha val="32968"/>
                  </a:srgbClr>
                </a:gs>
                <a:gs pos="14286">
                  <a:srgbClr val="003645">
                    <a:alpha val="30764"/>
                  </a:srgbClr>
                </a:gs>
                <a:gs pos="28571">
                  <a:srgbClr val="003645">
                    <a:alpha val="24833"/>
                  </a:srgbClr>
                </a:gs>
                <a:gs pos="42857">
                  <a:srgbClr val="003645">
                    <a:alpha val="17075"/>
                  </a:srgbClr>
                </a:gs>
                <a:gs pos="57143">
                  <a:srgbClr val="003645">
                    <a:alpha val="9855"/>
                  </a:srgbClr>
                </a:gs>
                <a:gs pos="71429">
                  <a:srgbClr val="003645">
                    <a:alpha val="4740"/>
                  </a:srgbClr>
                </a:gs>
                <a:gs pos="85714">
                  <a:srgbClr val="003645">
                    <a:alpha val="1902"/>
                  </a:srgbClr>
                </a:gs>
                <a:gs pos="100000">
                  <a:srgbClr val="0036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Splat 742"/>
            <p:cNvSpPr>
              <a:spLocks noGrp="1"/>
            </p:cNvSpPr>
            <p:nvPr/>
          </p:nvSpPr>
          <p:spPr>
            <a:xfrm rot="5400000">
              <a:off x="3858938" y="2380127"/>
              <a:ext cx="361905" cy="361905"/>
            </a:xfrm>
            <a:prstGeom prst="ellipse">
              <a:avLst/>
            </a:prstGeom>
            <a:gradFill>
              <a:gsLst>
                <a:gs pos="0">
                  <a:srgbClr val="1E00FA">
                    <a:alpha val="15594"/>
                  </a:srgbClr>
                </a:gs>
                <a:gs pos="14286">
                  <a:srgbClr val="1E00FA">
                    <a:alpha val="14428"/>
                  </a:srgbClr>
                </a:gs>
                <a:gs pos="28571">
                  <a:srgbClr val="1E00FA">
                    <a:alpha val="11395"/>
                  </a:srgbClr>
                </a:gs>
                <a:gs pos="42857">
                  <a:srgbClr val="1E00FA">
                    <a:alpha val="7629"/>
                  </a:srgbClr>
                </a:gs>
                <a:gs pos="57143">
                  <a:srgbClr val="1E00FA">
                    <a:alpha val="4302"/>
                  </a:srgbClr>
                </a:gs>
                <a:gs pos="71429">
                  <a:srgbClr val="1E00FA">
                    <a:alpha val="2037"/>
                  </a:srgbClr>
                </a:gs>
                <a:gs pos="85714">
                  <a:srgbClr val="1E00FA">
                    <a:alpha val="811"/>
                  </a:srgbClr>
                </a:gs>
                <a:gs pos="100000">
                  <a:srgbClr val="1E00FA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Splat 743"/>
            <p:cNvSpPr>
              <a:spLocks noGrp="1"/>
            </p:cNvSpPr>
            <p:nvPr/>
          </p:nvSpPr>
          <p:spPr>
            <a:xfrm rot="5400000">
              <a:off x="2967099" y="3108243"/>
              <a:ext cx="311049" cy="311049"/>
            </a:xfrm>
            <a:prstGeom prst="ellipse">
              <a:avLst/>
            </a:prstGeom>
            <a:gradFill>
              <a:gsLst>
                <a:gs pos="0">
                  <a:srgbClr val="900029">
                    <a:alpha val="29939"/>
                  </a:srgbClr>
                </a:gs>
                <a:gs pos="14286">
                  <a:srgbClr val="900029">
                    <a:alpha val="27894"/>
                  </a:srgbClr>
                </a:gs>
                <a:gs pos="28571">
                  <a:srgbClr val="900029">
                    <a:alpha val="22425"/>
                  </a:srgbClr>
                </a:gs>
                <a:gs pos="42857">
                  <a:srgbClr val="900029">
                    <a:alpha val="15342"/>
                  </a:srgbClr>
                </a:gs>
                <a:gs pos="57143">
                  <a:srgbClr val="900029">
                    <a:alpha val="8816"/>
                  </a:srgbClr>
                </a:gs>
                <a:gs pos="71429">
                  <a:srgbClr val="900029">
                    <a:alpha val="4228"/>
                  </a:srgbClr>
                </a:gs>
                <a:gs pos="85714">
                  <a:srgbClr val="900029">
                    <a:alpha val="1694"/>
                  </a:srgbClr>
                </a:gs>
                <a:gs pos="100000">
                  <a:srgbClr val="900029">
                    <a:alpha val="5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Splat 744"/>
            <p:cNvSpPr>
              <a:spLocks noGrp="1"/>
            </p:cNvSpPr>
            <p:nvPr/>
          </p:nvSpPr>
          <p:spPr>
            <a:xfrm rot="5400000">
              <a:off x="2409429" y="2260496"/>
              <a:ext cx="390131" cy="390131"/>
            </a:xfrm>
            <a:prstGeom prst="ellipse">
              <a:avLst/>
            </a:prstGeom>
            <a:gradFill>
              <a:gsLst>
                <a:gs pos="0">
                  <a:srgbClr val="444DB3">
                    <a:alpha val="13074"/>
                  </a:srgbClr>
                </a:gs>
                <a:gs pos="14286">
                  <a:srgbClr val="444DB3">
                    <a:alpha val="12083"/>
                  </a:srgbClr>
                </a:gs>
                <a:gs pos="28571">
                  <a:srgbClr val="444DB3">
                    <a:alpha val="9515"/>
                  </a:srgbClr>
                </a:gs>
                <a:gs pos="42857">
                  <a:srgbClr val="444DB3">
                    <a:alpha val="6348"/>
                  </a:srgbClr>
                </a:gs>
                <a:gs pos="57143">
                  <a:srgbClr val="444DB3">
                    <a:alpha val="3569"/>
                  </a:srgbClr>
                </a:gs>
                <a:gs pos="71429">
                  <a:srgbClr val="444DB3">
                    <a:alpha val="1687"/>
                  </a:srgbClr>
                </a:gs>
                <a:gs pos="85714">
                  <a:srgbClr val="444DB3">
                    <a:alpha val="670"/>
                  </a:srgbClr>
                </a:gs>
                <a:gs pos="100000">
                  <a:srgbClr val="444DB3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Splat 745"/>
            <p:cNvSpPr>
              <a:spLocks noGrp="1"/>
            </p:cNvSpPr>
            <p:nvPr/>
          </p:nvSpPr>
          <p:spPr>
            <a:xfrm rot="10503977">
              <a:off x="2125844" y="1923647"/>
              <a:ext cx="328612" cy="112569"/>
            </a:xfrm>
            <a:prstGeom prst="ellipse">
              <a:avLst/>
            </a:prstGeom>
            <a:gradFill>
              <a:gsLst>
                <a:gs pos="0">
                  <a:srgbClr val="009FD4">
                    <a:alpha val="29533"/>
                  </a:srgbClr>
                </a:gs>
                <a:gs pos="14286">
                  <a:srgbClr val="009FD4">
                    <a:alpha val="27510"/>
                  </a:srgbClr>
                </a:gs>
                <a:gs pos="28571">
                  <a:srgbClr val="009FD4">
                    <a:alpha val="22104"/>
                  </a:srgbClr>
                </a:gs>
                <a:gs pos="42857">
                  <a:srgbClr val="009FD4">
                    <a:alpha val="15113"/>
                  </a:srgbClr>
                </a:gs>
                <a:gs pos="57143">
                  <a:srgbClr val="009FD4">
                    <a:alpha val="8679"/>
                  </a:srgbClr>
                </a:gs>
                <a:gs pos="71429">
                  <a:srgbClr val="009FD4">
                    <a:alpha val="4161"/>
                  </a:srgbClr>
                </a:gs>
                <a:gs pos="85714">
                  <a:srgbClr val="009FD4">
                    <a:alpha val="1666"/>
                  </a:srgbClr>
                </a:gs>
                <a:gs pos="100000">
                  <a:srgbClr val="009FD4">
                    <a:alpha val="5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Splat 746"/>
            <p:cNvSpPr>
              <a:spLocks noGrp="1"/>
            </p:cNvSpPr>
            <p:nvPr/>
          </p:nvSpPr>
          <p:spPr>
            <a:xfrm rot="-10575211">
              <a:off x="2227524" y="2130064"/>
              <a:ext cx="274703" cy="183493"/>
            </a:xfrm>
            <a:prstGeom prst="ellipse">
              <a:avLst/>
            </a:prstGeom>
            <a:gradFill>
              <a:gsLst>
                <a:gs pos="0">
                  <a:srgbClr val="DB827E">
                    <a:alpha val="32968"/>
                  </a:srgbClr>
                </a:gs>
                <a:gs pos="14286">
                  <a:srgbClr val="DB827E">
                    <a:alpha val="30764"/>
                  </a:srgbClr>
                </a:gs>
                <a:gs pos="28571">
                  <a:srgbClr val="DB827E">
                    <a:alpha val="24833"/>
                  </a:srgbClr>
                </a:gs>
                <a:gs pos="42857">
                  <a:srgbClr val="DB827E">
                    <a:alpha val="17075"/>
                  </a:srgbClr>
                </a:gs>
                <a:gs pos="57143">
                  <a:srgbClr val="DB827E">
                    <a:alpha val="9855"/>
                  </a:srgbClr>
                </a:gs>
                <a:gs pos="71429">
                  <a:srgbClr val="DB827E">
                    <a:alpha val="4740"/>
                  </a:srgbClr>
                </a:gs>
                <a:gs pos="85714">
                  <a:srgbClr val="DB827E">
                    <a:alpha val="1902"/>
                  </a:srgbClr>
                </a:gs>
                <a:gs pos="100000">
                  <a:srgbClr val="DB827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Splat 747"/>
            <p:cNvSpPr>
              <a:spLocks noGrp="1"/>
            </p:cNvSpPr>
            <p:nvPr/>
          </p:nvSpPr>
          <p:spPr>
            <a:xfrm rot="5400000">
              <a:off x="3473949" y="2074204"/>
              <a:ext cx="323026" cy="323026"/>
            </a:xfrm>
            <a:prstGeom prst="ellipse">
              <a:avLst/>
            </a:prstGeom>
            <a:gradFill>
              <a:gsLst>
                <a:gs pos="0">
                  <a:srgbClr val="BFB5F2">
                    <a:alpha val="32968"/>
                  </a:srgbClr>
                </a:gs>
                <a:gs pos="14286">
                  <a:srgbClr val="BFB5F2">
                    <a:alpha val="30764"/>
                  </a:srgbClr>
                </a:gs>
                <a:gs pos="28571">
                  <a:srgbClr val="BFB5F2">
                    <a:alpha val="24833"/>
                  </a:srgbClr>
                </a:gs>
                <a:gs pos="42857">
                  <a:srgbClr val="BFB5F2">
                    <a:alpha val="17075"/>
                  </a:srgbClr>
                </a:gs>
                <a:gs pos="57143">
                  <a:srgbClr val="BFB5F2">
                    <a:alpha val="9855"/>
                  </a:srgbClr>
                </a:gs>
                <a:gs pos="71429">
                  <a:srgbClr val="BFB5F2">
                    <a:alpha val="4740"/>
                  </a:srgbClr>
                </a:gs>
                <a:gs pos="85714">
                  <a:srgbClr val="BFB5F2">
                    <a:alpha val="1902"/>
                  </a:srgbClr>
                </a:gs>
                <a:gs pos="100000">
                  <a:srgbClr val="BFB5F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Splat 748"/>
            <p:cNvSpPr>
              <a:spLocks noGrp="1"/>
            </p:cNvSpPr>
            <p:nvPr/>
          </p:nvSpPr>
          <p:spPr>
            <a:xfrm rot="5400000">
              <a:off x="1182461" y="2255411"/>
              <a:ext cx="264710" cy="264710"/>
            </a:xfrm>
            <a:prstGeom prst="ellipse">
              <a:avLst/>
            </a:prstGeom>
            <a:gradFill>
              <a:gsLst>
                <a:gs pos="0">
                  <a:srgbClr val="0000BE">
                    <a:alpha val="32968"/>
                  </a:srgbClr>
                </a:gs>
                <a:gs pos="14286">
                  <a:srgbClr val="0000BE">
                    <a:alpha val="30764"/>
                  </a:srgbClr>
                </a:gs>
                <a:gs pos="28571">
                  <a:srgbClr val="0000BE">
                    <a:alpha val="24833"/>
                  </a:srgbClr>
                </a:gs>
                <a:gs pos="42857">
                  <a:srgbClr val="0000BE">
                    <a:alpha val="17075"/>
                  </a:srgbClr>
                </a:gs>
                <a:gs pos="57143">
                  <a:srgbClr val="0000BE">
                    <a:alpha val="9855"/>
                  </a:srgbClr>
                </a:gs>
                <a:gs pos="71429">
                  <a:srgbClr val="0000BE">
                    <a:alpha val="4740"/>
                  </a:srgbClr>
                </a:gs>
                <a:gs pos="85714">
                  <a:srgbClr val="0000BE">
                    <a:alpha val="1902"/>
                  </a:srgbClr>
                </a:gs>
                <a:gs pos="100000">
                  <a:srgbClr val="0000B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Splat 749"/>
            <p:cNvSpPr>
              <a:spLocks noGrp="1"/>
            </p:cNvSpPr>
            <p:nvPr/>
          </p:nvSpPr>
          <p:spPr>
            <a:xfrm rot="5400000">
              <a:off x="4100689" y="2310194"/>
              <a:ext cx="320224" cy="320224"/>
            </a:xfrm>
            <a:prstGeom prst="ellipse">
              <a:avLst/>
            </a:prstGeom>
            <a:gradFill>
              <a:gsLst>
                <a:gs pos="0">
                  <a:srgbClr val="C5DFF6">
                    <a:alpha val="32968"/>
                  </a:srgbClr>
                </a:gs>
                <a:gs pos="14286">
                  <a:srgbClr val="C5DFF6">
                    <a:alpha val="30764"/>
                  </a:srgbClr>
                </a:gs>
                <a:gs pos="28571">
                  <a:srgbClr val="C5DFF6">
                    <a:alpha val="24833"/>
                  </a:srgbClr>
                </a:gs>
                <a:gs pos="42857">
                  <a:srgbClr val="C5DFF6">
                    <a:alpha val="17075"/>
                  </a:srgbClr>
                </a:gs>
                <a:gs pos="57143">
                  <a:srgbClr val="C5DFF6">
                    <a:alpha val="9855"/>
                  </a:srgbClr>
                </a:gs>
                <a:gs pos="71429">
                  <a:srgbClr val="C5DFF6">
                    <a:alpha val="4740"/>
                  </a:srgbClr>
                </a:gs>
                <a:gs pos="85714">
                  <a:srgbClr val="C5DFF6">
                    <a:alpha val="1902"/>
                  </a:srgbClr>
                </a:gs>
                <a:gs pos="100000">
                  <a:srgbClr val="C5DFF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Splat 750"/>
            <p:cNvSpPr>
              <a:spLocks noGrp="1"/>
            </p:cNvSpPr>
            <p:nvPr/>
          </p:nvSpPr>
          <p:spPr>
            <a:xfrm rot="5400000">
              <a:off x="1513293" y="1595021"/>
              <a:ext cx="235332" cy="235332"/>
            </a:xfrm>
            <a:prstGeom prst="ellipse">
              <a:avLst/>
            </a:prstGeom>
            <a:gradFill>
              <a:gsLst>
                <a:gs pos="0">
                  <a:srgbClr val="C5CFCA">
                    <a:alpha val="22800"/>
                  </a:srgbClr>
                </a:gs>
                <a:gs pos="14286">
                  <a:srgbClr val="C5CFCA">
                    <a:alpha val="21167"/>
                  </a:srgbClr>
                </a:gs>
                <a:gs pos="28571">
                  <a:srgbClr val="C5CFCA">
                    <a:alpha val="16862"/>
                  </a:srgbClr>
                </a:gs>
                <a:gs pos="42857">
                  <a:srgbClr val="C5CFCA">
                    <a:alpha val="11408"/>
                  </a:srgbClr>
                </a:gs>
                <a:gs pos="57143">
                  <a:srgbClr val="C5CFCA">
                    <a:alpha val="6492"/>
                  </a:srgbClr>
                </a:gs>
                <a:gs pos="71429">
                  <a:srgbClr val="C5CFCA">
                    <a:alpha val="3093"/>
                  </a:srgbClr>
                </a:gs>
                <a:gs pos="85714">
                  <a:srgbClr val="C5CFCA">
                    <a:alpha val="1235"/>
                  </a:srgbClr>
                </a:gs>
                <a:gs pos="100000">
                  <a:srgbClr val="C5CFCA">
                    <a:alpha val="4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Splat 751"/>
            <p:cNvSpPr>
              <a:spLocks noGrp="1"/>
            </p:cNvSpPr>
            <p:nvPr/>
          </p:nvSpPr>
          <p:spPr>
            <a:xfrm rot="10675036">
              <a:off x="2902744" y="1068784"/>
              <a:ext cx="328613" cy="91281"/>
            </a:xfrm>
            <a:prstGeom prst="ellipse">
              <a:avLst/>
            </a:prstGeom>
            <a:gradFill>
              <a:gsLst>
                <a:gs pos="0">
                  <a:srgbClr val="BAAC65">
                    <a:alpha val="32968"/>
                  </a:srgbClr>
                </a:gs>
                <a:gs pos="14286">
                  <a:srgbClr val="BAAC65">
                    <a:alpha val="30764"/>
                  </a:srgbClr>
                </a:gs>
                <a:gs pos="28571">
                  <a:srgbClr val="BAAC65">
                    <a:alpha val="24833"/>
                  </a:srgbClr>
                </a:gs>
                <a:gs pos="42857">
                  <a:srgbClr val="BAAC65">
                    <a:alpha val="17075"/>
                  </a:srgbClr>
                </a:gs>
                <a:gs pos="57143">
                  <a:srgbClr val="BAAC65">
                    <a:alpha val="9855"/>
                  </a:srgbClr>
                </a:gs>
                <a:gs pos="71429">
                  <a:srgbClr val="BAAC65">
                    <a:alpha val="4740"/>
                  </a:srgbClr>
                </a:gs>
                <a:gs pos="85714">
                  <a:srgbClr val="BAAC65">
                    <a:alpha val="1902"/>
                  </a:srgbClr>
                </a:gs>
                <a:gs pos="100000">
                  <a:srgbClr val="BAAC6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Splat 752"/>
            <p:cNvSpPr>
              <a:spLocks noGrp="1"/>
            </p:cNvSpPr>
            <p:nvPr/>
          </p:nvSpPr>
          <p:spPr>
            <a:xfrm rot="3592556">
              <a:off x="1544599" y="1827855"/>
              <a:ext cx="328612" cy="157891"/>
            </a:xfrm>
            <a:prstGeom prst="ellipse">
              <a:avLst/>
            </a:prstGeom>
            <a:gradFill>
              <a:gsLst>
                <a:gs pos="0">
                  <a:srgbClr val="90E2BE">
                    <a:alpha val="7588"/>
                  </a:srgbClr>
                </a:gs>
                <a:gs pos="14286">
                  <a:srgbClr val="90E2BE">
                    <a:alpha val="6996"/>
                  </a:srgbClr>
                </a:gs>
                <a:gs pos="28571">
                  <a:srgbClr val="90E2BE">
                    <a:alpha val="5476"/>
                  </a:srgbClr>
                </a:gs>
                <a:gs pos="42857">
                  <a:srgbClr val="90E2BE">
                    <a:alpha val="3626"/>
                  </a:srgbClr>
                </a:gs>
                <a:gs pos="57143">
                  <a:srgbClr val="90E2BE">
                    <a:alpha val="2026"/>
                  </a:srgbClr>
                </a:gs>
                <a:gs pos="71429">
                  <a:srgbClr val="90E2BE">
                    <a:alpha val="953"/>
                  </a:srgbClr>
                </a:gs>
                <a:gs pos="85714">
                  <a:srgbClr val="90E2BE">
                    <a:alpha val="378"/>
                  </a:srgbClr>
                </a:gs>
                <a:gs pos="100000">
                  <a:srgbClr val="90E2BE">
                    <a:alpha val="1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Splat 753"/>
            <p:cNvSpPr>
              <a:spLocks noGrp="1"/>
            </p:cNvSpPr>
            <p:nvPr/>
          </p:nvSpPr>
          <p:spPr>
            <a:xfrm rot="-9723305">
              <a:off x="2384993" y="2229683"/>
              <a:ext cx="237857" cy="137809"/>
            </a:xfrm>
            <a:prstGeom prst="ellipse">
              <a:avLst/>
            </a:prstGeom>
            <a:gradFill>
              <a:gsLst>
                <a:gs pos="0">
                  <a:srgbClr val="E3B781">
                    <a:alpha val="9560"/>
                  </a:srgbClr>
                </a:gs>
                <a:gs pos="14286">
                  <a:srgbClr val="E3B781">
                    <a:alpha val="8822"/>
                  </a:srgbClr>
                </a:gs>
                <a:gs pos="28571">
                  <a:srgbClr val="E3B781">
                    <a:alpha val="6920"/>
                  </a:srgbClr>
                </a:gs>
                <a:gs pos="42857">
                  <a:srgbClr val="E3B781">
                    <a:alpha val="4595"/>
                  </a:srgbClr>
                </a:gs>
                <a:gs pos="57143">
                  <a:srgbClr val="E3B781">
                    <a:alpha val="2573"/>
                  </a:srgbClr>
                </a:gs>
                <a:gs pos="71429">
                  <a:srgbClr val="E3B781">
                    <a:alpha val="1213"/>
                  </a:srgbClr>
                </a:gs>
                <a:gs pos="85714">
                  <a:srgbClr val="E3B781">
                    <a:alpha val="481"/>
                  </a:srgbClr>
                </a:gs>
                <a:gs pos="100000">
                  <a:srgbClr val="E3B781">
                    <a:alpha val="1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Splat 754"/>
            <p:cNvSpPr>
              <a:spLocks noGrp="1"/>
            </p:cNvSpPr>
            <p:nvPr/>
          </p:nvSpPr>
          <p:spPr>
            <a:xfrm rot="5400000">
              <a:off x="996365" y="695301"/>
              <a:ext cx="353830" cy="353830"/>
            </a:xfrm>
            <a:prstGeom prst="ellipse">
              <a:avLst/>
            </a:prstGeom>
            <a:gradFill>
              <a:gsLst>
                <a:gs pos="0">
                  <a:srgbClr val="FF000B">
                    <a:alpha val="7599"/>
                  </a:srgbClr>
                </a:gs>
                <a:gs pos="14286">
                  <a:srgbClr val="FF000B">
                    <a:alpha val="7007"/>
                  </a:srgbClr>
                </a:gs>
                <a:gs pos="28571">
                  <a:srgbClr val="FF000B">
                    <a:alpha val="5484"/>
                  </a:srgbClr>
                </a:gs>
                <a:gs pos="42857">
                  <a:srgbClr val="FF000B">
                    <a:alpha val="3632"/>
                  </a:srgbClr>
                </a:gs>
                <a:gs pos="57143">
                  <a:srgbClr val="FF000B">
                    <a:alpha val="2029"/>
                  </a:srgbClr>
                </a:gs>
                <a:gs pos="71429">
                  <a:srgbClr val="FF000B">
                    <a:alpha val="955"/>
                  </a:srgbClr>
                </a:gs>
                <a:gs pos="85714">
                  <a:srgbClr val="FF000B">
                    <a:alpha val="379"/>
                  </a:srgbClr>
                </a:gs>
                <a:gs pos="100000">
                  <a:srgbClr val="FF000B">
                    <a:alpha val="1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Splat 755"/>
            <p:cNvSpPr>
              <a:spLocks noGrp="1"/>
            </p:cNvSpPr>
            <p:nvPr/>
          </p:nvSpPr>
          <p:spPr>
            <a:xfrm rot="5400000">
              <a:off x="2309363" y="2128606"/>
              <a:ext cx="328612" cy="328612"/>
            </a:xfrm>
            <a:prstGeom prst="ellipse">
              <a:avLst/>
            </a:prstGeom>
            <a:gradFill>
              <a:gsLst>
                <a:gs pos="0">
                  <a:srgbClr val="7D535A">
                    <a:alpha val="32968"/>
                  </a:srgbClr>
                </a:gs>
                <a:gs pos="14286">
                  <a:srgbClr val="7D535A">
                    <a:alpha val="30764"/>
                  </a:srgbClr>
                </a:gs>
                <a:gs pos="28571">
                  <a:srgbClr val="7D535A">
                    <a:alpha val="24833"/>
                  </a:srgbClr>
                </a:gs>
                <a:gs pos="42857">
                  <a:srgbClr val="7D535A">
                    <a:alpha val="17075"/>
                  </a:srgbClr>
                </a:gs>
                <a:gs pos="57143">
                  <a:srgbClr val="7D535A">
                    <a:alpha val="9855"/>
                  </a:srgbClr>
                </a:gs>
                <a:gs pos="71429">
                  <a:srgbClr val="7D535A">
                    <a:alpha val="4740"/>
                  </a:srgbClr>
                </a:gs>
                <a:gs pos="85714">
                  <a:srgbClr val="7D535A">
                    <a:alpha val="1902"/>
                  </a:srgbClr>
                </a:gs>
                <a:gs pos="100000">
                  <a:srgbClr val="7D535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Splat 756"/>
            <p:cNvSpPr>
              <a:spLocks noGrp="1"/>
            </p:cNvSpPr>
            <p:nvPr/>
          </p:nvSpPr>
          <p:spPr>
            <a:xfrm rot="9763537">
              <a:off x="1302544" y="735409"/>
              <a:ext cx="328612" cy="91281"/>
            </a:xfrm>
            <a:prstGeom prst="ellipse">
              <a:avLst/>
            </a:prstGeom>
            <a:gradFill>
              <a:gsLst>
                <a:gs pos="0">
                  <a:srgbClr val="00FFFF">
                    <a:alpha val="3970"/>
                  </a:srgbClr>
                </a:gs>
                <a:gs pos="14286">
                  <a:srgbClr val="00FFFF">
                    <a:alpha val="3655"/>
                  </a:srgbClr>
                </a:gs>
                <a:gs pos="28571">
                  <a:srgbClr val="00FFFF">
                    <a:alpha val="2849"/>
                  </a:srgbClr>
                </a:gs>
                <a:gs pos="42857">
                  <a:srgbClr val="00FFFF">
                    <a:alpha val="1878"/>
                  </a:srgbClr>
                </a:gs>
                <a:gs pos="57143">
                  <a:srgbClr val="00FFFF">
                    <a:alpha val="1045"/>
                  </a:srgbClr>
                </a:gs>
                <a:gs pos="71429">
                  <a:srgbClr val="00FFFF">
                    <a:alpha val="491"/>
                  </a:srgbClr>
                </a:gs>
                <a:gs pos="85714">
                  <a:srgbClr val="00FFFF">
                    <a:alpha val="194"/>
                  </a:srgbClr>
                </a:gs>
                <a:gs pos="100000">
                  <a:srgbClr val="00FFFF">
                    <a:alpha val="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Splat 757"/>
            <p:cNvSpPr>
              <a:spLocks noGrp="1"/>
            </p:cNvSpPr>
            <p:nvPr/>
          </p:nvSpPr>
          <p:spPr>
            <a:xfrm rot="5400000">
              <a:off x="1680776" y="2297214"/>
              <a:ext cx="373258" cy="373258"/>
            </a:xfrm>
            <a:prstGeom prst="ellipse">
              <a:avLst/>
            </a:prstGeom>
            <a:gradFill>
              <a:gsLst>
                <a:gs pos="0">
                  <a:srgbClr val="5459D7">
                    <a:alpha val="9037"/>
                  </a:srgbClr>
                </a:gs>
                <a:gs pos="14286">
                  <a:srgbClr val="5459D7">
                    <a:alpha val="8337"/>
                  </a:srgbClr>
                </a:gs>
                <a:gs pos="28571">
                  <a:srgbClr val="5459D7">
                    <a:alpha val="6536"/>
                  </a:srgbClr>
                </a:gs>
                <a:gs pos="42857">
                  <a:srgbClr val="5459D7">
                    <a:alpha val="4337"/>
                  </a:srgbClr>
                </a:gs>
                <a:gs pos="57143">
                  <a:srgbClr val="5459D7">
                    <a:alpha val="2427"/>
                  </a:srgbClr>
                </a:gs>
                <a:gs pos="71429">
                  <a:srgbClr val="5459D7">
                    <a:alpha val="1143"/>
                  </a:srgbClr>
                </a:gs>
                <a:gs pos="85714">
                  <a:srgbClr val="5459D7">
                    <a:alpha val="454"/>
                  </a:srgbClr>
                </a:gs>
                <a:gs pos="100000">
                  <a:srgbClr val="5459D7">
                    <a:alpha val="1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Splat 758"/>
            <p:cNvSpPr>
              <a:spLocks noGrp="1"/>
            </p:cNvSpPr>
            <p:nvPr/>
          </p:nvSpPr>
          <p:spPr>
            <a:xfrm rot="5400000">
              <a:off x="2002361" y="2481241"/>
              <a:ext cx="360443" cy="36044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Splat 759"/>
            <p:cNvSpPr>
              <a:spLocks noGrp="1"/>
            </p:cNvSpPr>
            <p:nvPr/>
          </p:nvSpPr>
          <p:spPr>
            <a:xfrm rot="-9588242">
              <a:off x="1112044" y="907082"/>
              <a:ext cx="328612" cy="205136"/>
            </a:xfrm>
            <a:prstGeom prst="ellipse">
              <a:avLst/>
            </a:prstGeom>
            <a:gradFill>
              <a:gsLst>
                <a:gs pos="0">
                  <a:srgbClr val="FFFFF9">
                    <a:alpha val="3644"/>
                  </a:srgbClr>
                </a:gs>
                <a:gs pos="14286">
                  <a:srgbClr val="FFFFF9">
                    <a:alpha val="3354"/>
                  </a:srgbClr>
                </a:gs>
                <a:gs pos="28571">
                  <a:srgbClr val="FFFFF9">
                    <a:alpha val="2614"/>
                  </a:srgbClr>
                </a:gs>
                <a:gs pos="42857">
                  <a:srgbClr val="FFFFF9">
                    <a:alpha val="1723"/>
                  </a:srgbClr>
                </a:gs>
                <a:gs pos="57143">
                  <a:srgbClr val="FFFFF9">
                    <a:alpha val="958"/>
                  </a:srgbClr>
                </a:gs>
                <a:gs pos="71429">
                  <a:srgbClr val="FFFFF9">
                    <a:alpha val="450"/>
                  </a:srgbClr>
                </a:gs>
                <a:gs pos="85714">
                  <a:srgbClr val="FFFFF9">
                    <a:alpha val="178"/>
                  </a:srgbClr>
                </a:gs>
                <a:gs pos="100000">
                  <a:srgbClr val="FFFFF9">
                    <a:alpha val="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Splat 760"/>
            <p:cNvSpPr>
              <a:spLocks noGrp="1"/>
            </p:cNvSpPr>
            <p:nvPr/>
          </p:nvSpPr>
          <p:spPr>
            <a:xfrm rot="5400000">
              <a:off x="3264819" y="1289114"/>
              <a:ext cx="363529" cy="363529"/>
            </a:xfrm>
            <a:prstGeom prst="ellipse">
              <a:avLst/>
            </a:prstGeom>
            <a:gradFill>
              <a:gsLst>
                <a:gs pos="0">
                  <a:srgbClr val="FF0076">
                    <a:alpha val="16134"/>
                  </a:srgbClr>
                </a:gs>
                <a:gs pos="14286">
                  <a:srgbClr val="FF0076">
                    <a:alpha val="14932"/>
                  </a:srgbClr>
                </a:gs>
                <a:gs pos="28571">
                  <a:srgbClr val="FF0076">
                    <a:alpha val="11800"/>
                  </a:srgbClr>
                </a:gs>
                <a:gs pos="42857">
                  <a:srgbClr val="FF0076">
                    <a:alpha val="7906"/>
                  </a:srgbClr>
                </a:gs>
                <a:gs pos="57143">
                  <a:srgbClr val="FF0076">
                    <a:alpha val="4461"/>
                  </a:srgbClr>
                </a:gs>
                <a:gs pos="71429">
                  <a:srgbClr val="FF0076">
                    <a:alpha val="2114"/>
                  </a:srgbClr>
                </a:gs>
                <a:gs pos="85714">
                  <a:srgbClr val="FF0076">
                    <a:alpha val="841"/>
                  </a:srgbClr>
                </a:gs>
                <a:gs pos="100000">
                  <a:srgbClr val="FF0076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Splat 761"/>
            <p:cNvSpPr>
              <a:spLocks noGrp="1"/>
            </p:cNvSpPr>
            <p:nvPr/>
          </p:nvSpPr>
          <p:spPr>
            <a:xfrm rot="5400000">
              <a:off x="1454353" y="2669901"/>
              <a:ext cx="320328" cy="320328"/>
            </a:xfrm>
            <a:prstGeom prst="ellipse">
              <a:avLst/>
            </a:prstGeom>
            <a:gradFill>
              <a:gsLst>
                <a:gs pos="0">
                  <a:srgbClr val="008AB1">
                    <a:alpha val="32968"/>
                  </a:srgbClr>
                </a:gs>
                <a:gs pos="14286">
                  <a:srgbClr val="008AB1">
                    <a:alpha val="30764"/>
                  </a:srgbClr>
                </a:gs>
                <a:gs pos="28571">
                  <a:srgbClr val="008AB1">
                    <a:alpha val="24833"/>
                  </a:srgbClr>
                </a:gs>
                <a:gs pos="42857">
                  <a:srgbClr val="008AB1">
                    <a:alpha val="17075"/>
                  </a:srgbClr>
                </a:gs>
                <a:gs pos="57143">
                  <a:srgbClr val="008AB1">
                    <a:alpha val="9855"/>
                  </a:srgbClr>
                </a:gs>
                <a:gs pos="71429">
                  <a:srgbClr val="008AB1">
                    <a:alpha val="4740"/>
                  </a:srgbClr>
                </a:gs>
                <a:gs pos="85714">
                  <a:srgbClr val="008AB1">
                    <a:alpha val="1902"/>
                  </a:srgbClr>
                </a:gs>
                <a:gs pos="100000">
                  <a:srgbClr val="008AB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Splat 762"/>
            <p:cNvSpPr>
              <a:spLocks noGrp="1"/>
            </p:cNvSpPr>
            <p:nvPr/>
          </p:nvSpPr>
          <p:spPr>
            <a:xfrm rot="-9652810">
              <a:off x="2828777" y="1950277"/>
              <a:ext cx="328612" cy="160665"/>
            </a:xfrm>
            <a:prstGeom prst="ellipse">
              <a:avLst/>
            </a:prstGeom>
            <a:gradFill>
              <a:gsLst>
                <a:gs pos="0">
                  <a:srgbClr val="FFE200">
                    <a:alpha val="4786"/>
                  </a:srgbClr>
                </a:gs>
                <a:gs pos="14286">
                  <a:srgbClr val="FFE200">
                    <a:alpha val="4408"/>
                  </a:srgbClr>
                </a:gs>
                <a:gs pos="28571">
                  <a:srgbClr val="FFE200">
                    <a:alpha val="3440"/>
                  </a:srgbClr>
                </a:gs>
                <a:gs pos="42857">
                  <a:srgbClr val="FFE200">
                    <a:alpha val="2270"/>
                  </a:srgbClr>
                </a:gs>
                <a:gs pos="57143">
                  <a:srgbClr val="FFE200">
                    <a:alpha val="1264"/>
                  </a:srgbClr>
                </a:gs>
                <a:gs pos="71429">
                  <a:srgbClr val="FFE200">
                    <a:alpha val="594"/>
                  </a:srgbClr>
                </a:gs>
                <a:gs pos="85714">
                  <a:srgbClr val="FFE200">
                    <a:alpha val="235"/>
                  </a:srgbClr>
                </a:gs>
                <a:gs pos="100000">
                  <a:srgbClr val="FFE200">
                    <a:alpha val="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Splat 763"/>
            <p:cNvSpPr>
              <a:spLocks noGrp="1"/>
            </p:cNvSpPr>
            <p:nvPr/>
          </p:nvSpPr>
          <p:spPr>
            <a:xfrm rot="5400000">
              <a:off x="2529272" y="1250500"/>
              <a:ext cx="294773" cy="294773"/>
            </a:xfrm>
            <a:prstGeom prst="ellipse">
              <a:avLst/>
            </a:prstGeom>
            <a:gradFill>
              <a:gsLst>
                <a:gs pos="0">
                  <a:srgbClr val="7A2A00">
                    <a:alpha val="10586"/>
                  </a:srgbClr>
                </a:gs>
                <a:gs pos="14286">
                  <a:srgbClr val="7A2A00">
                    <a:alpha val="9773"/>
                  </a:srgbClr>
                </a:gs>
                <a:gs pos="28571">
                  <a:srgbClr val="7A2A00">
                    <a:alpha val="7675"/>
                  </a:srgbClr>
                </a:gs>
                <a:gs pos="42857">
                  <a:srgbClr val="7A2A00">
                    <a:alpha val="5103"/>
                  </a:srgbClr>
                </a:gs>
                <a:gs pos="57143">
                  <a:srgbClr val="7A2A00">
                    <a:alpha val="2860"/>
                  </a:srgbClr>
                </a:gs>
                <a:gs pos="71429">
                  <a:srgbClr val="7A2A00">
                    <a:alpha val="1349"/>
                  </a:srgbClr>
                </a:gs>
                <a:gs pos="85714">
                  <a:srgbClr val="7A2A00">
                    <a:alpha val="536"/>
                  </a:srgbClr>
                </a:gs>
                <a:gs pos="100000">
                  <a:srgbClr val="7A2A00">
                    <a:alpha val="1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Splat 764"/>
            <p:cNvSpPr>
              <a:spLocks noGrp="1"/>
            </p:cNvSpPr>
            <p:nvPr/>
          </p:nvSpPr>
          <p:spPr>
            <a:xfrm rot="5400000">
              <a:off x="1237433" y="1605813"/>
              <a:ext cx="249701" cy="249701"/>
            </a:xfrm>
            <a:prstGeom prst="ellipse">
              <a:avLst/>
            </a:prstGeom>
            <a:gradFill>
              <a:gsLst>
                <a:gs pos="0">
                  <a:srgbClr val="390059">
                    <a:alpha val="25127"/>
                  </a:srgbClr>
                </a:gs>
                <a:gs pos="14286">
                  <a:srgbClr val="390059">
                    <a:alpha val="23354"/>
                  </a:srgbClr>
                </a:gs>
                <a:gs pos="28571">
                  <a:srgbClr val="390059">
                    <a:alpha val="18659"/>
                  </a:srgbClr>
                </a:gs>
                <a:gs pos="42857">
                  <a:srgbClr val="390059">
                    <a:alpha val="12668"/>
                  </a:srgbClr>
                </a:gs>
                <a:gs pos="57143">
                  <a:srgbClr val="390059">
                    <a:alpha val="7231"/>
                  </a:srgbClr>
                </a:gs>
                <a:gs pos="71429">
                  <a:srgbClr val="390059">
                    <a:alpha val="3452"/>
                  </a:srgbClr>
                </a:gs>
                <a:gs pos="85714">
                  <a:srgbClr val="390059">
                    <a:alpha val="1380"/>
                  </a:srgbClr>
                </a:gs>
                <a:gs pos="100000">
                  <a:srgbClr val="390059">
                    <a:alpha val="4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Splat 765"/>
            <p:cNvSpPr>
              <a:spLocks noGrp="1"/>
            </p:cNvSpPr>
            <p:nvPr/>
          </p:nvSpPr>
          <p:spPr>
            <a:xfrm rot="5400000">
              <a:off x="2422717" y="2018854"/>
              <a:ext cx="313619" cy="313619"/>
            </a:xfrm>
            <a:prstGeom prst="ellipse">
              <a:avLst/>
            </a:prstGeom>
            <a:gradFill>
              <a:gsLst>
                <a:gs pos="0">
                  <a:srgbClr val="000000">
                    <a:alpha val="12806"/>
                  </a:srgbClr>
                </a:gs>
                <a:gs pos="14286">
                  <a:srgbClr val="000000">
                    <a:alpha val="11834"/>
                  </a:srgbClr>
                </a:gs>
                <a:gs pos="28571">
                  <a:srgbClr val="000000">
                    <a:alpha val="9317"/>
                  </a:srgbClr>
                </a:gs>
                <a:gs pos="42857">
                  <a:srgbClr val="000000">
                    <a:alpha val="6213"/>
                  </a:srgbClr>
                </a:gs>
                <a:gs pos="57143">
                  <a:srgbClr val="000000">
                    <a:alpha val="3492"/>
                  </a:srgbClr>
                </a:gs>
                <a:gs pos="71429">
                  <a:srgbClr val="000000">
                    <a:alpha val="1650"/>
                  </a:srgbClr>
                </a:gs>
                <a:gs pos="85714">
                  <a:srgbClr val="000000">
                    <a:alpha val="656"/>
                  </a:srgbClr>
                </a:gs>
                <a:gs pos="100000">
                  <a:srgbClr val="000000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Splat 766"/>
            <p:cNvSpPr>
              <a:spLocks noGrp="1"/>
            </p:cNvSpPr>
            <p:nvPr/>
          </p:nvSpPr>
          <p:spPr>
            <a:xfrm rot="8716142">
              <a:off x="2045184" y="3391079"/>
              <a:ext cx="328612" cy="912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Splat 767"/>
            <p:cNvSpPr>
              <a:spLocks noGrp="1"/>
            </p:cNvSpPr>
            <p:nvPr/>
          </p:nvSpPr>
          <p:spPr>
            <a:xfrm rot="5400000">
              <a:off x="1026705" y="3749233"/>
              <a:ext cx="374165" cy="374165"/>
            </a:xfrm>
            <a:prstGeom prst="ellipse">
              <a:avLst/>
            </a:prstGeom>
            <a:gradFill>
              <a:gsLst>
                <a:gs pos="0">
                  <a:srgbClr val="009ED1">
                    <a:alpha val="32968"/>
                  </a:srgbClr>
                </a:gs>
                <a:gs pos="14286">
                  <a:srgbClr val="009ED1">
                    <a:alpha val="30764"/>
                  </a:srgbClr>
                </a:gs>
                <a:gs pos="28571">
                  <a:srgbClr val="009ED1">
                    <a:alpha val="24833"/>
                  </a:srgbClr>
                </a:gs>
                <a:gs pos="42857">
                  <a:srgbClr val="009ED1">
                    <a:alpha val="17075"/>
                  </a:srgbClr>
                </a:gs>
                <a:gs pos="57143">
                  <a:srgbClr val="009ED1">
                    <a:alpha val="9855"/>
                  </a:srgbClr>
                </a:gs>
                <a:gs pos="71429">
                  <a:srgbClr val="009ED1">
                    <a:alpha val="4740"/>
                  </a:srgbClr>
                </a:gs>
                <a:gs pos="85714">
                  <a:srgbClr val="009ED1">
                    <a:alpha val="1902"/>
                  </a:srgbClr>
                </a:gs>
                <a:gs pos="100000">
                  <a:srgbClr val="009ED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Splat 768"/>
            <p:cNvSpPr>
              <a:spLocks noGrp="1"/>
            </p:cNvSpPr>
            <p:nvPr/>
          </p:nvSpPr>
          <p:spPr>
            <a:xfrm rot="9549010">
              <a:off x="2738566" y="1179707"/>
              <a:ext cx="414270" cy="194713"/>
            </a:xfrm>
            <a:prstGeom prst="ellipse">
              <a:avLst/>
            </a:prstGeom>
            <a:gradFill>
              <a:gsLst>
                <a:gs pos="0">
                  <a:srgbClr val="E7FF9A">
                    <a:alpha val="28651"/>
                  </a:srgbClr>
                </a:gs>
                <a:gs pos="14286">
                  <a:srgbClr val="E7FF9A">
                    <a:alpha val="26676"/>
                  </a:srgbClr>
                </a:gs>
                <a:gs pos="28571">
                  <a:srgbClr val="E7FF9A">
                    <a:alpha val="21409"/>
                  </a:srgbClr>
                </a:gs>
                <a:gs pos="42857">
                  <a:srgbClr val="E7FF9A">
                    <a:alpha val="14617"/>
                  </a:srgbClr>
                </a:gs>
                <a:gs pos="57143">
                  <a:srgbClr val="E7FF9A">
                    <a:alpha val="8384"/>
                  </a:srgbClr>
                </a:gs>
                <a:gs pos="71429">
                  <a:srgbClr val="E7FF9A">
                    <a:alpha val="4016"/>
                  </a:srgbClr>
                </a:gs>
                <a:gs pos="85714">
                  <a:srgbClr val="E7FF9A">
                    <a:alpha val="1608"/>
                  </a:srgbClr>
                </a:gs>
                <a:gs pos="100000">
                  <a:srgbClr val="E7FF9A">
                    <a:alpha val="5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Splat 769"/>
            <p:cNvSpPr>
              <a:spLocks noGrp="1"/>
            </p:cNvSpPr>
            <p:nvPr/>
          </p:nvSpPr>
          <p:spPr>
            <a:xfrm rot="5958024">
              <a:off x="2494788" y="1066064"/>
              <a:ext cx="328612" cy="122797"/>
            </a:xfrm>
            <a:prstGeom prst="ellipse">
              <a:avLst/>
            </a:prstGeom>
            <a:gradFill>
              <a:gsLst>
                <a:gs pos="0">
                  <a:srgbClr val="CB00CB">
                    <a:alpha val="6569"/>
                  </a:srgbClr>
                </a:gs>
                <a:gs pos="14286">
                  <a:srgbClr val="CB00CB">
                    <a:alpha val="6054"/>
                  </a:srgbClr>
                </a:gs>
                <a:gs pos="28571">
                  <a:srgbClr val="CB00CB">
                    <a:alpha val="4733"/>
                  </a:srgbClr>
                </a:gs>
                <a:gs pos="42857">
                  <a:srgbClr val="CB00CB">
                    <a:alpha val="3131"/>
                  </a:srgbClr>
                </a:gs>
                <a:gs pos="57143">
                  <a:srgbClr val="CB00CB">
                    <a:alpha val="1747"/>
                  </a:srgbClr>
                </a:gs>
                <a:gs pos="71429">
                  <a:srgbClr val="CB00CB">
                    <a:alpha val="822"/>
                  </a:srgbClr>
                </a:gs>
                <a:gs pos="85714">
                  <a:srgbClr val="CB00CB">
                    <a:alpha val="326"/>
                  </a:srgbClr>
                </a:gs>
                <a:gs pos="100000">
                  <a:srgbClr val="CB00CB">
                    <a:alpha val="1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Splat 770"/>
            <p:cNvSpPr>
              <a:spLocks noGrp="1"/>
            </p:cNvSpPr>
            <p:nvPr/>
          </p:nvSpPr>
          <p:spPr>
            <a:xfrm rot="5400000">
              <a:off x="3022300" y="2415552"/>
              <a:ext cx="403742" cy="403742"/>
            </a:xfrm>
            <a:prstGeom prst="ellipse">
              <a:avLst/>
            </a:prstGeom>
            <a:gradFill>
              <a:gsLst>
                <a:gs pos="0">
                  <a:srgbClr val="008A95">
                    <a:alpha val="32968"/>
                  </a:srgbClr>
                </a:gs>
                <a:gs pos="14286">
                  <a:srgbClr val="008A95">
                    <a:alpha val="30764"/>
                  </a:srgbClr>
                </a:gs>
                <a:gs pos="28571">
                  <a:srgbClr val="008A95">
                    <a:alpha val="24833"/>
                  </a:srgbClr>
                </a:gs>
                <a:gs pos="42857">
                  <a:srgbClr val="008A95">
                    <a:alpha val="17075"/>
                  </a:srgbClr>
                </a:gs>
                <a:gs pos="57143">
                  <a:srgbClr val="008A95">
                    <a:alpha val="9855"/>
                  </a:srgbClr>
                </a:gs>
                <a:gs pos="71429">
                  <a:srgbClr val="008A95">
                    <a:alpha val="4740"/>
                  </a:srgbClr>
                </a:gs>
                <a:gs pos="85714">
                  <a:srgbClr val="008A95">
                    <a:alpha val="1902"/>
                  </a:srgbClr>
                </a:gs>
                <a:gs pos="100000">
                  <a:srgbClr val="008A9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Splat 771"/>
            <p:cNvSpPr>
              <a:spLocks noGrp="1"/>
            </p:cNvSpPr>
            <p:nvPr/>
          </p:nvSpPr>
          <p:spPr>
            <a:xfrm rot="5400000">
              <a:off x="1283550" y="2167311"/>
              <a:ext cx="246012" cy="246012"/>
            </a:xfrm>
            <a:prstGeom prst="ellipse">
              <a:avLst/>
            </a:prstGeom>
            <a:gradFill>
              <a:gsLst>
                <a:gs pos="0">
                  <a:srgbClr val="9FDBFF">
                    <a:alpha val="32968"/>
                  </a:srgbClr>
                </a:gs>
                <a:gs pos="14286">
                  <a:srgbClr val="9FDBFF">
                    <a:alpha val="30764"/>
                  </a:srgbClr>
                </a:gs>
                <a:gs pos="28571">
                  <a:srgbClr val="9FDBFF">
                    <a:alpha val="24833"/>
                  </a:srgbClr>
                </a:gs>
                <a:gs pos="42857">
                  <a:srgbClr val="9FDBFF">
                    <a:alpha val="17075"/>
                  </a:srgbClr>
                </a:gs>
                <a:gs pos="57143">
                  <a:srgbClr val="9FDBFF">
                    <a:alpha val="9855"/>
                  </a:srgbClr>
                </a:gs>
                <a:gs pos="71429">
                  <a:srgbClr val="9FDBFF">
                    <a:alpha val="4740"/>
                  </a:srgbClr>
                </a:gs>
                <a:gs pos="85714">
                  <a:srgbClr val="9FDBFF">
                    <a:alpha val="1902"/>
                  </a:srgbClr>
                </a:gs>
                <a:gs pos="100000">
                  <a:srgbClr val="9FD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Splat 772"/>
            <p:cNvSpPr>
              <a:spLocks noGrp="1"/>
            </p:cNvSpPr>
            <p:nvPr/>
          </p:nvSpPr>
          <p:spPr>
            <a:xfrm rot="5400000">
              <a:off x="2761690" y="1329741"/>
              <a:ext cx="228754" cy="228754"/>
            </a:xfrm>
            <a:prstGeom prst="ellipse">
              <a:avLst/>
            </a:prstGeom>
            <a:gradFill>
              <a:gsLst>
                <a:gs pos="0">
                  <a:srgbClr val="C4FF96">
                    <a:alpha val="10999"/>
                  </a:srgbClr>
                </a:gs>
                <a:gs pos="14286">
                  <a:srgbClr val="C4FF96">
                    <a:alpha val="10156"/>
                  </a:srgbClr>
                </a:gs>
                <a:gs pos="28571">
                  <a:srgbClr val="C4FF96">
                    <a:alpha val="7979"/>
                  </a:srgbClr>
                </a:gs>
                <a:gs pos="42857">
                  <a:srgbClr val="C4FF96">
                    <a:alpha val="5308"/>
                  </a:srgbClr>
                </a:gs>
                <a:gs pos="57143">
                  <a:srgbClr val="C4FF96">
                    <a:alpha val="2977"/>
                  </a:srgbClr>
                </a:gs>
                <a:gs pos="71429">
                  <a:srgbClr val="C4FF96">
                    <a:alpha val="1405"/>
                  </a:srgbClr>
                </a:gs>
                <a:gs pos="85714">
                  <a:srgbClr val="C4FF96">
                    <a:alpha val="558"/>
                  </a:srgbClr>
                </a:gs>
                <a:gs pos="100000">
                  <a:srgbClr val="C4FF96">
                    <a:alpha val="1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Splat 773"/>
            <p:cNvSpPr>
              <a:spLocks noGrp="1"/>
            </p:cNvSpPr>
            <p:nvPr/>
          </p:nvSpPr>
          <p:spPr>
            <a:xfrm rot="4123460">
              <a:off x="2279806" y="2564715"/>
              <a:ext cx="328612" cy="125768"/>
            </a:xfrm>
            <a:prstGeom prst="ellipse">
              <a:avLst/>
            </a:prstGeom>
            <a:gradFill>
              <a:gsLst>
                <a:gs pos="0">
                  <a:srgbClr val="C20000">
                    <a:alpha val="32968"/>
                  </a:srgbClr>
                </a:gs>
                <a:gs pos="14286">
                  <a:srgbClr val="C20000">
                    <a:alpha val="30764"/>
                  </a:srgbClr>
                </a:gs>
                <a:gs pos="28571">
                  <a:srgbClr val="C20000">
                    <a:alpha val="24833"/>
                  </a:srgbClr>
                </a:gs>
                <a:gs pos="42857">
                  <a:srgbClr val="C20000">
                    <a:alpha val="17075"/>
                  </a:srgbClr>
                </a:gs>
                <a:gs pos="57143">
                  <a:srgbClr val="C20000">
                    <a:alpha val="9855"/>
                  </a:srgbClr>
                </a:gs>
                <a:gs pos="71429">
                  <a:srgbClr val="C20000">
                    <a:alpha val="4740"/>
                  </a:srgbClr>
                </a:gs>
                <a:gs pos="85714">
                  <a:srgbClr val="C20000">
                    <a:alpha val="1902"/>
                  </a:srgbClr>
                </a:gs>
                <a:gs pos="100000">
                  <a:srgbClr val="C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Splat 774"/>
            <p:cNvSpPr>
              <a:spLocks noGrp="1"/>
            </p:cNvSpPr>
            <p:nvPr/>
          </p:nvSpPr>
          <p:spPr>
            <a:xfrm rot="-10486231">
              <a:off x="3058274" y="1659231"/>
              <a:ext cx="328612" cy="121546"/>
            </a:xfrm>
            <a:prstGeom prst="ellipse">
              <a:avLst/>
            </a:prstGeom>
            <a:gradFill>
              <a:gsLst>
                <a:gs pos="0">
                  <a:srgbClr val="880000">
                    <a:alpha val="18697"/>
                  </a:srgbClr>
                </a:gs>
                <a:gs pos="14286">
                  <a:srgbClr val="880000">
                    <a:alpha val="17325"/>
                  </a:srgbClr>
                </a:gs>
                <a:gs pos="28571">
                  <a:srgbClr val="880000">
                    <a:alpha val="13733"/>
                  </a:srgbClr>
                </a:gs>
                <a:gs pos="42857">
                  <a:srgbClr val="880000">
                    <a:alpha val="9235"/>
                  </a:srgbClr>
                </a:gs>
                <a:gs pos="57143">
                  <a:srgbClr val="880000">
                    <a:alpha val="5227"/>
                  </a:srgbClr>
                </a:gs>
                <a:gs pos="71429">
                  <a:srgbClr val="880000">
                    <a:alpha val="2482"/>
                  </a:srgbClr>
                </a:gs>
                <a:gs pos="85714">
                  <a:srgbClr val="880000">
                    <a:alpha val="989"/>
                  </a:srgbClr>
                </a:gs>
                <a:gs pos="100000">
                  <a:srgbClr val="880000">
                    <a:alpha val="3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Splat 775"/>
            <p:cNvSpPr>
              <a:spLocks noGrp="1"/>
            </p:cNvSpPr>
            <p:nvPr/>
          </p:nvSpPr>
          <p:spPr>
            <a:xfrm rot="5400000">
              <a:off x="1488285" y="2163969"/>
              <a:ext cx="277819" cy="277819"/>
            </a:xfrm>
            <a:prstGeom prst="ellipse">
              <a:avLst/>
            </a:prstGeom>
            <a:gradFill>
              <a:gsLst>
                <a:gs pos="0">
                  <a:srgbClr val="6B0069">
                    <a:alpha val="32968"/>
                  </a:srgbClr>
                </a:gs>
                <a:gs pos="14286">
                  <a:srgbClr val="6B0069">
                    <a:alpha val="30764"/>
                  </a:srgbClr>
                </a:gs>
                <a:gs pos="28571">
                  <a:srgbClr val="6B0069">
                    <a:alpha val="24833"/>
                  </a:srgbClr>
                </a:gs>
                <a:gs pos="42857">
                  <a:srgbClr val="6B0069">
                    <a:alpha val="17075"/>
                  </a:srgbClr>
                </a:gs>
                <a:gs pos="57143">
                  <a:srgbClr val="6B0069">
                    <a:alpha val="9855"/>
                  </a:srgbClr>
                </a:gs>
                <a:gs pos="71429">
                  <a:srgbClr val="6B0069">
                    <a:alpha val="4740"/>
                  </a:srgbClr>
                </a:gs>
                <a:gs pos="85714">
                  <a:srgbClr val="6B0069">
                    <a:alpha val="1902"/>
                  </a:srgbClr>
                </a:gs>
                <a:gs pos="100000">
                  <a:srgbClr val="6B006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Splat 776"/>
            <p:cNvSpPr>
              <a:spLocks noGrp="1"/>
            </p:cNvSpPr>
            <p:nvPr/>
          </p:nvSpPr>
          <p:spPr>
            <a:xfrm rot="5400000">
              <a:off x="819648" y="1704433"/>
              <a:ext cx="306284" cy="306284"/>
            </a:xfrm>
            <a:prstGeom prst="ellipse">
              <a:avLst/>
            </a:prstGeom>
            <a:gradFill>
              <a:gsLst>
                <a:gs pos="0">
                  <a:srgbClr val="FFF1BC">
                    <a:alpha val="32968"/>
                  </a:srgbClr>
                </a:gs>
                <a:gs pos="14286">
                  <a:srgbClr val="FFF1BC">
                    <a:alpha val="30764"/>
                  </a:srgbClr>
                </a:gs>
                <a:gs pos="28571">
                  <a:srgbClr val="FFF1BC">
                    <a:alpha val="24833"/>
                  </a:srgbClr>
                </a:gs>
                <a:gs pos="42857">
                  <a:srgbClr val="FFF1BC">
                    <a:alpha val="17075"/>
                  </a:srgbClr>
                </a:gs>
                <a:gs pos="57143">
                  <a:srgbClr val="FFF1BC">
                    <a:alpha val="9855"/>
                  </a:srgbClr>
                </a:gs>
                <a:gs pos="71429">
                  <a:srgbClr val="FFF1BC">
                    <a:alpha val="4740"/>
                  </a:srgbClr>
                </a:gs>
                <a:gs pos="85714">
                  <a:srgbClr val="FFF1BC">
                    <a:alpha val="1902"/>
                  </a:srgbClr>
                </a:gs>
                <a:gs pos="100000">
                  <a:srgbClr val="FFF1B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Splat 777"/>
            <p:cNvSpPr>
              <a:spLocks noGrp="1"/>
            </p:cNvSpPr>
            <p:nvPr/>
          </p:nvSpPr>
          <p:spPr>
            <a:xfrm rot="10693179">
              <a:off x="2940077" y="1191134"/>
              <a:ext cx="269529" cy="74869"/>
            </a:xfrm>
            <a:prstGeom prst="ellipse">
              <a:avLst/>
            </a:prstGeom>
            <a:gradFill>
              <a:gsLst>
                <a:gs pos="0">
                  <a:srgbClr val="BCF200">
                    <a:alpha val="9451"/>
                  </a:srgbClr>
                </a:gs>
                <a:gs pos="14286">
                  <a:srgbClr val="BCF200">
                    <a:alpha val="8721"/>
                  </a:srgbClr>
                </a:gs>
                <a:gs pos="28571">
                  <a:srgbClr val="BCF200">
                    <a:alpha val="6840"/>
                  </a:srgbClr>
                </a:gs>
                <a:gs pos="42857">
                  <a:srgbClr val="BCF200">
                    <a:alpha val="4541"/>
                  </a:srgbClr>
                </a:gs>
                <a:gs pos="57143">
                  <a:srgbClr val="BCF200">
                    <a:alpha val="2542"/>
                  </a:srgbClr>
                </a:gs>
                <a:gs pos="71429">
                  <a:srgbClr val="BCF200">
                    <a:alpha val="1198"/>
                  </a:srgbClr>
                </a:gs>
                <a:gs pos="85714">
                  <a:srgbClr val="BCF200">
                    <a:alpha val="476"/>
                  </a:srgbClr>
                </a:gs>
                <a:gs pos="100000">
                  <a:srgbClr val="BCF200">
                    <a:alpha val="1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Splat 778"/>
            <p:cNvSpPr>
              <a:spLocks noGrp="1"/>
            </p:cNvSpPr>
            <p:nvPr/>
          </p:nvSpPr>
          <p:spPr>
            <a:xfrm rot="5400000">
              <a:off x="2955496" y="1327168"/>
              <a:ext cx="358262" cy="358262"/>
            </a:xfrm>
            <a:prstGeom prst="ellipse">
              <a:avLst/>
            </a:prstGeom>
            <a:gradFill>
              <a:gsLst>
                <a:gs pos="0">
                  <a:srgbClr val="00000F">
                    <a:alpha val="32968"/>
                  </a:srgbClr>
                </a:gs>
                <a:gs pos="14286">
                  <a:srgbClr val="00000F">
                    <a:alpha val="30764"/>
                  </a:srgbClr>
                </a:gs>
                <a:gs pos="28571">
                  <a:srgbClr val="00000F">
                    <a:alpha val="24833"/>
                  </a:srgbClr>
                </a:gs>
                <a:gs pos="42857">
                  <a:srgbClr val="00000F">
                    <a:alpha val="17075"/>
                  </a:srgbClr>
                </a:gs>
                <a:gs pos="57143">
                  <a:srgbClr val="00000F">
                    <a:alpha val="9855"/>
                  </a:srgbClr>
                </a:gs>
                <a:gs pos="71429">
                  <a:srgbClr val="00000F">
                    <a:alpha val="4740"/>
                  </a:srgbClr>
                </a:gs>
                <a:gs pos="85714">
                  <a:srgbClr val="00000F">
                    <a:alpha val="1902"/>
                  </a:srgbClr>
                </a:gs>
                <a:gs pos="100000">
                  <a:srgbClr val="00000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Splat 779"/>
            <p:cNvSpPr>
              <a:spLocks noGrp="1"/>
            </p:cNvSpPr>
            <p:nvPr/>
          </p:nvSpPr>
          <p:spPr>
            <a:xfrm rot="5400000">
              <a:off x="-53498" y="4208473"/>
              <a:ext cx="303028" cy="303028"/>
            </a:xfrm>
            <a:prstGeom prst="ellipse">
              <a:avLst/>
            </a:prstGeom>
            <a:gradFill>
              <a:gsLst>
                <a:gs pos="0">
                  <a:srgbClr val="B00000">
                    <a:alpha val="22200"/>
                  </a:srgbClr>
                </a:gs>
                <a:gs pos="14286">
                  <a:srgbClr val="B00000">
                    <a:alpha val="20604"/>
                  </a:srgbClr>
                </a:gs>
                <a:gs pos="28571">
                  <a:srgbClr val="B00000">
                    <a:alpha val="16402"/>
                  </a:srgbClr>
                </a:gs>
                <a:gs pos="42857">
                  <a:srgbClr val="B00000">
                    <a:alpha val="11086"/>
                  </a:srgbClr>
                </a:gs>
                <a:gs pos="57143">
                  <a:srgbClr val="B00000">
                    <a:alpha val="6304"/>
                  </a:srgbClr>
                </a:gs>
                <a:gs pos="71429">
                  <a:srgbClr val="B00000">
                    <a:alpha val="3002"/>
                  </a:srgbClr>
                </a:gs>
                <a:gs pos="85714">
                  <a:srgbClr val="B00000">
                    <a:alpha val="1198"/>
                  </a:srgbClr>
                </a:gs>
                <a:gs pos="100000">
                  <a:srgbClr val="B00000">
                    <a:alpha val="4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Splat 780"/>
            <p:cNvSpPr>
              <a:spLocks noGrp="1"/>
            </p:cNvSpPr>
            <p:nvPr/>
          </p:nvSpPr>
          <p:spPr>
            <a:xfrm rot="6731289">
              <a:off x="2610694" y="1124989"/>
              <a:ext cx="438985" cy="162885"/>
            </a:xfrm>
            <a:prstGeom prst="ellipse">
              <a:avLst/>
            </a:prstGeom>
            <a:gradFill>
              <a:gsLst>
                <a:gs pos="0">
                  <a:srgbClr val="666535">
                    <a:alpha val="32968"/>
                  </a:srgbClr>
                </a:gs>
                <a:gs pos="14286">
                  <a:srgbClr val="666535">
                    <a:alpha val="30764"/>
                  </a:srgbClr>
                </a:gs>
                <a:gs pos="28571">
                  <a:srgbClr val="666535">
                    <a:alpha val="24833"/>
                  </a:srgbClr>
                </a:gs>
                <a:gs pos="42857">
                  <a:srgbClr val="666535">
                    <a:alpha val="17075"/>
                  </a:srgbClr>
                </a:gs>
                <a:gs pos="57143">
                  <a:srgbClr val="666535">
                    <a:alpha val="9855"/>
                  </a:srgbClr>
                </a:gs>
                <a:gs pos="71429">
                  <a:srgbClr val="666535">
                    <a:alpha val="4740"/>
                  </a:srgbClr>
                </a:gs>
                <a:gs pos="85714">
                  <a:srgbClr val="666535">
                    <a:alpha val="1902"/>
                  </a:srgbClr>
                </a:gs>
                <a:gs pos="100000">
                  <a:srgbClr val="66653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Splat 781"/>
            <p:cNvSpPr>
              <a:spLocks noGrp="1"/>
            </p:cNvSpPr>
            <p:nvPr/>
          </p:nvSpPr>
          <p:spPr>
            <a:xfrm rot="5400000">
              <a:off x="2229509" y="2458176"/>
              <a:ext cx="306405" cy="306405"/>
            </a:xfrm>
            <a:prstGeom prst="ellipse">
              <a:avLst/>
            </a:prstGeom>
            <a:gradFill>
              <a:gsLst>
                <a:gs pos="0">
                  <a:srgbClr val="0090FF">
                    <a:alpha val="11657"/>
                  </a:srgbClr>
                </a:gs>
                <a:gs pos="14286">
                  <a:srgbClr val="0090FF">
                    <a:alpha val="10767"/>
                  </a:srgbClr>
                </a:gs>
                <a:gs pos="28571">
                  <a:srgbClr val="0090FF">
                    <a:alpha val="8465"/>
                  </a:srgbClr>
                </a:gs>
                <a:gs pos="42857">
                  <a:srgbClr val="0090FF">
                    <a:alpha val="5637"/>
                  </a:srgbClr>
                </a:gs>
                <a:gs pos="57143">
                  <a:srgbClr val="0090FF">
                    <a:alpha val="3164"/>
                  </a:srgbClr>
                </a:gs>
                <a:gs pos="71429">
                  <a:srgbClr val="0090FF">
                    <a:alpha val="1494"/>
                  </a:srgbClr>
                </a:gs>
                <a:gs pos="85714">
                  <a:srgbClr val="0090FF">
                    <a:alpha val="593"/>
                  </a:srgbClr>
                </a:gs>
                <a:gs pos="100000">
                  <a:srgbClr val="0090FF">
                    <a:alpha val="1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Splat 782"/>
            <p:cNvSpPr>
              <a:spLocks noGrp="1"/>
            </p:cNvSpPr>
            <p:nvPr/>
          </p:nvSpPr>
          <p:spPr>
            <a:xfrm rot="-10797005">
              <a:off x="1711028" y="1812707"/>
              <a:ext cx="292488" cy="81247"/>
            </a:xfrm>
            <a:prstGeom prst="ellipse">
              <a:avLst/>
            </a:prstGeom>
            <a:gradFill>
              <a:gsLst>
                <a:gs pos="0">
                  <a:srgbClr val="2A31A5">
                    <a:alpha val="32968"/>
                  </a:srgbClr>
                </a:gs>
                <a:gs pos="14286">
                  <a:srgbClr val="2A31A5">
                    <a:alpha val="30764"/>
                  </a:srgbClr>
                </a:gs>
                <a:gs pos="28571">
                  <a:srgbClr val="2A31A5">
                    <a:alpha val="24833"/>
                  </a:srgbClr>
                </a:gs>
                <a:gs pos="42857">
                  <a:srgbClr val="2A31A5">
                    <a:alpha val="17075"/>
                  </a:srgbClr>
                </a:gs>
                <a:gs pos="57143">
                  <a:srgbClr val="2A31A5">
                    <a:alpha val="9855"/>
                  </a:srgbClr>
                </a:gs>
                <a:gs pos="71429">
                  <a:srgbClr val="2A31A5">
                    <a:alpha val="4740"/>
                  </a:srgbClr>
                </a:gs>
                <a:gs pos="85714">
                  <a:srgbClr val="2A31A5">
                    <a:alpha val="1902"/>
                  </a:srgbClr>
                </a:gs>
                <a:gs pos="100000">
                  <a:srgbClr val="2A31A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Splat 783"/>
            <p:cNvSpPr>
              <a:spLocks noGrp="1"/>
            </p:cNvSpPr>
            <p:nvPr/>
          </p:nvSpPr>
          <p:spPr>
            <a:xfrm rot="5084593">
              <a:off x="1302339" y="961539"/>
              <a:ext cx="279843" cy="128894"/>
            </a:xfrm>
            <a:prstGeom prst="ellipse">
              <a:avLst/>
            </a:prstGeom>
            <a:gradFill>
              <a:gsLst>
                <a:gs pos="0">
                  <a:srgbClr val="DBDDFF">
                    <a:alpha val="4748"/>
                  </a:srgbClr>
                </a:gs>
                <a:gs pos="14286">
                  <a:srgbClr val="DBDDFF">
                    <a:alpha val="4373"/>
                  </a:srgbClr>
                </a:gs>
                <a:gs pos="28571">
                  <a:srgbClr val="DBDDFF">
                    <a:alpha val="3412"/>
                  </a:srgbClr>
                </a:gs>
                <a:gs pos="42857">
                  <a:srgbClr val="DBDDFF">
                    <a:alpha val="2251"/>
                  </a:srgbClr>
                </a:gs>
                <a:gs pos="57143">
                  <a:srgbClr val="DBDDFF">
                    <a:alpha val="1254"/>
                  </a:srgbClr>
                </a:gs>
                <a:gs pos="71429">
                  <a:srgbClr val="DBDDFF">
                    <a:alpha val="589"/>
                  </a:srgbClr>
                </a:gs>
                <a:gs pos="85714">
                  <a:srgbClr val="DBDDFF">
                    <a:alpha val="233"/>
                  </a:srgbClr>
                </a:gs>
                <a:gs pos="100000">
                  <a:srgbClr val="DBDDFF">
                    <a:alpha val="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Splat 784"/>
            <p:cNvSpPr>
              <a:spLocks noGrp="1"/>
            </p:cNvSpPr>
            <p:nvPr/>
          </p:nvSpPr>
          <p:spPr>
            <a:xfrm rot="5400000">
              <a:off x="3538093" y="2527331"/>
              <a:ext cx="285001" cy="285001"/>
            </a:xfrm>
            <a:prstGeom prst="ellipse">
              <a:avLst/>
            </a:prstGeom>
            <a:gradFill>
              <a:gsLst>
                <a:gs pos="0">
                  <a:srgbClr val="E1F5FF">
                    <a:alpha val="25573"/>
                  </a:srgbClr>
                </a:gs>
                <a:gs pos="14286">
                  <a:srgbClr val="E1F5FF">
                    <a:alpha val="23774"/>
                  </a:srgbClr>
                </a:gs>
                <a:gs pos="28571">
                  <a:srgbClr val="E1F5FF">
                    <a:alpha val="19005"/>
                  </a:srgbClr>
                </a:gs>
                <a:gs pos="42857">
                  <a:srgbClr val="E1F5FF">
                    <a:alpha val="12912"/>
                  </a:srgbClr>
                </a:gs>
                <a:gs pos="57143">
                  <a:srgbClr val="E1F5FF">
                    <a:alpha val="7375"/>
                  </a:srgbClr>
                </a:gs>
                <a:gs pos="71429">
                  <a:srgbClr val="E1F5FF">
                    <a:alpha val="3522"/>
                  </a:srgbClr>
                </a:gs>
                <a:gs pos="85714">
                  <a:srgbClr val="E1F5FF">
                    <a:alpha val="1408"/>
                  </a:srgbClr>
                </a:gs>
                <a:gs pos="100000">
                  <a:srgbClr val="E1F5FF">
                    <a:alpha val="4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Splat 785"/>
            <p:cNvSpPr>
              <a:spLocks noGrp="1"/>
            </p:cNvSpPr>
            <p:nvPr/>
          </p:nvSpPr>
          <p:spPr>
            <a:xfrm rot="5400000">
              <a:off x="2376636" y="1653029"/>
              <a:ext cx="315763" cy="315763"/>
            </a:xfrm>
            <a:prstGeom prst="ellipse">
              <a:avLst/>
            </a:prstGeom>
            <a:gradFill>
              <a:gsLst>
                <a:gs pos="0">
                  <a:srgbClr val="00B8FE">
                    <a:alpha val="32968"/>
                  </a:srgbClr>
                </a:gs>
                <a:gs pos="14286">
                  <a:srgbClr val="00B8FE">
                    <a:alpha val="30764"/>
                  </a:srgbClr>
                </a:gs>
                <a:gs pos="28571">
                  <a:srgbClr val="00B8FE">
                    <a:alpha val="24833"/>
                  </a:srgbClr>
                </a:gs>
                <a:gs pos="42857">
                  <a:srgbClr val="00B8FE">
                    <a:alpha val="17075"/>
                  </a:srgbClr>
                </a:gs>
                <a:gs pos="57143">
                  <a:srgbClr val="00B8FE">
                    <a:alpha val="9855"/>
                  </a:srgbClr>
                </a:gs>
                <a:gs pos="71429">
                  <a:srgbClr val="00B8FE">
                    <a:alpha val="4740"/>
                  </a:srgbClr>
                </a:gs>
                <a:gs pos="85714">
                  <a:srgbClr val="00B8FE">
                    <a:alpha val="1902"/>
                  </a:srgbClr>
                </a:gs>
                <a:gs pos="100000">
                  <a:srgbClr val="00B8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Splat 786"/>
            <p:cNvSpPr>
              <a:spLocks noGrp="1"/>
            </p:cNvSpPr>
            <p:nvPr/>
          </p:nvSpPr>
          <p:spPr>
            <a:xfrm rot="5400000">
              <a:off x="1427988" y="2736323"/>
              <a:ext cx="393863" cy="393863"/>
            </a:xfrm>
            <a:prstGeom prst="ellipse">
              <a:avLst/>
            </a:prstGeom>
            <a:gradFill>
              <a:gsLst>
                <a:gs pos="0">
                  <a:srgbClr val="56567D">
                    <a:alpha val="32968"/>
                  </a:srgbClr>
                </a:gs>
                <a:gs pos="14286">
                  <a:srgbClr val="56567D">
                    <a:alpha val="30764"/>
                  </a:srgbClr>
                </a:gs>
                <a:gs pos="28571">
                  <a:srgbClr val="56567D">
                    <a:alpha val="24833"/>
                  </a:srgbClr>
                </a:gs>
                <a:gs pos="42857">
                  <a:srgbClr val="56567D">
                    <a:alpha val="17075"/>
                  </a:srgbClr>
                </a:gs>
                <a:gs pos="57143">
                  <a:srgbClr val="56567D">
                    <a:alpha val="9855"/>
                  </a:srgbClr>
                </a:gs>
                <a:gs pos="71429">
                  <a:srgbClr val="56567D">
                    <a:alpha val="4740"/>
                  </a:srgbClr>
                </a:gs>
                <a:gs pos="85714">
                  <a:srgbClr val="56567D">
                    <a:alpha val="1902"/>
                  </a:srgbClr>
                </a:gs>
                <a:gs pos="100000">
                  <a:srgbClr val="56567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Splat 787"/>
            <p:cNvSpPr>
              <a:spLocks noGrp="1"/>
            </p:cNvSpPr>
            <p:nvPr/>
          </p:nvSpPr>
          <p:spPr>
            <a:xfrm rot="8797206">
              <a:off x="1988344" y="3440509"/>
              <a:ext cx="328612" cy="91281"/>
            </a:xfrm>
            <a:prstGeom prst="ellipse">
              <a:avLst/>
            </a:prstGeom>
            <a:gradFill>
              <a:gsLst>
                <a:gs pos="0">
                  <a:srgbClr val="4A0000">
                    <a:alpha val="32968"/>
                  </a:srgbClr>
                </a:gs>
                <a:gs pos="14286">
                  <a:srgbClr val="4A0000">
                    <a:alpha val="30764"/>
                  </a:srgbClr>
                </a:gs>
                <a:gs pos="28571">
                  <a:srgbClr val="4A0000">
                    <a:alpha val="24833"/>
                  </a:srgbClr>
                </a:gs>
                <a:gs pos="42857">
                  <a:srgbClr val="4A0000">
                    <a:alpha val="17075"/>
                  </a:srgbClr>
                </a:gs>
                <a:gs pos="57143">
                  <a:srgbClr val="4A0000">
                    <a:alpha val="9855"/>
                  </a:srgbClr>
                </a:gs>
                <a:gs pos="71429">
                  <a:srgbClr val="4A0000">
                    <a:alpha val="4740"/>
                  </a:srgbClr>
                </a:gs>
                <a:gs pos="85714">
                  <a:srgbClr val="4A0000">
                    <a:alpha val="1902"/>
                  </a:srgbClr>
                </a:gs>
                <a:gs pos="100000">
                  <a:srgbClr val="4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Splat 788"/>
            <p:cNvSpPr>
              <a:spLocks noGrp="1"/>
            </p:cNvSpPr>
            <p:nvPr/>
          </p:nvSpPr>
          <p:spPr>
            <a:xfrm rot="-8694104">
              <a:off x="2097865" y="1984582"/>
              <a:ext cx="297015" cy="158596"/>
            </a:xfrm>
            <a:prstGeom prst="ellipse">
              <a:avLst/>
            </a:prstGeom>
            <a:gradFill>
              <a:gsLst>
                <a:gs pos="0">
                  <a:srgbClr val="7286B0">
                    <a:alpha val="32968"/>
                  </a:srgbClr>
                </a:gs>
                <a:gs pos="14286">
                  <a:srgbClr val="7286B0">
                    <a:alpha val="30764"/>
                  </a:srgbClr>
                </a:gs>
                <a:gs pos="28571">
                  <a:srgbClr val="7286B0">
                    <a:alpha val="24833"/>
                  </a:srgbClr>
                </a:gs>
                <a:gs pos="42857">
                  <a:srgbClr val="7286B0">
                    <a:alpha val="17075"/>
                  </a:srgbClr>
                </a:gs>
                <a:gs pos="57143">
                  <a:srgbClr val="7286B0">
                    <a:alpha val="9855"/>
                  </a:srgbClr>
                </a:gs>
                <a:gs pos="71429">
                  <a:srgbClr val="7286B0">
                    <a:alpha val="4740"/>
                  </a:srgbClr>
                </a:gs>
                <a:gs pos="85714">
                  <a:srgbClr val="7286B0">
                    <a:alpha val="1902"/>
                  </a:srgbClr>
                </a:gs>
                <a:gs pos="100000">
                  <a:srgbClr val="7286B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Splat 789"/>
            <p:cNvSpPr>
              <a:spLocks noGrp="1"/>
            </p:cNvSpPr>
            <p:nvPr/>
          </p:nvSpPr>
          <p:spPr>
            <a:xfrm rot="5400000">
              <a:off x="3226892" y="2377884"/>
              <a:ext cx="382335" cy="382335"/>
            </a:xfrm>
            <a:prstGeom prst="ellipse">
              <a:avLst/>
            </a:prstGeom>
            <a:gradFill>
              <a:gsLst>
                <a:gs pos="0">
                  <a:srgbClr val="EC9FCE">
                    <a:alpha val="5785"/>
                  </a:srgbClr>
                </a:gs>
                <a:gs pos="14286">
                  <a:srgbClr val="EC9FCE">
                    <a:alpha val="5330"/>
                  </a:srgbClr>
                </a:gs>
                <a:gs pos="28571">
                  <a:srgbClr val="EC9FCE">
                    <a:alpha val="4164"/>
                  </a:srgbClr>
                </a:gs>
                <a:gs pos="42857">
                  <a:srgbClr val="EC9FCE">
                    <a:alpha val="2751"/>
                  </a:srgbClr>
                </a:gs>
                <a:gs pos="57143">
                  <a:srgbClr val="EC9FCE">
                    <a:alpha val="1534"/>
                  </a:srgbClr>
                </a:gs>
                <a:gs pos="71429">
                  <a:srgbClr val="EC9FCE">
                    <a:alpha val="721"/>
                  </a:srgbClr>
                </a:gs>
                <a:gs pos="85714">
                  <a:srgbClr val="EC9FCE">
                    <a:alpha val="286"/>
                  </a:srgbClr>
                </a:gs>
                <a:gs pos="100000">
                  <a:srgbClr val="EC9FCE">
                    <a:alpha val="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Splat 790"/>
            <p:cNvSpPr>
              <a:spLocks noGrp="1"/>
            </p:cNvSpPr>
            <p:nvPr/>
          </p:nvSpPr>
          <p:spPr>
            <a:xfrm rot="5400000">
              <a:off x="1918329" y="1867727"/>
              <a:ext cx="229374" cy="229374"/>
            </a:xfrm>
            <a:prstGeom prst="ellipse">
              <a:avLst/>
            </a:prstGeom>
            <a:gradFill>
              <a:gsLst>
                <a:gs pos="0">
                  <a:srgbClr val="0094F8">
                    <a:alpha val="8350"/>
                  </a:srgbClr>
                </a:gs>
                <a:gs pos="14286">
                  <a:srgbClr val="0094F8">
                    <a:alpha val="7702"/>
                  </a:srgbClr>
                </a:gs>
                <a:gs pos="28571">
                  <a:srgbClr val="0094F8">
                    <a:alpha val="6033"/>
                  </a:srgbClr>
                </a:gs>
                <a:gs pos="42857">
                  <a:srgbClr val="0094F8">
                    <a:alpha val="3999"/>
                  </a:srgbClr>
                </a:gs>
                <a:gs pos="57143">
                  <a:srgbClr val="0094F8">
                    <a:alpha val="2236"/>
                  </a:srgbClr>
                </a:gs>
                <a:gs pos="71429">
                  <a:srgbClr val="0094F8">
                    <a:alpha val="1053"/>
                  </a:srgbClr>
                </a:gs>
                <a:gs pos="85714">
                  <a:srgbClr val="0094F8">
                    <a:alpha val="418"/>
                  </a:srgbClr>
                </a:gs>
                <a:gs pos="100000">
                  <a:srgbClr val="0094F8">
                    <a:alpha val="1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Splat 791"/>
            <p:cNvSpPr>
              <a:spLocks noGrp="1"/>
            </p:cNvSpPr>
            <p:nvPr/>
          </p:nvSpPr>
          <p:spPr>
            <a:xfrm rot="7231499">
              <a:off x="1357026" y="1594073"/>
              <a:ext cx="328612" cy="178484"/>
            </a:xfrm>
            <a:prstGeom prst="ellipse">
              <a:avLst/>
            </a:prstGeom>
            <a:gradFill>
              <a:gsLst>
                <a:gs pos="0">
                  <a:srgbClr val="004C95">
                    <a:alpha val="32968"/>
                  </a:srgbClr>
                </a:gs>
                <a:gs pos="14286">
                  <a:srgbClr val="004C95">
                    <a:alpha val="30764"/>
                  </a:srgbClr>
                </a:gs>
                <a:gs pos="28571">
                  <a:srgbClr val="004C95">
                    <a:alpha val="24833"/>
                  </a:srgbClr>
                </a:gs>
                <a:gs pos="42857">
                  <a:srgbClr val="004C95">
                    <a:alpha val="17075"/>
                  </a:srgbClr>
                </a:gs>
                <a:gs pos="57143">
                  <a:srgbClr val="004C95">
                    <a:alpha val="9855"/>
                  </a:srgbClr>
                </a:gs>
                <a:gs pos="71429">
                  <a:srgbClr val="004C95">
                    <a:alpha val="4740"/>
                  </a:srgbClr>
                </a:gs>
                <a:gs pos="85714">
                  <a:srgbClr val="004C95">
                    <a:alpha val="1902"/>
                  </a:srgbClr>
                </a:gs>
                <a:gs pos="100000">
                  <a:srgbClr val="004C9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Splat 792"/>
            <p:cNvSpPr>
              <a:spLocks noGrp="1"/>
            </p:cNvSpPr>
            <p:nvPr/>
          </p:nvSpPr>
          <p:spPr>
            <a:xfrm rot="5400000">
              <a:off x="2104158" y="3373608"/>
              <a:ext cx="270140" cy="270140"/>
            </a:xfrm>
            <a:prstGeom prst="ellipse">
              <a:avLst/>
            </a:prstGeom>
            <a:gradFill>
              <a:gsLst>
                <a:gs pos="0">
                  <a:srgbClr val="009BFF">
                    <a:alpha val="8516"/>
                  </a:srgbClr>
                </a:gs>
                <a:gs pos="14286">
                  <a:srgbClr val="009BFF">
                    <a:alpha val="7855"/>
                  </a:srgbClr>
                </a:gs>
                <a:gs pos="28571">
                  <a:srgbClr val="009BFF">
                    <a:alpha val="6155"/>
                  </a:srgbClr>
                </a:gs>
                <a:gs pos="42857">
                  <a:srgbClr val="009BFF">
                    <a:alpha val="4081"/>
                  </a:srgbClr>
                </a:gs>
                <a:gs pos="57143">
                  <a:srgbClr val="009BFF">
                    <a:alpha val="2282"/>
                  </a:srgbClr>
                </a:gs>
                <a:gs pos="71429">
                  <a:srgbClr val="009BFF">
                    <a:alpha val="1075"/>
                  </a:srgbClr>
                </a:gs>
                <a:gs pos="85714">
                  <a:srgbClr val="009BFF">
                    <a:alpha val="426"/>
                  </a:srgbClr>
                </a:gs>
                <a:gs pos="100000">
                  <a:srgbClr val="009BFF">
                    <a:alpha val="1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Splat 793"/>
            <p:cNvSpPr>
              <a:spLocks noGrp="1"/>
            </p:cNvSpPr>
            <p:nvPr/>
          </p:nvSpPr>
          <p:spPr>
            <a:xfrm rot="5400000">
              <a:off x="2839226" y="1833374"/>
              <a:ext cx="310391" cy="310391"/>
            </a:xfrm>
            <a:prstGeom prst="ellipse">
              <a:avLst/>
            </a:prstGeom>
            <a:gradFill>
              <a:gsLst>
                <a:gs pos="0">
                  <a:srgbClr val="31002E">
                    <a:alpha val="25056"/>
                  </a:srgbClr>
                </a:gs>
                <a:gs pos="14286">
                  <a:srgbClr val="31002E">
                    <a:alpha val="23287"/>
                  </a:srgbClr>
                </a:gs>
                <a:gs pos="28571">
                  <a:srgbClr val="31002E">
                    <a:alpha val="18603"/>
                  </a:srgbClr>
                </a:gs>
                <a:gs pos="42857">
                  <a:srgbClr val="31002E">
                    <a:alpha val="12629"/>
                  </a:srgbClr>
                </a:gs>
                <a:gs pos="57143">
                  <a:srgbClr val="31002E">
                    <a:alpha val="7208"/>
                  </a:srgbClr>
                </a:gs>
                <a:gs pos="71429">
                  <a:srgbClr val="31002E">
                    <a:alpha val="3441"/>
                  </a:srgbClr>
                </a:gs>
                <a:gs pos="85714">
                  <a:srgbClr val="31002E">
                    <a:alpha val="1375"/>
                  </a:srgbClr>
                </a:gs>
                <a:gs pos="100000">
                  <a:srgbClr val="31002E">
                    <a:alpha val="4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Splat 794"/>
            <p:cNvSpPr>
              <a:spLocks noGrp="1"/>
            </p:cNvSpPr>
            <p:nvPr/>
          </p:nvSpPr>
          <p:spPr>
            <a:xfrm rot="5400000">
              <a:off x="1607600" y="2199983"/>
              <a:ext cx="376351" cy="376351"/>
            </a:xfrm>
            <a:prstGeom prst="ellipse">
              <a:avLst/>
            </a:prstGeom>
            <a:gradFill>
              <a:gsLst>
                <a:gs pos="0">
                  <a:srgbClr val="539570">
                    <a:alpha val="7625"/>
                  </a:srgbClr>
                </a:gs>
                <a:gs pos="14286">
                  <a:srgbClr val="539570">
                    <a:alpha val="7030"/>
                  </a:srgbClr>
                </a:gs>
                <a:gs pos="28571">
                  <a:srgbClr val="539570">
                    <a:alpha val="5503"/>
                  </a:srgbClr>
                </a:gs>
                <a:gs pos="42857">
                  <a:srgbClr val="539570">
                    <a:alpha val="3645"/>
                  </a:srgbClr>
                </a:gs>
                <a:gs pos="57143">
                  <a:srgbClr val="539570">
                    <a:alpha val="2036"/>
                  </a:srgbClr>
                </a:gs>
                <a:gs pos="71429">
                  <a:srgbClr val="539570">
                    <a:alpha val="958"/>
                  </a:srgbClr>
                </a:gs>
                <a:gs pos="85714">
                  <a:srgbClr val="539570">
                    <a:alpha val="380"/>
                  </a:srgbClr>
                </a:gs>
                <a:gs pos="100000">
                  <a:srgbClr val="539570">
                    <a:alpha val="1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Splat 795"/>
            <p:cNvSpPr>
              <a:spLocks noGrp="1"/>
            </p:cNvSpPr>
            <p:nvPr/>
          </p:nvSpPr>
          <p:spPr>
            <a:xfrm rot="5400000">
              <a:off x="4201823" y="2237793"/>
              <a:ext cx="358246" cy="358246"/>
            </a:xfrm>
            <a:prstGeom prst="ellipse">
              <a:avLst/>
            </a:prstGeom>
            <a:gradFill>
              <a:gsLst>
                <a:gs pos="0">
                  <a:srgbClr val="BBE5FF">
                    <a:alpha val="32968"/>
                  </a:srgbClr>
                </a:gs>
                <a:gs pos="14286">
                  <a:srgbClr val="BBE5FF">
                    <a:alpha val="30764"/>
                  </a:srgbClr>
                </a:gs>
                <a:gs pos="28571">
                  <a:srgbClr val="BBE5FF">
                    <a:alpha val="24833"/>
                  </a:srgbClr>
                </a:gs>
                <a:gs pos="42857">
                  <a:srgbClr val="BBE5FF">
                    <a:alpha val="17075"/>
                  </a:srgbClr>
                </a:gs>
                <a:gs pos="57143">
                  <a:srgbClr val="BBE5FF">
                    <a:alpha val="9855"/>
                  </a:srgbClr>
                </a:gs>
                <a:gs pos="71429">
                  <a:srgbClr val="BBE5FF">
                    <a:alpha val="4740"/>
                  </a:srgbClr>
                </a:gs>
                <a:gs pos="85714">
                  <a:srgbClr val="BBE5FF">
                    <a:alpha val="1902"/>
                  </a:srgbClr>
                </a:gs>
                <a:gs pos="100000">
                  <a:srgbClr val="BBE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Splat 796"/>
            <p:cNvSpPr>
              <a:spLocks noGrp="1"/>
            </p:cNvSpPr>
            <p:nvPr/>
          </p:nvSpPr>
          <p:spPr>
            <a:xfrm rot="3377033">
              <a:off x="2778919" y="1627677"/>
              <a:ext cx="328613" cy="135546"/>
            </a:xfrm>
            <a:prstGeom prst="ellipse">
              <a:avLst/>
            </a:prstGeom>
            <a:gradFill>
              <a:gsLst>
                <a:gs pos="0">
                  <a:srgbClr val="630020">
                    <a:alpha val="32968"/>
                  </a:srgbClr>
                </a:gs>
                <a:gs pos="14286">
                  <a:srgbClr val="630020">
                    <a:alpha val="30764"/>
                  </a:srgbClr>
                </a:gs>
                <a:gs pos="28571">
                  <a:srgbClr val="630020">
                    <a:alpha val="24833"/>
                  </a:srgbClr>
                </a:gs>
                <a:gs pos="42857">
                  <a:srgbClr val="630020">
                    <a:alpha val="17075"/>
                  </a:srgbClr>
                </a:gs>
                <a:gs pos="57143">
                  <a:srgbClr val="630020">
                    <a:alpha val="9855"/>
                  </a:srgbClr>
                </a:gs>
                <a:gs pos="71429">
                  <a:srgbClr val="630020">
                    <a:alpha val="4740"/>
                  </a:srgbClr>
                </a:gs>
                <a:gs pos="85714">
                  <a:srgbClr val="630020">
                    <a:alpha val="1902"/>
                  </a:srgbClr>
                </a:gs>
                <a:gs pos="100000">
                  <a:srgbClr val="63002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Splat 797"/>
            <p:cNvSpPr>
              <a:spLocks noGrp="1"/>
            </p:cNvSpPr>
            <p:nvPr/>
          </p:nvSpPr>
          <p:spPr>
            <a:xfrm rot="9603051">
              <a:off x="1451919" y="3852774"/>
              <a:ext cx="293809" cy="81614"/>
            </a:xfrm>
            <a:prstGeom prst="ellipse">
              <a:avLst/>
            </a:prstGeom>
            <a:gradFill>
              <a:gsLst>
                <a:gs pos="0">
                  <a:srgbClr val="C8C4FF">
                    <a:alpha val="32968"/>
                  </a:srgbClr>
                </a:gs>
                <a:gs pos="14286">
                  <a:srgbClr val="C8C4FF">
                    <a:alpha val="30764"/>
                  </a:srgbClr>
                </a:gs>
                <a:gs pos="28571">
                  <a:srgbClr val="C8C4FF">
                    <a:alpha val="24833"/>
                  </a:srgbClr>
                </a:gs>
                <a:gs pos="42857">
                  <a:srgbClr val="C8C4FF">
                    <a:alpha val="17075"/>
                  </a:srgbClr>
                </a:gs>
                <a:gs pos="57143">
                  <a:srgbClr val="C8C4FF">
                    <a:alpha val="9855"/>
                  </a:srgbClr>
                </a:gs>
                <a:gs pos="71429">
                  <a:srgbClr val="C8C4FF">
                    <a:alpha val="4740"/>
                  </a:srgbClr>
                </a:gs>
                <a:gs pos="85714">
                  <a:srgbClr val="C8C4FF">
                    <a:alpha val="1902"/>
                  </a:srgbClr>
                </a:gs>
                <a:gs pos="100000">
                  <a:srgbClr val="C8C4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Splat 798"/>
            <p:cNvSpPr>
              <a:spLocks noGrp="1"/>
            </p:cNvSpPr>
            <p:nvPr/>
          </p:nvSpPr>
          <p:spPr>
            <a:xfrm rot="5400000">
              <a:off x="2943009" y="3058099"/>
              <a:ext cx="322899" cy="322899"/>
            </a:xfrm>
            <a:prstGeom prst="ellipse">
              <a:avLst/>
            </a:prstGeom>
            <a:gradFill>
              <a:gsLst>
                <a:gs pos="0">
                  <a:srgbClr val="000034">
                    <a:alpha val="32968"/>
                  </a:srgbClr>
                </a:gs>
                <a:gs pos="14286">
                  <a:srgbClr val="000034">
                    <a:alpha val="30764"/>
                  </a:srgbClr>
                </a:gs>
                <a:gs pos="28571">
                  <a:srgbClr val="000034">
                    <a:alpha val="24833"/>
                  </a:srgbClr>
                </a:gs>
                <a:gs pos="42857">
                  <a:srgbClr val="000034">
                    <a:alpha val="17075"/>
                  </a:srgbClr>
                </a:gs>
                <a:gs pos="57143">
                  <a:srgbClr val="000034">
                    <a:alpha val="9855"/>
                  </a:srgbClr>
                </a:gs>
                <a:gs pos="71429">
                  <a:srgbClr val="000034">
                    <a:alpha val="4740"/>
                  </a:srgbClr>
                </a:gs>
                <a:gs pos="85714">
                  <a:srgbClr val="000034">
                    <a:alpha val="1902"/>
                  </a:srgbClr>
                </a:gs>
                <a:gs pos="100000">
                  <a:srgbClr val="00003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Splat 799"/>
            <p:cNvSpPr>
              <a:spLocks noGrp="1"/>
            </p:cNvSpPr>
            <p:nvPr/>
          </p:nvSpPr>
          <p:spPr>
            <a:xfrm rot="5400000">
              <a:off x="3191430" y="2419559"/>
              <a:ext cx="455062" cy="455062"/>
            </a:xfrm>
            <a:prstGeom prst="ellipse">
              <a:avLst/>
            </a:prstGeom>
            <a:gradFill>
              <a:gsLst>
                <a:gs pos="0">
                  <a:srgbClr val="407877">
                    <a:alpha val="21979"/>
                  </a:srgbClr>
                </a:gs>
                <a:gs pos="14286">
                  <a:srgbClr val="407877">
                    <a:alpha val="20397"/>
                  </a:srgbClr>
                </a:gs>
                <a:gs pos="28571">
                  <a:srgbClr val="407877">
                    <a:alpha val="16232"/>
                  </a:srgbClr>
                </a:gs>
                <a:gs pos="42857">
                  <a:srgbClr val="407877">
                    <a:alpha val="10968"/>
                  </a:srgbClr>
                </a:gs>
                <a:gs pos="57143">
                  <a:srgbClr val="407877">
                    <a:alpha val="6234"/>
                  </a:srgbClr>
                </a:gs>
                <a:gs pos="71429">
                  <a:srgbClr val="407877">
                    <a:alpha val="2968"/>
                  </a:srgbClr>
                </a:gs>
                <a:gs pos="85714">
                  <a:srgbClr val="407877">
                    <a:alpha val="1184"/>
                  </a:srgbClr>
                </a:gs>
                <a:gs pos="100000">
                  <a:srgbClr val="407877">
                    <a:alpha val="3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Splat 800"/>
            <p:cNvSpPr>
              <a:spLocks noGrp="1"/>
            </p:cNvSpPr>
            <p:nvPr/>
          </p:nvSpPr>
          <p:spPr>
            <a:xfrm rot="4868385">
              <a:off x="1293547" y="1278654"/>
              <a:ext cx="301103" cy="83640"/>
            </a:xfrm>
            <a:prstGeom prst="ellipse">
              <a:avLst/>
            </a:prstGeom>
            <a:gradFill>
              <a:gsLst>
                <a:gs pos="0">
                  <a:srgbClr val="FFFF00">
                    <a:alpha val="3423"/>
                  </a:srgbClr>
                </a:gs>
                <a:gs pos="14286">
                  <a:srgbClr val="FFFF00">
                    <a:alpha val="3151"/>
                  </a:srgbClr>
                </a:gs>
                <a:gs pos="28571">
                  <a:srgbClr val="FFFF00">
                    <a:alpha val="2455"/>
                  </a:srgbClr>
                </a:gs>
                <a:gs pos="42857">
                  <a:srgbClr val="FFFF00">
                    <a:alpha val="1617"/>
                  </a:srgbClr>
                </a:gs>
                <a:gs pos="57143">
                  <a:srgbClr val="FFFF00">
                    <a:alpha val="899"/>
                  </a:srgbClr>
                </a:gs>
                <a:gs pos="71429">
                  <a:srgbClr val="FFFF00">
                    <a:alpha val="422"/>
                  </a:srgbClr>
                </a:gs>
                <a:gs pos="85714">
                  <a:srgbClr val="FFFF00">
                    <a:alpha val="167"/>
                  </a:srgbClr>
                </a:gs>
                <a:gs pos="100000">
                  <a:srgbClr val="FFFF00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Splat 801"/>
            <p:cNvSpPr>
              <a:spLocks noGrp="1"/>
            </p:cNvSpPr>
            <p:nvPr/>
          </p:nvSpPr>
          <p:spPr>
            <a:xfrm rot="7069312">
              <a:off x="2088145" y="586864"/>
              <a:ext cx="270768" cy="114209"/>
            </a:xfrm>
            <a:prstGeom prst="ellipse">
              <a:avLst/>
            </a:prstGeom>
            <a:gradFill>
              <a:gsLst>
                <a:gs pos="0">
                  <a:srgbClr val="0000D2">
                    <a:alpha val="6049"/>
                  </a:srgbClr>
                </a:gs>
                <a:gs pos="14286">
                  <a:srgbClr val="0000D2">
                    <a:alpha val="5573"/>
                  </a:srgbClr>
                </a:gs>
                <a:gs pos="28571">
                  <a:srgbClr val="0000D2">
                    <a:alpha val="4355"/>
                  </a:srgbClr>
                </a:gs>
                <a:gs pos="42857">
                  <a:srgbClr val="0000D2">
                    <a:alpha val="2878"/>
                  </a:srgbClr>
                </a:gs>
                <a:gs pos="57143">
                  <a:srgbClr val="0000D2">
                    <a:alpha val="1605"/>
                  </a:srgbClr>
                </a:gs>
                <a:gs pos="71429">
                  <a:srgbClr val="0000D2">
                    <a:alpha val="755"/>
                  </a:srgbClr>
                </a:gs>
                <a:gs pos="85714">
                  <a:srgbClr val="0000D2">
                    <a:alpha val="299"/>
                  </a:srgbClr>
                </a:gs>
                <a:gs pos="100000">
                  <a:srgbClr val="0000D2">
                    <a:alpha val="1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Splat 802"/>
            <p:cNvSpPr>
              <a:spLocks noGrp="1"/>
            </p:cNvSpPr>
            <p:nvPr/>
          </p:nvSpPr>
          <p:spPr>
            <a:xfrm rot="5400000">
              <a:off x="4307847" y="2269839"/>
              <a:ext cx="412826" cy="412826"/>
            </a:xfrm>
            <a:prstGeom prst="ellipse">
              <a:avLst/>
            </a:prstGeom>
            <a:gradFill>
              <a:gsLst>
                <a:gs pos="0">
                  <a:srgbClr val="A0C4FF">
                    <a:alpha val="24540"/>
                  </a:srgbClr>
                </a:gs>
                <a:gs pos="14286">
                  <a:srgbClr val="A0C4FF">
                    <a:alpha val="22802"/>
                  </a:srgbClr>
                </a:gs>
                <a:gs pos="28571">
                  <a:srgbClr val="A0C4FF">
                    <a:alpha val="18204"/>
                  </a:srgbClr>
                </a:gs>
                <a:gs pos="42857">
                  <a:srgbClr val="A0C4FF">
                    <a:alpha val="12348"/>
                  </a:srgbClr>
                </a:gs>
                <a:gs pos="57143">
                  <a:srgbClr val="A0C4FF">
                    <a:alpha val="7043"/>
                  </a:srgbClr>
                </a:gs>
                <a:gs pos="71429">
                  <a:srgbClr val="A0C4FF">
                    <a:alpha val="3361"/>
                  </a:srgbClr>
                </a:gs>
                <a:gs pos="85714">
                  <a:srgbClr val="A0C4FF">
                    <a:alpha val="1343"/>
                  </a:srgbClr>
                </a:gs>
                <a:gs pos="100000">
                  <a:srgbClr val="A0C4FF">
                    <a:alpha val="4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Splat 803"/>
            <p:cNvSpPr>
              <a:spLocks noGrp="1"/>
            </p:cNvSpPr>
            <p:nvPr/>
          </p:nvSpPr>
          <p:spPr>
            <a:xfrm rot="5400000">
              <a:off x="3227266" y="1429846"/>
              <a:ext cx="301669" cy="301669"/>
            </a:xfrm>
            <a:prstGeom prst="ellipse">
              <a:avLst/>
            </a:prstGeom>
            <a:gradFill>
              <a:gsLst>
                <a:gs pos="0">
                  <a:srgbClr val="FF0000">
                    <a:alpha val="6292"/>
                  </a:srgbClr>
                </a:gs>
                <a:gs pos="14286">
                  <a:srgbClr val="FF0000">
                    <a:alpha val="5798"/>
                  </a:srgbClr>
                </a:gs>
                <a:gs pos="28571">
                  <a:srgbClr val="FF0000">
                    <a:alpha val="4532"/>
                  </a:srgbClr>
                </a:gs>
                <a:gs pos="42857">
                  <a:srgbClr val="FF0000">
                    <a:alpha val="2996"/>
                  </a:srgbClr>
                </a:gs>
                <a:gs pos="57143">
                  <a:srgbClr val="FF0000">
                    <a:alpha val="1671"/>
                  </a:srgbClr>
                </a:gs>
                <a:gs pos="71429">
                  <a:srgbClr val="FF0000">
                    <a:alpha val="786"/>
                  </a:srgbClr>
                </a:gs>
                <a:gs pos="85714">
                  <a:srgbClr val="FF0000">
                    <a:alpha val="312"/>
                  </a:srgbClr>
                </a:gs>
                <a:gs pos="100000">
                  <a:srgbClr val="FF0000">
                    <a:alpha val="1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Splat 804"/>
            <p:cNvSpPr>
              <a:spLocks noGrp="1"/>
            </p:cNvSpPr>
            <p:nvPr/>
          </p:nvSpPr>
          <p:spPr>
            <a:xfrm rot="5400000">
              <a:off x="1273686" y="1289986"/>
              <a:ext cx="232633" cy="232633"/>
            </a:xfrm>
            <a:prstGeom prst="ellipse">
              <a:avLst/>
            </a:prstGeom>
            <a:gradFill>
              <a:gsLst>
                <a:gs pos="0">
                  <a:srgbClr val="7CA461">
                    <a:alpha val="24045"/>
                  </a:srgbClr>
                </a:gs>
                <a:gs pos="14286">
                  <a:srgbClr val="7CA461">
                    <a:alpha val="22336"/>
                  </a:srgbClr>
                </a:gs>
                <a:gs pos="28571">
                  <a:srgbClr val="7CA461">
                    <a:alpha val="17821"/>
                  </a:srgbClr>
                </a:gs>
                <a:gs pos="42857">
                  <a:srgbClr val="7CA461">
                    <a:alpha val="12080"/>
                  </a:srgbClr>
                </a:gs>
                <a:gs pos="57143">
                  <a:srgbClr val="7CA461">
                    <a:alpha val="6885"/>
                  </a:srgbClr>
                </a:gs>
                <a:gs pos="71429">
                  <a:srgbClr val="7CA461">
                    <a:alpha val="3284"/>
                  </a:srgbClr>
                </a:gs>
                <a:gs pos="85714">
                  <a:srgbClr val="7CA461">
                    <a:alpha val="1312"/>
                  </a:srgbClr>
                </a:gs>
                <a:gs pos="100000">
                  <a:srgbClr val="7CA461">
                    <a:alpha val="4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Splat 805"/>
            <p:cNvSpPr>
              <a:spLocks noGrp="1"/>
            </p:cNvSpPr>
            <p:nvPr/>
          </p:nvSpPr>
          <p:spPr>
            <a:xfrm rot="9173134">
              <a:off x="883444" y="1173559"/>
              <a:ext cx="328612" cy="91281"/>
            </a:xfrm>
            <a:prstGeom prst="ellipse">
              <a:avLst/>
            </a:prstGeom>
            <a:gradFill>
              <a:gsLst>
                <a:gs pos="0">
                  <a:srgbClr val="6FCDDA">
                    <a:alpha val="29108"/>
                  </a:srgbClr>
                </a:gs>
                <a:gs pos="14286">
                  <a:srgbClr val="6FCDDA">
                    <a:alpha val="27108"/>
                  </a:srgbClr>
                </a:gs>
                <a:gs pos="28571">
                  <a:srgbClr val="6FCDDA">
                    <a:alpha val="21769"/>
                  </a:srgbClr>
                </a:gs>
                <a:gs pos="42857">
                  <a:srgbClr val="6FCDDA">
                    <a:alpha val="14873"/>
                  </a:srgbClr>
                </a:gs>
                <a:gs pos="57143">
                  <a:srgbClr val="6FCDDA">
                    <a:alpha val="8536"/>
                  </a:srgbClr>
                </a:gs>
                <a:gs pos="71429">
                  <a:srgbClr val="6FCDDA">
                    <a:alpha val="4091"/>
                  </a:srgbClr>
                </a:gs>
                <a:gs pos="85714">
                  <a:srgbClr val="6FCDDA">
                    <a:alpha val="1638"/>
                  </a:srgbClr>
                </a:gs>
                <a:gs pos="100000">
                  <a:srgbClr val="6FCDDA">
                    <a:alpha val="5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Splat 806"/>
            <p:cNvSpPr>
              <a:spLocks noGrp="1"/>
            </p:cNvSpPr>
            <p:nvPr/>
          </p:nvSpPr>
          <p:spPr>
            <a:xfrm rot="5400000">
              <a:off x="1434708" y="2783717"/>
              <a:ext cx="330123" cy="330123"/>
            </a:xfrm>
            <a:prstGeom prst="ellipse">
              <a:avLst/>
            </a:prstGeom>
            <a:gradFill>
              <a:gsLst>
                <a:gs pos="0">
                  <a:srgbClr val="49B1FD">
                    <a:alpha val="29313"/>
                  </a:srgbClr>
                </a:gs>
                <a:gs pos="14286">
                  <a:srgbClr val="49B1FD">
                    <a:alpha val="27301"/>
                  </a:srgbClr>
                </a:gs>
                <a:gs pos="28571">
                  <a:srgbClr val="49B1FD">
                    <a:alpha val="21930"/>
                  </a:srgbClr>
                </a:gs>
                <a:gs pos="42857">
                  <a:srgbClr val="49B1FD">
                    <a:alpha val="14989"/>
                  </a:srgbClr>
                </a:gs>
                <a:gs pos="57143">
                  <a:srgbClr val="49B1FD">
                    <a:alpha val="8605"/>
                  </a:srgbClr>
                </a:gs>
                <a:gs pos="71429">
                  <a:srgbClr val="49B1FD">
                    <a:alpha val="4124"/>
                  </a:srgbClr>
                </a:gs>
                <a:gs pos="85714">
                  <a:srgbClr val="49B1FD">
                    <a:alpha val="1652"/>
                  </a:srgbClr>
                </a:gs>
                <a:gs pos="100000">
                  <a:srgbClr val="49B1FD">
                    <a:alpha val="5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Splat 807"/>
            <p:cNvSpPr>
              <a:spLocks noGrp="1"/>
            </p:cNvSpPr>
            <p:nvPr/>
          </p:nvSpPr>
          <p:spPr>
            <a:xfrm rot="5400000">
              <a:off x="1912144" y="2055019"/>
              <a:ext cx="328612" cy="328612"/>
            </a:xfrm>
            <a:prstGeom prst="ellipse">
              <a:avLst/>
            </a:prstGeom>
            <a:gradFill>
              <a:gsLst>
                <a:gs pos="0">
                  <a:srgbClr val="00008E">
                    <a:alpha val="32968"/>
                  </a:srgbClr>
                </a:gs>
                <a:gs pos="14286">
                  <a:srgbClr val="00008E">
                    <a:alpha val="30764"/>
                  </a:srgbClr>
                </a:gs>
                <a:gs pos="28571">
                  <a:srgbClr val="00008E">
                    <a:alpha val="24833"/>
                  </a:srgbClr>
                </a:gs>
                <a:gs pos="42857">
                  <a:srgbClr val="00008E">
                    <a:alpha val="17075"/>
                  </a:srgbClr>
                </a:gs>
                <a:gs pos="57143">
                  <a:srgbClr val="00008E">
                    <a:alpha val="9855"/>
                  </a:srgbClr>
                </a:gs>
                <a:gs pos="71429">
                  <a:srgbClr val="00008E">
                    <a:alpha val="4740"/>
                  </a:srgbClr>
                </a:gs>
                <a:gs pos="85714">
                  <a:srgbClr val="00008E">
                    <a:alpha val="1902"/>
                  </a:srgbClr>
                </a:gs>
                <a:gs pos="100000">
                  <a:srgbClr val="00008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Splat 808"/>
            <p:cNvSpPr>
              <a:spLocks noGrp="1"/>
            </p:cNvSpPr>
            <p:nvPr/>
          </p:nvSpPr>
          <p:spPr>
            <a:xfrm rot="10162627">
              <a:off x="2474119" y="2049859"/>
              <a:ext cx="328612" cy="91281"/>
            </a:xfrm>
            <a:prstGeom prst="ellipse">
              <a:avLst/>
            </a:prstGeom>
            <a:gradFill>
              <a:gsLst>
                <a:gs pos="0">
                  <a:srgbClr val="6E0000">
                    <a:alpha val="26407"/>
                  </a:srgbClr>
                </a:gs>
                <a:gs pos="14286">
                  <a:srgbClr val="6E0000">
                    <a:alpha val="24559"/>
                  </a:srgbClr>
                </a:gs>
                <a:gs pos="28571">
                  <a:srgbClr val="6E0000">
                    <a:alpha val="19653"/>
                  </a:srgbClr>
                </a:gs>
                <a:gs pos="42857">
                  <a:srgbClr val="6E0000">
                    <a:alpha val="13370"/>
                  </a:srgbClr>
                </a:gs>
                <a:gs pos="57143">
                  <a:srgbClr val="6E0000">
                    <a:alpha val="7645"/>
                  </a:srgbClr>
                </a:gs>
                <a:gs pos="71429">
                  <a:srgbClr val="6E0000">
                    <a:alpha val="3654"/>
                  </a:srgbClr>
                </a:gs>
                <a:gs pos="85714">
                  <a:srgbClr val="6E0000">
                    <a:alpha val="1461"/>
                  </a:srgbClr>
                </a:gs>
                <a:gs pos="100000">
                  <a:srgbClr val="6E0000">
                    <a:alpha val="4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Splat 809"/>
            <p:cNvSpPr>
              <a:spLocks noGrp="1"/>
            </p:cNvSpPr>
            <p:nvPr/>
          </p:nvSpPr>
          <p:spPr>
            <a:xfrm rot="5134397">
              <a:off x="1264444" y="960701"/>
              <a:ext cx="328612" cy="13599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Splat 810"/>
            <p:cNvSpPr>
              <a:spLocks noGrp="1"/>
            </p:cNvSpPr>
            <p:nvPr/>
          </p:nvSpPr>
          <p:spPr>
            <a:xfrm rot="5400000">
              <a:off x="2389711" y="1549539"/>
              <a:ext cx="301915" cy="301915"/>
            </a:xfrm>
            <a:prstGeom prst="ellipse">
              <a:avLst/>
            </a:prstGeom>
            <a:gradFill>
              <a:gsLst>
                <a:gs pos="0">
                  <a:srgbClr val="88CAEA">
                    <a:alpha val="16889"/>
                  </a:srgbClr>
                </a:gs>
                <a:gs pos="14286">
                  <a:srgbClr val="88CAEA">
                    <a:alpha val="15636"/>
                  </a:srgbClr>
                </a:gs>
                <a:gs pos="28571">
                  <a:srgbClr val="88CAEA">
                    <a:alpha val="12368"/>
                  </a:srgbClr>
                </a:gs>
                <a:gs pos="42857">
                  <a:srgbClr val="88CAEA">
                    <a:alpha val="8295"/>
                  </a:srgbClr>
                </a:gs>
                <a:gs pos="57143">
                  <a:srgbClr val="88CAEA">
                    <a:alpha val="4685"/>
                  </a:srgbClr>
                </a:gs>
                <a:gs pos="71429">
                  <a:srgbClr val="88CAEA">
                    <a:alpha val="2221"/>
                  </a:srgbClr>
                </a:gs>
                <a:gs pos="85714">
                  <a:srgbClr val="88CAEA">
                    <a:alpha val="884"/>
                  </a:srgbClr>
                </a:gs>
                <a:gs pos="100000">
                  <a:srgbClr val="88CAEA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Splat 811"/>
            <p:cNvSpPr>
              <a:spLocks noGrp="1"/>
            </p:cNvSpPr>
            <p:nvPr/>
          </p:nvSpPr>
          <p:spPr>
            <a:xfrm rot="-8916529">
              <a:off x="1350169" y="878284"/>
              <a:ext cx="328612" cy="91281"/>
            </a:xfrm>
            <a:prstGeom prst="ellipse">
              <a:avLst/>
            </a:prstGeom>
            <a:gradFill>
              <a:gsLst>
                <a:gs pos="0">
                  <a:srgbClr val="B8ECC7">
                    <a:alpha val="11119"/>
                  </a:srgbClr>
                </a:gs>
                <a:gs pos="14286">
                  <a:srgbClr val="B8ECC7">
                    <a:alpha val="10267"/>
                  </a:srgbClr>
                </a:gs>
                <a:gs pos="28571">
                  <a:srgbClr val="B8ECC7">
                    <a:alpha val="8068"/>
                  </a:srgbClr>
                </a:gs>
                <a:gs pos="42857">
                  <a:srgbClr val="B8ECC7">
                    <a:alpha val="5368"/>
                  </a:srgbClr>
                </a:gs>
                <a:gs pos="57143">
                  <a:srgbClr val="B8ECC7">
                    <a:alpha val="3011"/>
                  </a:srgbClr>
                </a:gs>
                <a:gs pos="71429">
                  <a:srgbClr val="B8ECC7">
                    <a:alpha val="1421"/>
                  </a:srgbClr>
                </a:gs>
                <a:gs pos="85714">
                  <a:srgbClr val="B8ECC7">
                    <a:alpha val="564"/>
                  </a:srgbClr>
                </a:gs>
                <a:gs pos="100000">
                  <a:srgbClr val="B8ECC7">
                    <a:alpha val="1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Splat 812"/>
            <p:cNvSpPr>
              <a:spLocks noGrp="1"/>
            </p:cNvSpPr>
            <p:nvPr/>
          </p:nvSpPr>
          <p:spPr>
            <a:xfrm rot="5400000">
              <a:off x="4297338" y="2328626"/>
              <a:ext cx="338677" cy="338677"/>
            </a:xfrm>
            <a:prstGeom prst="ellipse">
              <a:avLst/>
            </a:prstGeom>
            <a:gradFill>
              <a:gsLst>
                <a:gs pos="0">
                  <a:srgbClr val="FFFFAF">
                    <a:alpha val="12180"/>
                  </a:srgbClr>
                </a:gs>
                <a:gs pos="14286">
                  <a:srgbClr val="FFFFAF">
                    <a:alpha val="11253"/>
                  </a:srgbClr>
                </a:gs>
                <a:gs pos="28571">
                  <a:srgbClr val="FFFFAF">
                    <a:alpha val="8852"/>
                  </a:srgbClr>
                </a:gs>
                <a:gs pos="42857">
                  <a:srgbClr val="FFFFAF">
                    <a:alpha val="5899"/>
                  </a:srgbClr>
                </a:gs>
                <a:gs pos="57143">
                  <a:srgbClr val="FFFFAF">
                    <a:alpha val="3313"/>
                  </a:srgbClr>
                </a:gs>
                <a:gs pos="71429">
                  <a:srgbClr val="FFFFAF">
                    <a:alpha val="1565"/>
                  </a:srgbClr>
                </a:gs>
                <a:gs pos="85714">
                  <a:srgbClr val="FFFFAF">
                    <a:alpha val="622"/>
                  </a:srgbClr>
                </a:gs>
                <a:gs pos="100000">
                  <a:srgbClr val="FFFFAF">
                    <a:alpha val="2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Splat 813"/>
            <p:cNvSpPr>
              <a:spLocks noGrp="1"/>
            </p:cNvSpPr>
            <p:nvPr/>
          </p:nvSpPr>
          <p:spPr>
            <a:xfrm rot="5400000">
              <a:off x="1521619" y="1883569"/>
              <a:ext cx="328612" cy="328612"/>
            </a:xfrm>
            <a:prstGeom prst="ellipse">
              <a:avLst/>
            </a:prstGeom>
            <a:gradFill>
              <a:gsLst>
                <a:gs pos="0">
                  <a:srgbClr val="00EAFF">
                    <a:alpha val="32968"/>
                  </a:srgbClr>
                </a:gs>
                <a:gs pos="14286">
                  <a:srgbClr val="00EAFF">
                    <a:alpha val="30764"/>
                  </a:srgbClr>
                </a:gs>
                <a:gs pos="28571">
                  <a:srgbClr val="00EAFF">
                    <a:alpha val="24833"/>
                  </a:srgbClr>
                </a:gs>
                <a:gs pos="42857">
                  <a:srgbClr val="00EAFF">
                    <a:alpha val="17075"/>
                  </a:srgbClr>
                </a:gs>
                <a:gs pos="57143">
                  <a:srgbClr val="00EAFF">
                    <a:alpha val="9855"/>
                  </a:srgbClr>
                </a:gs>
                <a:gs pos="71429">
                  <a:srgbClr val="00EAFF">
                    <a:alpha val="4740"/>
                  </a:srgbClr>
                </a:gs>
                <a:gs pos="85714">
                  <a:srgbClr val="00EAFF">
                    <a:alpha val="1902"/>
                  </a:srgbClr>
                </a:gs>
                <a:gs pos="100000">
                  <a:srgbClr val="00E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Splat 814"/>
            <p:cNvSpPr>
              <a:spLocks noGrp="1"/>
            </p:cNvSpPr>
            <p:nvPr/>
          </p:nvSpPr>
          <p:spPr>
            <a:xfrm rot="5400000">
              <a:off x="644422" y="3730465"/>
              <a:ext cx="376558" cy="376558"/>
            </a:xfrm>
            <a:prstGeom prst="ellipse">
              <a:avLst/>
            </a:prstGeom>
            <a:gradFill>
              <a:gsLst>
                <a:gs pos="0">
                  <a:srgbClr val="FFF200">
                    <a:alpha val="32968"/>
                  </a:srgbClr>
                </a:gs>
                <a:gs pos="14286">
                  <a:srgbClr val="FFF200">
                    <a:alpha val="30764"/>
                  </a:srgbClr>
                </a:gs>
                <a:gs pos="28571">
                  <a:srgbClr val="FFF200">
                    <a:alpha val="24833"/>
                  </a:srgbClr>
                </a:gs>
                <a:gs pos="42857">
                  <a:srgbClr val="FFF200">
                    <a:alpha val="17075"/>
                  </a:srgbClr>
                </a:gs>
                <a:gs pos="57143">
                  <a:srgbClr val="FFF200">
                    <a:alpha val="9855"/>
                  </a:srgbClr>
                </a:gs>
                <a:gs pos="71429">
                  <a:srgbClr val="FFF200">
                    <a:alpha val="4740"/>
                  </a:srgbClr>
                </a:gs>
                <a:gs pos="85714">
                  <a:srgbClr val="FFF200">
                    <a:alpha val="1902"/>
                  </a:srgbClr>
                </a:gs>
                <a:gs pos="100000">
                  <a:srgbClr val="FFF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Splat 815"/>
            <p:cNvSpPr>
              <a:spLocks noGrp="1"/>
            </p:cNvSpPr>
            <p:nvPr/>
          </p:nvSpPr>
          <p:spPr>
            <a:xfrm rot="5400000">
              <a:off x="2235767" y="364233"/>
              <a:ext cx="321623" cy="321623"/>
            </a:xfrm>
            <a:prstGeom prst="ellipse">
              <a:avLst/>
            </a:prstGeom>
            <a:gradFill>
              <a:gsLst>
                <a:gs pos="0">
                  <a:srgbClr val="2B00BF">
                    <a:alpha val="32968"/>
                  </a:srgbClr>
                </a:gs>
                <a:gs pos="14286">
                  <a:srgbClr val="2B00BF">
                    <a:alpha val="30764"/>
                  </a:srgbClr>
                </a:gs>
                <a:gs pos="28571">
                  <a:srgbClr val="2B00BF">
                    <a:alpha val="24833"/>
                  </a:srgbClr>
                </a:gs>
                <a:gs pos="42857">
                  <a:srgbClr val="2B00BF">
                    <a:alpha val="17075"/>
                  </a:srgbClr>
                </a:gs>
                <a:gs pos="57143">
                  <a:srgbClr val="2B00BF">
                    <a:alpha val="9855"/>
                  </a:srgbClr>
                </a:gs>
                <a:gs pos="71429">
                  <a:srgbClr val="2B00BF">
                    <a:alpha val="4740"/>
                  </a:srgbClr>
                </a:gs>
                <a:gs pos="85714">
                  <a:srgbClr val="2B00BF">
                    <a:alpha val="1902"/>
                  </a:srgbClr>
                </a:gs>
                <a:gs pos="100000">
                  <a:srgbClr val="2B00B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Splat 816"/>
            <p:cNvSpPr>
              <a:spLocks noGrp="1"/>
            </p:cNvSpPr>
            <p:nvPr/>
          </p:nvSpPr>
          <p:spPr>
            <a:xfrm rot="5400000">
              <a:off x="2295456" y="2251159"/>
              <a:ext cx="225697" cy="225697"/>
            </a:xfrm>
            <a:prstGeom prst="ellipse">
              <a:avLst/>
            </a:prstGeom>
            <a:gradFill>
              <a:gsLst>
                <a:gs pos="0">
                  <a:srgbClr val="B17098">
                    <a:alpha val="23807"/>
                  </a:srgbClr>
                </a:gs>
                <a:gs pos="14286">
                  <a:srgbClr val="B17098">
                    <a:alpha val="22113"/>
                  </a:srgbClr>
                </a:gs>
                <a:gs pos="28571">
                  <a:srgbClr val="B17098">
                    <a:alpha val="17637"/>
                  </a:srgbClr>
                </a:gs>
                <a:gs pos="42857">
                  <a:srgbClr val="B17098">
                    <a:alpha val="11951"/>
                  </a:srgbClr>
                </a:gs>
                <a:gs pos="57143">
                  <a:srgbClr val="B17098">
                    <a:alpha val="6809"/>
                  </a:srgbClr>
                </a:gs>
                <a:gs pos="71429">
                  <a:srgbClr val="B17098">
                    <a:alpha val="3247"/>
                  </a:srgbClr>
                </a:gs>
                <a:gs pos="85714">
                  <a:srgbClr val="B17098">
                    <a:alpha val="1297"/>
                  </a:srgbClr>
                </a:gs>
                <a:gs pos="100000">
                  <a:srgbClr val="B17098">
                    <a:alpha val="4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Splat 817"/>
            <p:cNvSpPr>
              <a:spLocks noGrp="1"/>
            </p:cNvSpPr>
            <p:nvPr/>
          </p:nvSpPr>
          <p:spPr>
            <a:xfrm rot="9483414">
              <a:off x="1756504" y="3637047"/>
              <a:ext cx="328612" cy="912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Splat 818"/>
            <p:cNvSpPr>
              <a:spLocks noGrp="1"/>
            </p:cNvSpPr>
            <p:nvPr/>
          </p:nvSpPr>
          <p:spPr>
            <a:xfrm rot="4564753">
              <a:off x="2562258" y="1575342"/>
              <a:ext cx="328612" cy="91281"/>
            </a:xfrm>
            <a:prstGeom prst="ellipse">
              <a:avLst/>
            </a:prstGeom>
            <a:gradFill>
              <a:gsLst>
                <a:gs pos="0">
                  <a:srgbClr val="9F186C">
                    <a:alpha val="12749"/>
                  </a:srgbClr>
                </a:gs>
                <a:gs pos="14286">
                  <a:srgbClr val="9F186C">
                    <a:alpha val="11781"/>
                  </a:srgbClr>
                </a:gs>
                <a:gs pos="28571">
                  <a:srgbClr val="9F186C">
                    <a:alpha val="9274"/>
                  </a:srgbClr>
                </a:gs>
                <a:gs pos="42857">
                  <a:srgbClr val="9F186C">
                    <a:alpha val="6184"/>
                  </a:srgbClr>
                </a:gs>
                <a:gs pos="57143">
                  <a:srgbClr val="9F186C">
                    <a:alpha val="3475"/>
                  </a:srgbClr>
                </a:gs>
                <a:gs pos="71429">
                  <a:srgbClr val="9F186C">
                    <a:alpha val="1642"/>
                  </a:srgbClr>
                </a:gs>
                <a:gs pos="85714">
                  <a:srgbClr val="9F186C">
                    <a:alpha val="653"/>
                  </a:srgbClr>
                </a:gs>
                <a:gs pos="100000">
                  <a:srgbClr val="9F186C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Splat 819"/>
            <p:cNvSpPr>
              <a:spLocks noGrp="1"/>
            </p:cNvSpPr>
            <p:nvPr/>
          </p:nvSpPr>
          <p:spPr>
            <a:xfrm rot="5400000">
              <a:off x="1334721" y="938524"/>
              <a:ext cx="267087" cy="267087"/>
            </a:xfrm>
            <a:prstGeom prst="ellipse">
              <a:avLst/>
            </a:prstGeom>
            <a:gradFill>
              <a:gsLst>
                <a:gs pos="0">
                  <a:srgbClr val="0000AA">
                    <a:alpha val="5808"/>
                  </a:srgbClr>
                </a:gs>
                <a:gs pos="14286">
                  <a:srgbClr val="0000AA">
                    <a:alpha val="5351"/>
                  </a:srgbClr>
                </a:gs>
                <a:gs pos="28571">
                  <a:srgbClr val="0000AA">
                    <a:alpha val="4180"/>
                  </a:srgbClr>
                </a:gs>
                <a:gs pos="42857">
                  <a:srgbClr val="0000AA">
                    <a:alpha val="2762"/>
                  </a:srgbClr>
                </a:gs>
                <a:gs pos="57143">
                  <a:srgbClr val="0000AA">
                    <a:alpha val="1540"/>
                  </a:srgbClr>
                </a:gs>
                <a:gs pos="71429">
                  <a:srgbClr val="0000AA">
                    <a:alpha val="724"/>
                  </a:srgbClr>
                </a:gs>
                <a:gs pos="85714">
                  <a:srgbClr val="0000AA">
                    <a:alpha val="287"/>
                  </a:srgbClr>
                </a:gs>
                <a:gs pos="100000">
                  <a:srgbClr val="0000AA">
                    <a:alpha val="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Splat 820"/>
            <p:cNvSpPr>
              <a:spLocks noGrp="1"/>
            </p:cNvSpPr>
            <p:nvPr/>
          </p:nvSpPr>
          <p:spPr>
            <a:xfrm rot="5400000">
              <a:off x="800519" y="3956127"/>
              <a:ext cx="462154" cy="462154"/>
            </a:xfrm>
            <a:prstGeom prst="ellipse">
              <a:avLst/>
            </a:prstGeom>
            <a:gradFill>
              <a:gsLst>
                <a:gs pos="0">
                  <a:srgbClr val="006C7E">
                    <a:alpha val="32968"/>
                  </a:srgbClr>
                </a:gs>
                <a:gs pos="14286">
                  <a:srgbClr val="006C7E">
                    <a:alpha val="30764"/>
                  </a:srgbClr>
                </a:gs>
                <a:gs pos="28571">
                  <a:srgbClr val="006C7E">
                    <a:alpha val="24833"/>
                  </a:srgbClr>
                </a:gs>
                <a:gs pos="42857">
                  <a:srgbClr val="006C7E">
                    <a:alpha val="17075"/>
                  </a:srgbClr>
                </a:gs>
                <a:gs pos="57143">
                  <a:srgbClr val="006C7E">
                    <a:alpha val="9855"/>
                  </a:srgbClr>
                </a:gs>
                <a:gs pos="71429">
                  <a:srgbClr val="006C7E">
                    <a:alpha val="4740"/>
                  </a:srgbClr>
                </a:gs>
                <a:gs pos="85714">
                  <a:srgbClr val="006C7E">
                    <a:alpha val="1902"/>
                  </a:srgbClr>
                </a:gs>
                <a:gs pos="100000">
                  <a:srgbClr val="006C7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Splat 821"/>
            <p:cNvSpPr>
              <a:spLocks noGrp="1"/>
            </p:cNvSpPr>
            <p:nvPr/>
          </p:nvSpPr>
          <p:spPr>
            <a:xfrm rot="5400000">
              <a:off x="3125990" y="1233743"/>
              <a:ext cx="267799" cy="267799"/>
            </a:xfrm>
            <a:prstGeom prst="ellipse">
              <a:avLst/>
            </a:prstGeom>
            <a:gradFill>
              <a:gsLst>
                <a:gs pos="0">
                  <a:srgbClr val="0077AD">
                    <a:alpha val="14096"/>
                  </a:srgbClr>
                </a:gs>
                <a:gs pos="14286">
                  <a:srgbClr val="0077AD">
                    <a:alpha val="13034"/>
                  </a:srgbClr>
                </a:gs>
                <a:gs pos="28571">
                  <a:srgbClr val="0077AD">
                    <a:alpha val="10276"/>
                  </a:srgbClr>
                </a:gs>
                <a:gs pos="42857">
                  <a:srgbClr val="0077AD">
                    <a:alpha val="6865"/>
                  </a:srgbClr>
                </a:gs>
                <a:gs pos="57143">
                  <a:srgbClr val="0077AD">
                    <a:alpha val="3864"/>
                  </a:srgbClr>
                </a:gs>
                <a:gs pos="71429">
                  <a:srgbClr val="0077AD">
                    <a:alpha val="1828"/>
                  </a:srgbClr>
                </a:gs>
                <a:gs pos="85714">
                  <a:srgbClr val="0077AD">
                    <a:alpha val="727"/>
                  </a:srgbClr>
                </a:gs>
                <a:gs pos="100000">
                  <a:srgbClr val="0077AD">
                    <a:alpha val="2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Splat 822"/>
            <p:cNvSpPr>
              <a:spLocks noGrp="1"/>
            </p:cNvSpPr>
            <p:nvPr/>
          </p:nvSpPr>
          <p:spPr>
            <a:xfrm rot="3409634">
              <a:off x="1618644" y="1961868"/>
              <a:ext cx="407355" cy="209800"/>
            </a:xfrm>
            <a:prstGeom prst="ellipse">
              <a:avLst/>
            </a:prstGeom>
            <a:gradFill>
              <a:gsLst>
                <a:gs pos="0">
                  <a:srgbClr val="658485">
                    <a:alpha val="30081"/>
                  </a:srgbClr>
                </a:gs>
                <a:gs pos="14286">
                  <a:srgbClr val="658485">
                    <a:alpha val="28027"/>
                  </a:srgbClr>
                </a:gs>
                <a:gs pos="28571">
                  <a:srgbClr val="658485">
                    <a:alpha val="22536"/>
                  </a:srgbClr>
                </a:gs>
                <a:gs pos="42857">
                  <a:srgbClr val="658485">
                    <a:alpha val="15422"/>
                  </a:srgbClr>
                </a:gs>
                <a:gs pos="57143">
                  <a:srgbClr val="658485">
                    <a:alpha val="8863"/>
                  </a:srgbClr>
                </a:gs>
                <a:gs pos="71429">
                  <a:srgbClr val="658485">
                    <a:alpha val="4251"/>
                  </a:srgbClr>
                </a:gs>
                <a:gs pos="85714">
                  <a:srgbClr val="658485">
                    <a:alpha val="1703"/>
                  </a:srgbClr>
                </a:gs>
                <a:gs pos="100000">
                  <a:srgbClr val="658485">
                    <a:alpha val="5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Splat 823"/>
            <p:cNvSpPr>
              <a:spLocks noGrp="1"/>
            </p:cNvSpPr>
            <p:nvPr/>
          </p:nvSpPr>
          <p:spPr>
            <a:xfrm rot="9434233">
              <a:off x="2805058" y="1124533"/>
              <a:ext cx="328612" cy="113670"/>
            </a:xfrm>
            <a:prstGeom prst="ellipse">
              <a:avLst/>
            </a:prstGeom>
            <a:gradFill>
              <a:gsLst>
                <a:gs pos="0">
                  <a:srgbClr val="000002">
                    <a:alpha val="19720"/>
                  </a:srgbClr>
                </a:gs>
                <a:gs pos="14286">
                  <a:srgbClr val="000002">
                    <a:alpha val="18281"/>
                  </a:srgbClr>
                </a:gs>
                <a:gs pos="28571">
                  <a:srgbClr val="000002">
                    <a:alpha val="14508"/>
                  </a:srgbClr>
                </a:gs>
                <a:gs pos="42857">
                  <a:srgbClr val="000002">
                    <a:alpha val="9771"/>
                  </a:srgbClr>
                </a:gs>
                <a:gs pos="57143">
                  <a:srgbClr val="000002">
                    <a:alpha val="5538"/>
                  </a:srgbClr>
                </a:gs>
                <a:gs pos="71429">
                  <a:srgbClr val="000002">
                    <a:alpha val="2632"/>
                  </a:srgbClr>
                </a:gs>
                <a:gs pos="85714">
                  <a:srgbClr val="000002">
                    <a:alpha val="1049"/>
                  </a:srgbClr>
                </a:gs>
                <a:gs pos="100000">
                  <a:srgbClr val="000002">
                    <a:alpha val="3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Splat 824"/>
            <p:cNvSpPr>
              <a:spLocks noGrp="1"/>
            </p:cNvSpPr>
            <p:nvPr/>
          </p:nvSpPr>
          <p:spPr>
            <a:xfrm rot="5400000">
              <a:off x="1270298" y="1664628"/>
              <a:ext cx="328612" cy="328612"/>
            </a:xfrm>
            <a:prstGeom prst="ellipse">
              <a:avLst/>
            </a:prstGeom>
            <a:gradFill>
              <a:gsLst>
                <a:gs pos="0">
                  <a:srgbClr val="0062AF">
                    <a:alpha val="23108"/>
                  </a:srgbClr>
                </a:gs>
                <a:gs pos="14286">
                  <a:srgbClr val="0062AF">
                    <a:alpha val="21456"/>
                  </a:srgbClr>
                </a:gs>
                <a:gs pos="28571">
                  <a:srgbClr val="0062AF">
                    <a:alpha val="17099"/>
                  </a:srgbClr>
                </a:gs>
                <a:gs pos="42857">
                  <a:srgbClr val="0062AF">
                    <a:alpha val="11573"/>
                  </a:srgbClr>
                </a:gs>
                <a:gs pos="57143">
                  <a:srgbClr val="0062AF">
                    <a:alpha val="6588"/>
                  </a:srgbClr>
                </a:gs>
                <a:gs pos="71429">
                  <a:srgbClr val="0062AF">
                    <a:alpha val="3140"/>
                  </a:srgbClr>
                </a:gs>
                <a:gs pos="85714">
                  <a:srgbClr val="0062AF">
                    <a:alpha val="1254"/>
                  </a:srgbClr>
                </a:gs>
                <a:gs pos="100000">
                  <a:srgbClr val="0062AF">
                    <a:alpha val="4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Splat 825"/>
            <p:cNvSpPr>
              <a:spLocks noGrp="1"/>
            </p:cNvSpPr>
            <p:nvPr/>
          </p:nvSpPr>
          <p:spPr>
            <a:xfrm rot="-9741389">
              <a:off x="1045369" y="1868884"/>
              <a:ext cx="328612" cy="91281"/>
            </a:xfrm>
            <a:prstGeom prst="ellipse">
              <a:avLst/>
            </a:prstGeom>
            <a:gradFill>
              <a:gsLst>
                <a:gs pos="0">
                  <a:srgbClr val="000097">
                    <a:alpha val="32968"/>
                  </a:srgbClr>
                </a:gs>
                <a:gs pos="14286">
                  <a:srgbClr val="000097">
                    <a:alpha val="30764"/>
                  </a:srgbClr>
                </a:gs>
                <a:gs pos="28571">
                  <a:srgbClr val="000097">
                    <a:alpha val="24833"/>
                  </a:srgbClr>
                </a:gs>
                <a:gs pos="42857">
                  <a:srgbClr val="000097">
                    <a:alpha val="17075"/>
                  </a:srgbClr>
                </a:gs>
                <a:gs pos="57143">
                  <a:srgbClr val="000097">
                    <a:alpha val="9855"/>
                  </a:srgbClr>
                </a:gs>
                <a:gs pos="71429">
                  <a:srgbClr val="000097">
                    <a:alpha val="4740"/>
                  </a:srgbClr>
                </a:gs>
                <a:gs pos="85714">
                  <a:srgbClr val="000097">
                    <a:alpha val="1902"/>
                  </a:srgbClr>
                </a:gs>
                <a:gs pos="100000">
                  <a:srgbClr val="00009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Splat 826"/>
            <p:cNvSpPr>
              <a:spLocks noGrp="1"/>
            </p:cNvSpPr>
            <p:nvPr/>
          </p:nvSpPr>
          <p:spPr>
            <a:xfrm rot="7214549">
              <a:off x="3007519" y="1497409"/>
              <a:ext cx="328612" cy="91281"/>
            </a:xfrm>
            <a:prstGeom prst="ellipse">
              <a:avLst/>
            </a:prstGeom>
            <a:gradFill>
              <a:gsLst>
                <a:gs pos="0">
                  <a:srgbClr val="C9DFFF">
                    <a:alpha val="13553"/>
                  </a:srgbClr>
                </a:gs>
                <a:gs pos="14286">
                  <a:srgbClr val="C9DFFF">
                    <a:alpha val="12529"/>
                  </a:srgbClr>
                </a:gs>
                <a:gs pos="28571">
                  <a:srgbClr val="C9DFFF">
                    <a:alpha val="9872"/>
                  </a:srgbClr>
                </a:gs>
                <a:gs pos="42857">
                  <a:srgbClr val="C9DFFF">
                    <a:alpha val="6590"/>
                  </a:srgbClr>
                </a:gs>
                <a:gs pos="57143">
                  <a:srgbClr val="C9DFFF">
                    <a:alpha val="3707"/>
                  </a:srgbClr>
                </a:gs>
                <a:gs pos="71429">
                  <a:srgbClr val="C9DFFF">
                    <a:alpha val="1753"/>
                  </a:srgbClr>
                </a:gs>
                <a:gs pos="85714">
                  <a:srgbClr val="C9DFFF">
                    <a:alpha val="697"/>
                  </a:srgbClr>
                </a:gs>
                <a:gs pos="100000">
                  <a:srgbClr val="C9DFFF">
                    <a:alpha val="2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Splat 827"/>
            <p:cNvSpPr>
              <a:spLocks noGrp="1"/>
            </p:cNvSpPr>
            <p:nvPr/>
          </p:nvSpPr>
          <p:spPr>
            <a:xfrm rot="5400000">
              <a:off x="-25537" y="2301330"/>
              <a:ext cx="359854" cy="359854"/>
            </a:xfrm>
            <a:prstGeom prst="ellipse">
              <a:avLst/>
            </a:prstGeom>
            <a:gradFill>
              <a:gsLst>
                <a:gs pos="0">
                  <a:srgbClr val="FFFFCE">
                    <a:alpha val="5917"/>
                  </a:srgbClr>
                </a:gs>
                <a:gs pos="14286">
                  <a:srgbClr val="FFFFCE">
                    <a:alpha val="5452"/>
                  </a:srgbClr>
                </a:gs>
                <a:gs pos="28571">
                  <a:srgbClr val="FFFFCE">
                    <a:alpha val="4259"/>
                  </a:srgbClr>
                </a:gs>
                <a:gs pos="42857">
                  <a:srgbClr val="FFFFCE">
                    <a:alpha val="2815"/>
                  </a:srgbClr>
                </a:gs>
                <a:gs pos="57143">
                  <a:srgbClr val="FFFFCE">
                    <a:alpha val="1570"/>
                  </a:srgbClr>
                </a:gs>
                <a:gs pos="71429">
                  <a:srgbClr val="FFFFCE">
                    <a:alpha val="738"/>
                  </a:srgbClr>
                </a:gs>
                <a:gs pos="85714">
                  <a:srgbClr val="FFFFCE">
                    <a:alpha val="292"/>
                  </a:srgbClr>
                </a:gs>
                <a:gs pos="100000">
                  <a:srgbClr val="FFFFCE">
                    <a:alpha val="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Splat 828"/>
            <p:cNvSpPr>
              <a:spLocks noGrp="1"/>
            </p:cNvSpPr>
            <p:nvPr/>
          </p:nvSpPr>
          <p:spPr>
            <a:xfrm rot="5400000">
              <a:off x="3161164" y="2413236"/>
              <a:ext cx="462345" cy="462345"/>
            </a:xfrm>
            <a:prstGeom prst="ellipse">
              <a:avLst/>
            </a:prstGeom>
            <a:gradFill>
              <a:gsLst>
                <a:gs pos="0">
                  <a:srgbClr val="825BCE">
                    <a:alpha val="32385"/>
                  </a:srgbClr>
                </a:gs>
                <a:gs pos="14286">
                  <a:srgbClr val="825BCE">
                    <a:alpha val="30210"/>
                  </a:srgbClr>
                </a:gs>
                <a:gs pos="28571">
                  <a:srgbClr val="825BCE">
                    <a:alpha val="24367"/>
                  </a:srgbClr>
                </a:gs>
                <a:gs pos="42857">
                  <a:srgbClr val="825BCE">
                    <a:alpha val="16738"/>
                  </a:srgbClr>
                </a:gs>
                <a:gs pos="57143">
                  <a:srgbClr val="825BCE">
                    <a:alpha val="9652"/>
                  </a:srgbClr>
                </a:gs>
                <a:gs pos="71429">
                  <a:srgbClr val="825BCE">
                    <a:alpha val="4640"/>
                  </a:srgbClr>
                </a:gs>
                <a:gs pos="85714">
                  <a:srgbClr val="825BCE">
                    <a:alpha val="1861"/>
                  </a:srgbClr>
                </a:gs>
                <a:gs pos="100000">
                  <a:srgbClr val="825BCE">
                    <a:alpha val="6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Splat 829"/>
            <p:cNvSpPr>
              <a:spLocks noGrp="1"/>
            </p:cNvSpPr>
            <p:nvPr/>
          </p:nvSpPr>
          <p:spPr>
            <a:xfrm rot="10544475">
              <a:off x="2887046" y="2096432"/>
              <a:ext cx="378745" cy="130330"/>
            </a:xfrm>
            <a:prstGeom prst="ellipse">
              <a:avLst/>
            </a:prstGeom>
            <a:gradFill>
              <a:gsLst>
                <a:gs pos="0">
                  <a:srgbClr val="FFDA95">
                    <a:alpha val="27121"/>
                  </a:srgbClr>
                </a:gs>
                <a:gs pos="14286">
                  <a:srgbClr val="FFDA95">
                    <a:alpha val="25232"/>
                  </a:srgbClr>
                </a:gs>
                <a:gs pos="28571">
                  <a:srgbClr val="FFDA95">
                    <a:alpha val="20210"/>
                  </a:srgbClr>
                </a:gs>
                <a:gs pos="42857">
                  <a:srgbClr val="FFDA95">
                    <a:alpha val="13765"/>
                  </a:srgbClr>
                </a:gs>
                <a:gs pos="57143">
                  <a:srgbClr val="FFDA95">
                    <a:alpha val="7878"/>
                  </a:srgbClr>
                </a:gs>
                <a:gs pos="71429">
                  <a:srgbClr val="FFDA95">
                    <a:alpha val="3768"/>
                  </a:srgbClr>
                </a:gs>
                <a:gs pos="85714">
                  <a:srgbClr val="FFDA95">
                    <a:alpha val="1507"/>
                  </a:srgbClr>
                </a:gs>
                <a:gs pos="100000">
                  <a:srgbClr val="FFDA95">
                    <a:alpha val="5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Splat 830"/>
            <p:cNvSpPr>
              <a:spLocks noGrp="1"/>
            </p:cNvSpPr>
            <p:nvPr/>
          </p:nvSpPr>
          <p:spPr>
            <a:xfrm rot="5400000">
              <a:off x="2985462" y="1713164"/>
              <a:ext cx="336167" cy="336167"/>
            </a:xfrm>
            <a:prstGeom prst="ellipse">
              <a:avLst/>
            </a:prstGeom>
            <a:gradFill>
              <a:gsLst>
                <a:gs pos="0">
                  <a:srgbClr val="000000">
                    <a:alpha val="6699"/>
                  </a:srgbClr>
                </a:gs>
                <a:gs pos="14286">
                  <a:srgbClr val="000000">
                    <a:alpha val="6175"/>
                  </a:srgbClr>
                </a:gs>
                <a:gs pos="28571">
                  <a:srgbClr val="000000">
                    <a:alpha val="4828"/>
                  </a:srgbClr>
                </a:gs>
                <a:gs pos="42857">
                  <a:srgbClr val="000000">
                    <a:alpha val="3194"/>
                  </a:srgbClr>
                </a:gs>
                <a:gs pos="57143">
                  <a:srgbClr val="000000">
                    <a:alpha val="1783"/>
                  </a:srgbClr>
                </a:gs>
                <a:gs pos="71429">
                  <a:srgbClr val="000000">
                    <a:alpha val="838"/>
                  </a:srgbClr>
                </a:gs>
                <a:gs pos="85714">
                  <a:srgbClr val="000000">
                    <a:alpha val="332"/>
                  </a:srgbClr>
                </a:gs>
                <a:gs pos="100000">
                  <a:srgbClr val="000000">
                    <a:alpha val="1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Splat 831"/>
            <p:cNvSpPr>
              <a:spLocks noGrp="1"/>
            </p:cNvSpPr>
            <p:nvPr/>
          </p:nvSpPr>
          <p:spPr>
            <a:xfrm rot="-10609427">
              <a:off x="1611665" y="1697093"/>
              <a:ext cx="328612" cy="91281"/>
            </a:xfrm>
            <a:prstGeom prst="ellipse">
              <a:avLst/>
            </a:prstGeom>
            <a:gradFill>
              <a:gsLst>
                <a:gs pos="0">
                  <a:srgbClr val="DEFFFF">
                    <a:alpha val="32968"/>
                  </a:srgbClr>
                </a:gs>
                <a:gs pos="14286">
                  <a:srgbClr val="DEFFFF">
                    <a:alpha val="30764"/>
                  </a:srgbClr>
                </a:gs>
                <a:gs pos="28571">
                  <a:srgbClr val="DEFFFF">
                    <a:alpha val="24833"/>
                  </a:srgbClr>
                </a:gs>
                <a:gs pos="42857">
                  <a:srgbClr val="DEFFFF">
                    <a:alpha val="17075"/>
                  </a:srgbClr>
                </a:gs>
                <a:gs pos="57143">
                  <a:srgbClr val="DEFFFF">
                    <a:alpha val="9855"/>
                  </a:srgbClr>
                </a:gs>
                <a:gs pos="71429">
                  <a:srgbClr val="DEFFFF">
                    <a:alpha val="4740"/>
                  </a:srgbClr>
                </a:gs>
                <a:gs pos="85714">
                  <a:srgbClr val="DEFFFF">
                    <a:alpha val="1902"/>
                  </a:srgbClr>
                </a:gs>
                <a:gs pos="100000">
                  <a:srgbClr val="D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Splat 832"/>
            <p:cNvSpPr>
              <a:spLocks noGrp="1"/>
            </p:cNvSpPr>
            <p:nvPr/>
          </p:nvSpPr>
          <p:spPr>
            <a:xfrm rot="-10609427">
              <a:off x="1660838" y="1709004"/>
              <a:ext cx="230092" cy="4793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Splat 833"/>
            <p:cNvSpPr>
              <a:spLocks noGrp="1"/>
            </p:cNvSpPr>
            <p:nvPr/>
          </p:nvSpPr>
          <p:spPr>
            <a:xfrm rot="5400000">
              <a:off x="1270370" y="2022824"/>
              <a:ext cx="337924" cy="337924"/>
            </a:xfrm>
            <a:prstGeom prst="ellipse">
              <a:avLst/>
            </a:prstGeom>
            <a:gradFill>
              <a:gsLst>
                <a:gs pos="0">
                  <a:srgbClr val="008262">
                    <a:alpha val="3386"/>
                  </a:srgbClr>
                </a:gs>
                <a:gs pos="14286">
                  <a:srgbClr val="008262">
                    <a:alpha val="3117"/>
                  </a:srgbClr>
                </a:gs>
                <a:gs pos="28571">
                  <a:srgbClr val="008262">
                    <a:alpha val="2429"/>
                  </a:srgbClr>
                </a:gs>
                <a:gs pos="42857">
                  <a:srgbClr val="008262">
                    <a:alpha val="1600"/>
                  </a:srgbClr>
                </a:gs>
                <a:gs pos="57143">
                  <a:srgbClr val="008262">
                    <a:alpha val="890"/>
                  </a:srgbClr>
                </a:gs>
                <a:gs pos="71429">
                  <a:srgbClr val="008262">
                    <a:alpha val="417"/>
                  </a:srgbClr>
                </a:gs>
                <a:gs pos="85714">
                  <a:srgbClr val="008262">
                    <a:alpha val="165"/>
                  </a:srgbClr>
                </a:gs>
                <a:gs pos="100000">
                  <a:srgbClr val="008262">
                    <a:alpha val="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Splat 834"/>
            <p:cNvSpPr>
              <a:spLocks noGrp="1"/>
            </p:cNvSpPr>
            <p:nvPr/>
          </p:nvSpPr>
          <p:spPr>
            <a:xfrm rot="3068308">
              <a:off x="2293144" y="2592784"/>
              <a:ext cx="328612" cy="912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Splat 835"/>
            <p:cNvSpPr>
              <a:spLocks noGrp="1"/>
            </p:cNvSpPr>
            <p:nvPr/>
          </p:nvSpPr>
          <p:spPr>
            <a:xfrm rot="5400000">
              <a:off x="-161262" y="2109241"/>
              <a:ext cx="330251" cy="330251"/>
            </a:xfrm>
            <a:prstGeom prst="ellipse">
              <a:avLst/>
            </a:prstGeom>
            <a:gradFill>
              <a:gsLst>
                <a:gs pos="0">
                  <a:srgbClr val="D0A087">
                    <a:alpha val="32968"/>
                  </a:srgbClr>
                </a:gs>
                <a:gs pos="14286">
                  <a:srgbClr val="D0A087">
                    <a:alpha val="30764"/>
                  </a:srgbClr>
                </a:gs>
                <a:gs pos="28571">
                  <a:srgbClr val="D0A087">
                    <a:alpha val="24833"/>
                  </a:srgbClr>
                </a:gs>
                <a:gs pos="42857">
                  <a:srgbClr val="D0A087">
                    <a:alpha val="17075"/>
                  </a:srgbClr>
                </a:gs>
                <a:gs pos="57143">
                  <a:srgbClr val="D0A087">
                    <a:alpha val="9855"/>
                  </a:srgbClr>
                </a:gs>
                <a:gs pos="71429">
                  <a:srgbClr val="D0A087">
                    <a:alpha val="4740"/>
                  </a:srgbClr>
                </a:gs>
                <a:gs pos="85714">
                  <a:srgbClr val="D0A087">
                    <a:alpha val="1902"/>
                  </a:srgbClr>
                </a:gs>
                <a:gs pos="100000">
                  <a:srgbClr val="D0A08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Splat 836"/>
            <p:cNvSpPr>
              <a:spLocks noGrp="1"/>
            </p:cNvSpPr>
            <p:nvPr/>
          </p:nvSpPr>
          <p:spPr>
            <a:xfrm rot="5400000">
              <a:off x="-49493" y="2516708"/>
              <a:ext cx="378848" cy="378848"/>
            </a:xfrm>
            <a:prstGeom prst="ellipse">
              <a:avLst/>
            </a:prstGeom>
            <a:gradFill>
              <a:gsLst>
                <a:gs pos="0">
                  <a:srgbClr val="BD0041">
                    <a:alpha val="29884"/>
                  </a:srgbClr>
                </a:gs>
                <a:gs pos="14286">
                  <a:srgbClr val="BD0041">
                    <a:alpha val="27842"/>
                  </a:srgbClr>
                </a:gs>
                <a:gs pos="28571">
                  <a:srgbClr val="BD0041">
                    <a:alpha val="22381"/>
                  </a:srgbClr>
                </a:gs>
                <a:gs pos="42857">
                  <a:srgbClr val="BD0041">
                    <a:alpha val="15311"/>
                  </a:srgbClr>
                </a:gs>
                <a:gs pos="57143">
                  <a:srgbClr val="BD0041">
                    <a:alpha val="8797"/>
                  </a:srgbClr>
                </a:gs>
                <a:gs pos="71429">
                  <a:srgbClr val="BD0041">
                    <a:alpha val="4219"/>
                  </a:srgbClr>
                </a:gs>
                <a:gs pos="85714">
                  <a:srgbClr val="BD0041">
                    <a:alpha val="1690"/>
                  </a:srgbClr>
                </a:gs>
                <a:gs pos="100000">
                  <a:srgbClr val="BD0041">
                    <a:alpha val="5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Splat 837"/>
            <p:cNvSpPr>
              <a:spLocks noGrp="1"/>
            </p:cNvSpPr>
            <p:nvPr/>
          </p:nvSpPr>
          <p:spPr>
            <a:xfrm rot="5400000">
              <a:off x="3252714" y="2538685"/>
              <a:ext cx="381965" cy="381965"/>
            </a:xfrm>
            <a:prstGeom prst="ellipse">
              <a:avLst/>
            </a:prstGeom>
            <a:gradFill>
              <a:gsLst>
                <a:gs pos="0">
                  <a:srgbClr val="00006A">
                    <a:alpha val="27558"/>
                  </a:srgbClr>
                </a:gs>
                <a:gs pos="14286">
                  <a:srgbClr val="00006A">
                    <a:alpha val="25644"/>
                  </a:srgbClr>
                </a:gs>
                <a:gs pos="28571">
                  <a:srgbClr val="00006A">
                    <a:alpha val="20552"/>
                  </a:srgbClr>
                </a:gs>
                <a:gs pos="42857">
                  <a:srgbClr val="00006A">
                    <a:alpha val="14007"/>
                  </a:srgbClr>
                </a:gs>
                <a:gs pos="57143">
                  <a:srgbClr val="00006A">
                    <a:alpha val="8022"/>
                  </a:srgbClr>
                </a:gs>
                <a:gs pos="71429">
                  <a:srgbClr val="00006A">
                    <a:alpha val="3838"/>
                  </a:srgbClr>
                </a:gs>
                <a:gs pos="85714">
                  <a:srgbClr val="00006A">
                    <a:alpha val="1536"/>
                  </a:srgbClr>
                </a:gs>
                <a:gs pos="100000">
                  <a:srgbClr val="00006A">
                    <a:alpha val="5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Splat 838"/>
            <p:cNvSpPr>
              <a:spLocks noGrp="1"/>
            </p:cNvSpPr>
            <p:nvPr/>
          </p:nvSpPr>
          <p:spPr>
            <a:xfrm rot="2957814">
              <a:off x="1048852" y="1295389"/>
              <a:ext cx="328612" cy="120835"/>
            </a:xfrm>
            <a:prstGeom prst="ellipse">
              <a:avLst/>
            </a:prstGeom>
            <a:gradFill>
              <a:gsLst>
                <a:gs pos="0">
                  <a:srgbClr val="FFFF6A">
                    <a:alpha val="32968"/>
                  </a:srgbClr>
                </a:gs>
                <a:gs pos="14286">
                  <a:srgbClr val="FFFF6A">
                    <a:alpha val="30764"/>
                  </a:srgbClr>
                </a:gs>
                <a:gs pos="28571">
                  <a:srgbClr val="FFFF6A">
                    <a:alpha val="24833"/>
                  </a:srgbClr>
                </a:gs>
                <a:gs pos="42857">
                  <a:srgbClr val="FFFF6A">
                    <a:alpha val="17075"/>
                  </a:srgbClr>
                </a:gs>
                <a:gs pos="57143">
                  <a:srgbClr val="FFFF6A">
                    <a:alpha val="9855"/>
                  </a:srgbClr>
                </a:gs>
                <a:gs pos="71429">
                  <a:srgbClr val="FFFF6A">
                    <a:alpha val="4740"/>
                  </a:srgbClr>
                </a:gs>
                <a:gs pos="85714">
                  <a:srgbClr val="FFFF6A">
                    <a:alpha val="1902"/>
                  </a:srgbClr>
                </a:gs>
                <a:gs pos="100000">
                  <a:srgbClr val="FFFF6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Splat 839"/>
            <p:cNvSpPr>
              <a:spLocks noGrp="1"/>
            </p:cNvSpPr>
            <p:nvPr/>
          </p:nvSpPr>
          <p:spPr>
            <a:xfrm rot="10298276">
              <a:off x="1110027" y="1881952"/>
              <a:ext cx="328612" cy="91281"/>
            </a:xfrm>
            <a:prstGeom prst="ellipse">
              <a:avLst/>
            </a:prstGeom>
            <a:gradFill>
              <a:gsLst>
                <a:gs pos="0">
                  <a:srgbClr val="0070BA">
                    <a:alpha val="32968"/>
                  </a:srgbClr>
                </a:gs>
                <a:gs pos="14286">
                  <a:srgbClr val="0070BA">
                    <a:alpha val="30764"/>
                  </a:srgbClr>
                </a:gs>
                <a:gs pos="28571">
                  <a:srgbClr val="0070BA">
                    <a:alpha val="24833"/>
                  </a:srgbClr>
                </a:gs>
                <a:gs pos="42857">
                  <a:srgbClr val="0070BA">
                    <a:alpha val="17075"/>
                  </a:srgbClr>
                </a:gs>
                <a:gs pos="57143">
                  <a:srgbClr val="0070BA">
                    <a:alpha val="9855"/>
                  </a:srgbClr>
                </a:gs>
                <a:gs pos="71429">
                  <a:srgbClr val="0070BA">
                    <a:alpha val="4740"/>
                  </a:srgbClr>
                </a:gs>
                <a:gs pos="85714">
                  <a:srgbClr val="0070BA">
                    <a:alpha val="1902"/>
                  </a:srgbClr>
                </a:gs>
                <a:gs pos="100000">
                  <a:srgbClr val="0070B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Splat 840"/>
            <p:cNvSpPr>
              <a:spLocks noGrp="1"/>
            </p:cNvSpPr>
            <p:nvPr/>
          </p:nvSpPr>
          <p:spPr>
            <a:xfrm rot="9059299">
              <a:off x="1928357" y="3476139"/>
              <a:ext cx="328612" cy="91281"/>
            </a:xfrm>
            <a:prstGeom prst="ellipse">
              <a:avLst/>
            </a:prstGeom>
            <a:gradFill>
              <a:gsLst>
                <a:gs pos="0">
                  <a:srgbClr val="9F0000">
                    <a:alpha val="32968"/>
                  </a:srgbClr>
                </a:gs>
                <a:gs pos="14286">
                  <a:srgbClr val="9F0000">
                    <a:alpha val="30764"/>
                  </a:srgbClr>
                </a:gs>
                <a:gs pos="28571">
                  <a:srgbClr val="9F0000">
                    <a:alpha val="24833"/>
                  </a:srgbClr>
                </a:gs>
                <a:gs pos="42857">
                  <a:srgbClr val="9F0000">
                    <a:alpha val="17075"/>
                  </a:srgbClr>
                </a:gs>
                <a:gs pos="57143">
                  <a:srgbClr val="9F0000">
                    <a:alpha val="9855"/>
                  </a:srgbClr>
                </a:gs>
                <a:gs pos="71429">
                  <a:srgbClr val="9F0000">
                    <a:alpha val="4740"/>
                  </a:srgbClr>
                </a:gs>
                <a:gs pos="85714">
                  <a:srgbClr val="9F0000">
                    <a:alpha val="1902"/>
                  </a:srgbClr>
                </a:gs>
                <a:gs pos="100000">
                  <a:srgbClr val="9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Splat 841"/>
            <p:cNvSpPr>
              <a:spLocks noGrp="1"/>
            </p:cNvSpPr>
            <p:nvPr/>
          </p:nvSpPr>
          <p:spPr>
            <a:xfrm rot="5400000">
              <a:off x="2129773" y="3327096"/>
              <a:ext cx="331394" cy="33139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Splat 842"/>
            <p:cNvSpPr>
              <a:spLocks noGrp="1"/>
            </p:cNvSpPr>
            <p:nvPr/>
          </p:nvSpPr>
          <p:spPr>
            <a:xfrm rot="9710991">
              <a:off x="2153419" y="1676720"/>
              <a:ext cx="328613" cy="91281"/>
            </a:xfrm>
            <a:prstGeom prst="ellipse">
              <a:avLst/>
            </a:prstGeom>
            <a:gradFill>
              <a:gsLst>
                <a:gs pos="0">
                  <a:srgbClr val="480048">
                    <a:alpha val="32968"/>
                  </a:srgbClr>
                </a:gs>
                <a:gs pos="14286">
                  <a:srgbClr val="480048">
                    <a:alpha val="30764"/>
                  </a:srgbClr>
                </a:gs>
                <a:gs pos="28571">
                  <a:srgbClr val="480048">
                    <a:alpha val="24833"/>
                  </a:srgbClr>
                </a:gs>
                <a:gs pos="42857">
                  <a:srgbClr val="480048">
                    <a:alpha val="17075"/>
                  </a:srgbClr>
                </a:gs>
                <a:gs pos="57143">
                  <a:srgbClr val="480048">
                    <a:alpha val="9855"/>
                  </a:srgbClr>
                </a:gs>
                <a:gs pos="71429">
                  <a:srgbClr val="480048">
                    <a:alpha val="4740"/>
                  </a:srgbClr>
                </a:gs>
                <a:gs pos="85714">
                  <a:srgbClr val="480048">
                    <a:alpha val="1902"/>
                  </a:srgbClr>
                </a:gs>
                <a:gs pos="100000">
                  <a:srgbClr val="48004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Splat 843"/>
            <p:cNvSpPr>
              <a:spLocks noGrp="1"/>
            </p:cNvSpPr>
            <p:nvPr/>
          </p:nvSpPr>
          <p:spPr>
            <a:xfrm rot="5400000">
              <a:off x="2666777" y="1386673"/>
              <a:ext cx="328612" cy="328612"/>
            </a:xfrm>
            <a:prstGeom prst="ellipse">
              <a:avLst/>
            </a:prstGeom>
            <a:gradFill>
              <a:gsLst>
                <a:gs pos="0">
                  <a:srgbClr val="CFADBC">
                    <a:alpha val="11197"/>
                  </a:srgbClr>
                </a:gs>
                <a:gs pos="14286">
                  <a:srgbClr val="CFADBC">
                    <a:alpha val="10340"/>
                  </a:srgbClr>
                </a:gs>
                <a:gs pos="28571">
                  <a:srgbClr val="CFADBC">
                    <a:alpha val="8125"/>
                  </a:srgbClr>
                </a:gs>
                <a:gs pos="42857">
                  <a:srgbClr val="CFADBC">
                    <a:alpha val="5407"/>
                  </a:srgbClr>
                </a:gs>
                <a:gs pos="57143">
                  <a:srgbClr val="CFADBC">
                    <a:alpha val="3033"/>
                  </a:srgbClr>
                </a:gs>
                <a:gs pos="71429">
                  <a:srgbClr val="CFADBC">
                    <a:alpha val="1431"/>
                  </a:srgbClr>
                </a:gs>
                <a:gs pos="85714">
                  <a:srgbClr val="CFADBC">
                    <a:alpha val="568"/>
                  </a:srgbClr>
                </a:gs>
                <a:gs pos="100000">
                  <a:srgbClr val="CFADBC">
                    <a:alpha val="1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Splat 844"/>
            <p:cNvSpPr>
              <a:spLocks noGrp="1"/>
            </p:cNvSpPr>
            <p:nvPr/>
          </p:nvSpPr>
          <p:spPr>
            <a:xfrm rot="5400000">
              <a:off x="1573195" y="3668397"/>
              <a:ext cx="408546" cy="408546"/>
            </a:xfrm>
            <a:prstGeom prst="ellipse">
              <a:avLst/>
            </a:prstGeom>
            <a:gradFill>
              <a:gsLst>
                <a:gs pos="0">
                  <a:srgbClr val="FFBDFF">
                    <a:alpha val="9383"/>
                  </a:srgbClr>
                </a:gs>
                <a:gs pos="14286">
                  <a:srgbClr val="FFBDFF">
                    <a:alpha val="8658"/>
                  </a:srgbClr>
                </a:gs>
                <a:gs pos="28571">
                  <a:srgbClr val="FFBDFF">
                    <a:alpha val="6790"/>
                  </a:srgbClr>
                </a:gs>
                <a:gs pos="42857">
                  <a:srgbClr val="FFBDFF">
                    <a:alpha val="4507"/>
                  </a:srgbClr>
                </a:gs>
                <a:gs pos="57143">
                  <a:srgbClr val="FFBDFF">
                    <a:alpha val="2523"/>
                  </a:srgbClr>
                </a:gs>
                <a:gs pos="71429">
                  <a:srgbClr val="FFBDFF">
                    <a:alpha val="1189"/>
                  </a:srgbClr>
                </a:gs>
                <a:gs pos="85714">
                  <a:srgbClr val="FFBDFF">
                    <a:alpha val="472"/>
                  </a:srgbClr>
                </a:gs>
                <a:gs pos="100000">
                  <a:srgbClr val="FFBDFF">
                    <a:alpha val="1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Splat 845"/>
            <p:cNvSpPr>
              <a:spLocks noGrp="1"/>
            </p:cNvSpPr>
            <p:nvPr/>
          </p:nvSpPr>
          <p:spPr>
            <a:xfrm rot="5400000">
              <a:off x="2652167" y="2544474"/>
              <a:ext cx="335681" cy="335681"/>
            </a:xfrm>
            <a:prstGeom prst="ellipse">
              <a:avLst/>
            </a:prstGeom>
            <a:gradFill>
              <a:gsLst>
                <a:gs pos="0">
                  <a:srgbClr val="00A6FF">
                    <a:alpha val="15378"/>
                  </a:srgbClr>
                </a:gs>
                <a:gs pos="14286">
                  <a:srgbClr val="00A6FF">
                    <a:alpha val="14227"/>
                  </a:srgbClr>
                </a:gs>
                <a:gs pos="28571">
                  <a:srgbClr val="00A6FF">
                    <a:alpha val="11233"/>
                  </a:srgbClr>
                </a:gs>
                <a:gs pos="42857">
                  <a:srgbClr val="00A6FF">
                    <a:alpha val="7518"/>
                  </a:srgbClr>
                </a:gs>
                <a:gs pos="57143">
                  <a:srgbClr val="00A6FF">
                    <a:alpha val="4238"/>
                  </a:srgbClr>
                </a:gs>
                <a:gs pos="71429">
                  <a:srgbClr val="00A6FF">
                    <a:alpha val="2007"/>
                  </a:srgbClr>
                </a:gs>
                <a:gs pos="85714">
                  <a:srgbClr val="00A6FF">
                    <a:alpha val="798"/>
                  </a:srgbClr>
                </a:gs>
                <a:gs pos="100000">
                  <a:srgbClr val="00A6FF">
                    <a:alpha val="2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Splat 846"/>
            <p:cNvSpPr>
              <a:spLocks noGrp="1"/>
            </p:cNvSpPr>
            <p:nvPr/>
          </p:nvSpPr>
          <p:spPr>
            <a:xfrm rot="5400000">
              <a:off x="-146361" y="4230519"/>
              <a:ext cx="303674" cy="303674"/>
            </a:xfrm>
            <a:prstGeom prst="ellipse">
              <a:avLst/>
            </a:prstGeom>
            <a:gradFill>
              <a:gsLst>
                <a:gs pos="0">
                  <a:srgbClr val="7D0000">
                    <a:alpha val="6251"/>
                  </a:srgbClr>
                </a:gs>
                <a:gs pos="14286">
                  <a:srgbClr val="7D0000">
                    <a:alpha val="5761"/>
                  </a:srgbClr>
                </a:gs>
                <a:gs pos="28571">
                  <a:srgbClr val="7D0000">
                    <a:alpha val="4502"/>
                  </a:srgbClr>
                </a:gs>
                <a:gs pos="42857">
                  <a:srgbClr val="7D0000">
                    <a:alpha val="2977"/>
                  </a:srgbClr>
                </a:gs>
                <a:gs pos="57143">
                  <a:srgbClr val="7D0000">
                    <a:alpha val="1660"/>
                  </a:srgbClr>
                </a:gs>
                <a:gs pos="71429">
                  <a:srgbClr val="7D0000">
                    <a:alpha val="781"/>
                  </a:srgbClr>
                </a:gs>
                <a:gs pos="85714">
                  <a:srgbClr val="7D0000">
                    <a:alpha val="309"/>
                  </a:srgbClr>
                </a:gs>
                <a:gs pos="100000">
                  <a:srgbClr val="7D0000">
                    <a:alpha val="1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Splat 847"/>
            <p:cNvSpPr>
              <a:spLocks noGrp="1"/>
            </p:cNvSpPr>
            <p:nvPr/>
          </p:nvSpPr>
          <p:spPr>
            <a:xfrm rot="5400000">
              <a:off x="2241940" y="1868343"/>
              <a:ext cx="328612" cy="328612"/>
            </a:xfrm>
            <a:prstGeom prst="ellipse">
              <a:avLst/>
            </a:prstGeom>
            <a:gradFill>
              <a:gsLst>
                <a:gs pos="0">
                  <a:srgbClr val="80E0FF">
                    <a:alpha val="19042"/>
                  </a:srgbClr>
                </a:gs>
                <a:gs pos="14286">
                  <a:srgbClr val="80E0FF">
                    <a:alpha val="17647"/>
                  </a:srgbClr>
                </a:gs>
                <a:gs pos="28571">
                  <a:srgbClr val="80E0FF">
                    <a:alpha val="13994"/>
                  </a:srgbClr>
                </a:gs>
                <a:gs pos="42857">
                  <a:srgbClr val="80E0FF">
                    <a:alpha val="9415"/>
                  </a:srgbClr>
                </a:gs>
                <a:gs pos="57143">
                  <a:srgbClr val="80E0FF">
                    <a:alpha val="5332"/>
                  </a:srgbClr>
                </a:gs>
                <a:gs pos="71429">
                  <a:srgbClr val="80E0FF">
                    <a:alpha val="2532"/>
                  </a:srgbClr>
                </a:gs>
                <a:gs pos="85714">
                  <a:srgbClr val="80E0FF">
                    <a:alpha val="1009"/>
                  </a:srgbClr>
                </a:gs>
                <a:gs pos="100000">
                  <a:srgbClr val="80E0FF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Splat 848"/>
            <p:cNvSpPr>
              <a:spLocks noGrp="1"/>
            </p:cNvSpPr>
            <p:nvPr/>
          </p:nvSpPr>
          <p:spPr>
            <a:xfrm rot="8924138">
              <a:off x="1958261" y="3463915"/>
              <a:ext cx="328612" cy="91281"/>
            </a:xfrm>
            <a:prstGeom prst="ellipse">
              <a:avLst/>
            </a:prstGeom>
            <a:gradFill>
              <a:gsLst>
                <a:gs pos="0">
                  <a:srgbClr val="00D2D8">
                    <a:alpha val="12026"/>
                  </a:srgbClr>
                </a:gs>
                <a:gs pos="14286">
                  <a:srgbClr val="00D2D8">
                    <a:alpha val="11109"/>
                  </a:srgbClr>
                </a:gs>
                <a:gs pos="28571">
                  <a:srgbClr val="00D2D8">
                    <a:alpha val="8738"/>
                  </a:srgbClr>
                </a:gs>
                <a:gs pos="42857">
                  <a:srgbClr val="00D2D8">
                    <a:alpha val="5821"/>
                  </a:srgbClr>
                </a:gs>
                <a:gs pos="57143">
                  <a:srgbClr val="00D2D8">
                    <a:alpha val="3269"/>
                  </a:srgbClr>
                </a:gs>
                <a:gs pos="71429">
                  <a:srgbClr val="00D2D8">
                    <a:alpha val="1544"/>
                  </a:srgbClr>
                </a:gs>
                <a:gs pos="85714">
                  <a:srgbClr val="00D2D8">
                    <a:alpha val="613"/>
                  </a:srgbClr>
                </a:gs>
                <a:gs pos="100000">
                  <a:srgbClr val="00D2D8">
                    <a:alpha val="2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Splat 849"/>
            <p:cNvSpPr>
              <a:spLocks noGrp="1"/>
            </p:cNvSpPr>
            <p:nvPr/>
          </p:nvSpPr>
          <p:spPr>
            <a:xfrm rot="5400000">
              <a:off x="1952720" y="2253004"/>
              <a:ext cx="342903" cy="342903"/>
            </a:xfrm>
            <a:prstGeom prst="ellipse">
              <a:avLst/>
            </a:prstGeom>
            <a:gradFill>
              <a:gsLst>
                <a:gs pos="0">
                  <a:srgbClr val="005EAD">
                    <a:alpha val="28906"/>
                  </a:srgbClr>
                </a:gs>
                <a:gs pos="14286">
                  <a:srgbClr val="005EAD">
                    <a:alpha val="26917"/>
                  </a:srgbClr>
                </a:gs>
                <a:gs pos="28571">
                  <a:srgbClr val="005EAD">
                    <a:alpha val="21610"/>
                  </a:srgbClr>
                </a:gs>
                <a:gs pos="42857">
                  <a:srgbClr val="005EAD">
                    <a:alpha val="14760"/>
                  </a:srgbClr>
                </a:gs>
                <a:gs pos="57143">
                  <a:srgbClr val="005EAD">
                    <a:alpha val="8469"/>
                  </a:srgbClr>
                </a:gs>
                <a:gs pos="71429">
                  <a:srgbClr val="005EAD">
                    <a:alpha val="4058"/>
                  </a:srgbClr>
                </a:gs>
                <a:gs pos="85714">
                  <a:srgbClr val="005EAD">
                    <a:alpha val="1625"/>
                  </a:srgbClr>
                </a:gs>
                <a:gs pos="100000">
                  <a:srgbClr val="005EAD">
                    <a:alpha val="5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Splat 850"/>
            <p:cNvSpPr>
              <a:spLocks noGrp="1"/>
            </p:cNvSpPr>
            <p:nvPr/>
          </p:nvSpPr>
          <p:spPr>
            <a:xfrm rot="5400000">
              <a:off x="2463768" y="928960"/>
              <a:ext cx="245636" cy="245636"/>
            </a:xfrm>
            <a:prstGeom prst="ellipse">
              <a:avLst/>
            </a:prstGeom>
            <a:gradFill>
              <a:gsLst>
                <a:gs pos="0">
                  <a:srgbClr val="9CDFFF">
                    <a:alpha val="32968"/>
                  </a:srgbClr>
                </a:gs>
                <a:gs pos="14286">
                  <a:srgbClr val="9CDFFF">
                    <a:alpha val="30764"/>
                  </a:srgbClr>
                </a:gs>
                <a:gs pos="28571">
                  <a:srgbClr val="9CDFFF">
                    <a:alpha val="24833"/>
                  </a:srgbClr>
                </a:gs>
                <a:gs pos="42857">
                  <a:srgbClr val="9CDFFF">
                    <a:alpha val="17075"/>
                  </a:srgbClr>
                </a:gs>
                <a:gs pos="57143">
                  <a:srgbClr val="9CDFFF">
                    <a:alpha val="9855"/>
                  </a:srgbClr>
                </a:gs>
                <a:gs pos="71429">
                  <a:srgbClr val="9CDFFF">
                    <a:alpha val="4740"/>
                  </a:srgbClr>
                </a:gs>
                <a:gs pos="85714">
                  <a:srgbClr val="9CDFFF">
                    <a:alpha val="1902"/>
                  </a:srgbClr>
                </a:gs>
                <a:gs pos="100000">
                  <a:srgbClr val="9CD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Splat 851"/>
            <p:cNvSpPr>
              <a:spLocks noGrp="1"/>
            </p:cNvSpPr>
            <p:nvPr/>
          </p:nvSpPr>
          <p:spPr>
            <a:xfrm rot="5400000">
              <a:off x="2054759" y="2321228"/>
              <a:ext cx="390062" cy="390062"/>
            </a:xfrm>
            <a:prstGeom prst="ellipse">
              <a:avLst/>
            </a:prstGeom>
            <a:gradFill>
              <a:gsLst>
                <a:gs pos="0">
                  <a:srgbClr val="AF3B8E">
                    <a:alpha val="25978"/>
                  </a:srgbClr>
                </a:gs>
                <a:gs pos="14286">
                  <a:srgbClr val="AF3B8E">
                    <a:alpha val="24155"/>
                  </a:srgbClr>
                </a:gs>
                <a:gs pos="28571">
                  <a:srgbClr val="AF3B8E">
                    <a:alpha val="19319"/>
                  </a:srgbClr>
                </a:gs>
                <a:gs pos="42857">
                  <a:srgbClr val="AF3B8E">
                    <a:alpha val="13134"/>
                  </a:srgbClr>
                </a:gs>
                <a:gs pos="57143">
                  <a:srgbClr val="AF3B8E">
                    <a:alpha val="7505"/>
                  </a:srgbClr>
                </a:gs>
                <a:gs pos="71429">
                  <a:srgbClr val="AF3B8E">
                    <a:alpha val="3586"/>
                  </a:srgbClr>
                </a:gs>
                <a:gs pos="85714">
                  <a:srgbClr val="AF3B8E">
                    <a:alpha val="1434"/>
                  </a:srgbClr>
                </a:gs>
                <a:gs pos="100000">
                  <a:srgbClr val="AF3B8E">
                    <a:alpha val="4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Splat 852"/>
            <p:cNvSpPr>
              <a:spLocks noGrp="1"/>
            </p:cNvSpPr>
            <p:nvPr/>
          </p:nvSpPr>
          <p:spPr>
            <a:xfrm rot="5400000">
              <a:off x="1467983" y="1587812"/>
              <a:ext cx="325359" cy="325359"/>
            </a:xfrm>
            <a:prstGeom prst="ellipse">
              <a:avLst/>
            </a:prstGeom>
            <a:gradFill>
              <a:gsLst>
                <a:gs pos="0">
                  <a:srgbClr val="FF8DFA">
                    <a:alpha val="4220"/>
                  </a:srgbClr>
                </a:gs>
                <a:gs pos="14286">
                  <a:srgbClr val="FF8DFA">
                    <a:alpha val="3885"/>
                  </a:srgbClr>
                </a:gs>
                <a:gs pos="28571">
                  <a:srgbClr val="FF8DFA">
                    <a:alpha val="3030"/>
                  </a:srgbClr>
                </a:gs>
                <a:gs pos="42857">
                  <a:srgbClr val="FF8DFA">
                    <a:alpha val="1998"/>
                  </a:srgbClr>
                </a:gs>
                <a:gs pos="57143">
                  <a:srgbClr val="FF8DFA">
                    <a:alpha val="1112"/>
                  </a:srgbClr>
                </a:gs>
                <a:gs pos="71429">
                  <a:srgbClr val="FF8DFA">
                    <a:alpha val="522"/>
                  </a:srgbClr>
                </a:gs>
                <a:gs pos="85714">
                  <a:srgbClr val="FF8DFA">
                    <a:alpha val="207"/>
                  </a:srgbClr>
                </a:gs>
                <a:gs pos="100000">
                  <a:srgbClr val="FF8DFA">
                    <a:alpha val="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Splat 853"/>
            <p:cNvSpPr>
              <a:spLocks noGrp="1"/>
            </p:cNvSpPr>
            <p:nvPr/>
          </p:nvSpPr>
          <p:spPr>
            <a:xfrm rot="5400000">
              <a:off x="2253480" y="1999743"/>
              <a:ext cx="328612" cy="328612"/>
            </a:xfrm>
            <a:prstGeom prst="ellipse">
              <a:avLst/>
            </a:prstGeom>
            <a:gradFill>
              <a:gsLst>
                <a:gs pos="0">
                  <a:srgbClr val="83ABEB">
                    <a:alpha val="16099"/>
                  </a:srgbClr>
                </a:gs>
                <a:gs pos="14286">
                  <a:srgbClr val="83ABEB">
                    <a:alpha val="14899"/>
                  </a:srgbClr>
                </a:gs>
                <a:gs pos="28571">
                  <a:srgbClr val="83ABEB">
                    <a:alpha val="11774"/>
                  </a:srgbClr>
                </a:gs>
                <a:gs pos="42857">
                  <a:srgbClr val="83ABEB">
                    <a:alpha val="7888"/>
                  </a:srgbClr>
                </a:gs>
                <a:gs pos="57143">
                  <a:srgbClr val="83ABEB">
                    <a:alpha val="4451"/>
                  </a:srgbClr>
                </a:gs>
                <a:gs pos="71429">
                  <a:srgbClr val="83ABEB">
                    <a:alpha val="2109"/>
                  </a:srgbClr>
                </a:gs>
                <a:gs pos="85714">
                  <a:srgbClr val="83ABEB">
                    <a:alpha val="839"/>
                  </a:srgbClr>
                </a:gs>
                <a:gs pos="100000">
                  <a:srgbClr val="83ABEB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Splat 854"/>
            <p:cNvSpPr>
              <a:spLocks noGrp="1"/>
            </p:cNvSpPr>
            <p:nvPr/>
          </p:nvSpPr>
          <p:spPr>
            <a:xfrm rot="5400000">
              <a:off x="2598298" y="1900849"/>
              <a:ext cx="291484" cy="291484"/>
            </a:xfrm>
            <a:prstGeom prst="ellipse">
              <a:avLst/>
            </a:prstGeom>
            <a:gradFill>
              <a:gsLst>
                <a:gs pos="0">
                  <a:srgbClr val="F3F2FF">
                    <a:alpha val="18125"/>
                  </a:srgbClr>
                </a:gs>
                <a:gs pos="14286">
                  <a:srgbClr val="F3F2FF">
                    <a:alpha val="16790"/>
                  </a:srgbClr>
                </a:gs>
                <a:gs pos="28571">
                  <a:srgbClr val="F3F2FF">
                    <a:alpha val="13300"/>
                  </a:srgbClr>
                </a:gs>
                <a:gs pos="42857">
                  <a:srgbClr val="F3F2FF">
                    <a:alpha val="8936"/>
                  </a:srgbClr>
                </a:gs>
                <a:gs pos="57143">
                  <a:srgbClr val="F3F2FF">
                    <a:alpha val="5055"/>
                  </a:srgbClr>
                </a:gs>
                <a:gs pos="71429">
                  <a:srgbClr val="F3F2FF">
                    <a:alpha val="2399"/>
                  </a:srgbClr>
                </a:gs>
                <a:gs pos="85714">
                  <a:srgbClr val="F3F2FF">
                    <a:alpha val="955"/>
                  </a:srgbClr>
                </a:gs>
                <a:gs pos="100000">
                  <a:srgbClr val="F3F2FF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Splat 855"/>
            <p:cNvSpPr>
              <a:spLocks noGrp="1"/>
            </p:cNvSpPr>
            <p:nvPr/>
          </p:nvSpPr>
          <p:spPr>
            <a:xfrm rot="5400000">
              <a:off x="760002" y="1210438"/>
              <a:ext cx="301291" cy="301291"/>
            </a:xfrm>
            <a:prstGeom prst="ellipse">
              <a:avLst/>
            </a:prstGeom>
            <a:gradFill>
              <a:gsLst>
                <a:gs pos="0">
                  <a:srgbClr val="0000E4">
                    <a:alpha val="7135"/>
                  </a:srgbClr>
                </a:gs>
                <a:gs pos="14286">
                  <a:srgbClr val="0000E4">
                    <a:alpha val="6577"/>
                  </a:srgbClr>
                </a:gs>
                <a:gs pos="28571">
                  <a:srgbClr val="0000E4">
                    <a:alpha val="5145"/>
                  </a:srgbClr>
                </a:gs>
                <a:gs pos="42857">
                  <a:srgbClr val="0000E4">
                    <a:alpha val="3405"/>
                  </a:srgbClr>
                </a:gs>
                <a:gs pos="57143">
                  <a:srgbClr val="0000E4">
                    <a:alpha val="1902"/>
                  </a:srgbClr>
                </a:gs>
                <a:gs pos="71429">
                  <a:srgbClr val="0000E4">
                    <a:alpha val="895"/>
                  </a:srgbClr>
                </a:gs>
                <a:gs pos="85714">
                  <a:srgbClr val="0000E4">
                    <a:alpha val="355"/>
                  </a:srgbClr>
                </a:gs>
                <a:gs pos="100000">
                  <a:srgbClr val="0000E4">
                    <a:alpha val="1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Splat 856"/>
            <p:cNvSpPr>
              <a:spLocks noGrp="1"/>
            </p:cNvSpPr>
            <p:nvPr/>
          </p:nvSpPr>
          <p:spPr>
            <a:xfrm rot="2814848">
              <a:off x="835819" y="1336498"/>
              <a:ext cx="328612" cy="203554"/>
            </a:xfrm>
            <a:prstGeom prst="ellipse">
              <a:avLst/>
            </a:prstGeom>
            <a:gradFill>
              <a:gsLst>
                <a:gs pos="0">
                  <a:srgbClr val="00005D">
                    <a:alpha val="32968"/>
                  </a:srgbClr>
                </a:gs>
                <a:gs pos="14286">
                  <a:srgbClr val="00005D">
                    <a:alpha val="30764"/>
                  </a:srgbClr>
                </a:gs>
                <a:gs pos="28571">
                  <a:srgbClr val="00005D">
                    <a:alpha val="24833"/>
                  </a:srgbClr>
                </a:gs>
                <a:gs pos="42857">
                  <a:srgbClr val="00005D">
                    <a:alpha val="17075"/>
                  </a:srgbClr>
                </a:gs>
                <a:gs pos="57143">
                  <a:srgbClr val="00005D">
                    <a:alpha val="9855"/>
                  </a:srgbClr>
                </a:gs>
                <a:gs pos="71429">
                  <a:srgbClr val="00005D">
                    <a:alpha val="4740"/>
                  </a:srgbClr>
                </a:gs>
                <a:gs pos="85714">
                  <a:srgbClr val="00005D">
                    <a:alpha val="1902"/>
                  </a:srgbClr>
                </a:gs>
                <a:gs pos="100000">
                  <a:srgbClr val="00005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Splat 857"/>
            <p:cNvSpPr>
              <a:spLocks noGrp="1"/>
            </p:cNvSpPr>
            <p:nvPr/>
          </p:nvSpPr>
          <p:spPr>
            <a:xfrm rot="5400000">
              <a:off x="804481" y="3403157"/>
              <a:ext cx="363478" cy="363478"/>
            </a:xfrm>
            <a:prstGeom prst="ellipse">
              <a:avLst/>
            </a:prstGeom>
            <a:gradFill>
              <a:gsLst>
                <a:gs pos="0">
                  <a:srgbClr val="0000EE">
                    <a:alpha val="32968"/>
                  </a:srgbClr>
                </a:gs>
                <a:gs pos="14286">
                  <a:srgbClr val="0000EE">
                    <a:alpha val="30764"/>
                  </a:srgbClr>
                </a:gs>
                <a:gs pos="28571">
                  <a:srgbClr val="0000EE">
                    <a:alpha val="24833"/>
                  </a:srgbClr>
                </a:gs>
                <a:gs pos="42857">
                  <a:srgbClr val="0000EE">
                    <a:alpha val="17075"/>
                  </a:srgbClr>
                </a:gs>
                <a:gs pos="57143">
                  <a:srgbClr val="0000EE">
                    <a:alpha val="9855"/>
                  </a:srgbClr>
                </a:gs>
                <a:gs pos="71429">
                  <a:srgbClr val="0000EE">
                    <a:alpha val="4740"/>
                  </a:srgbClr>
                </a:gs>
                <a:gs pos="85714">
                  <a:srgbClr val="0000EE">
                    <a:alpha val="1902"/>
                  </a:srgbClr>
                </a:gs>
                <a:gs pos="100000">
                  <a:srgbClr val="0000E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Splat 858"/>
            <p:cNvSpPr>
              <a:spLocks noGrp="1"/>
            </p:cNvSpPr>
            <p:nvPr/>
          </p:nvSpPr>
          <p:spPr>
            <a:xfrm rot="10726136">
              <a:off x="2260719" y="2044263"/>
              <a:ext cx="328612" cy="202004"/>
            </a:xfrm>
            <a:prstGeom prst="ellipse">
              <a:avLst/>
            </a:prstGeom>
            <a:gradFill>
              <a:gsLst>
                <a:gs pos="0">
                  <a:srgbClr val="CAECA9">
                    <a:alpha val="10849"/>
                  </a:srgbClr>
                </a:gs>
                <a:gs pos="14286">
                  <a:srgbClr val="CAECA9">
                    <a:alpha val="10017"/>
                  </a:srgbClr>
                </a:gs>
                <a:gs pos="28571">
                  <a:srgbClr val="CAECA9">
                    <a:alpha val="7869"/>
                  </a:srgbClr>
                </a:gs>
                <a:gs pos="42857">
                  <a:srgbClr val="CAECA9">
                    <a:alpha val="5234"/>
                  </a:srgbClr>
                </a:gs>
                <a:gs pos="57143">
                  <a:srgbClr val="CAECA9">
                    <a:alpha val="2935"/>
                  </a:srgbClr>
                </a:gs>
                <a:gs pos="71429">
                  <a:srgbClr val="CAECA9">
                    <a:alpha val="1385"/>
                  </a:srgbClr>
                </a:gs>
                <a:gs pos="85714">
                  <a:srgbClr val="CAECA9">
                    <a:alpha val="550"/>
                  </a:srgbClr>
                </a:gs>
                <a:gs pos="100000">
                  <a:srgbClr val="CAECA9">
                    <a:alpha val="1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Splat 859"/>
            <p:cNvSpPr>
              <a:spLocks noGrp="1"/>
            </p:cNvSpPr>
            <p:nvPr/>
          </p:nvSpPr>
          <p:spPr>
            <a:xfrm rot="10187716">
              <a:off x="2101131" y="869136"/>
              <a:ext cx="328612" cy="91281"/>
            </a:xfrm>
            <a:prstGeom prst="ellipse">
              <a:avLst/>
            </a:prstGeom>
            <a:gradFill>
              <a:gsLst>
                <a:gs pos="0">
                  <a:srgbClr val="006A54">
                    <a:alpha val="27507"/>
                  </a:srgbClr>
                </a:gs>
                <a:gs pos="14286">
                  <a:srgbClr val="006A54">
                    <a:alpha val="25596"/>
                  </a:srgbClr>
                </a:gs>
                <a:gs pos="28571">
                  <a:srgbClr val="006A54">
                    <a:alpha val="20512"/>
                  </a:srgbClr>
                </a:gs>
                <a:gs pos="42857">
                  <a:srgbClr val="006A54">
                    <a:alpha val="13979"/>
                  </a:srgbClr>
                </a:gs>
                <a:gs pos="57143">
                  <a:srgbClr val="006A54">
                    <a:alpha val="8005"/>
                  </a:srgbClr>
                </a:gs>
                <a:gs pos="71429">
                  <a:srgbClr val="006A54">
                    <a:alpha val="3830"/>
                  </a:srgbClr>
                </a:gs>
                <a:gs pos="85714">
                  <a:srgbClr val="006A54">
                    <a:alpha val="1533"/>
                  </a:srgbClr>
                </a:gs>
                <a:gs pos="100000">
                  <a:srgbClr val="006A54">
                    <a:alpha val="5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Splat 860"/>
            <p:cNvSpPr>
              <a:spLocks noGrp="1"/>
            </p:cNvSpPr>
            <p:nvPr/>
          </p:nvSpPr>
          <p:spPr>
            <a:xfrm rot="8851835">
              <a:off x="2702719" y="1126963"/>
              <a:ext cx="328612" cy="184474"/>
            </a:xfrm>
            <a:prstGeom prst="ellipse">
              <a:avLst/>
            </a:prstGeom>
            <a:gradFill>
              <a:gsLst>
                <a:gs pos="0">
                  <a:srgbClr val="A4FFA6">
                    <a:alpha val="14611"/>
                  </a:srgbClr>
                </a:gs>
                <a:gs pos="14286">
                  <a:srgbClr val="A4FFA6">
                    <a:alpha val="13513"/>
                  </a:srgbClr>
                </a:gs>
                <a:gs pos="28571">
                  <a:srgbClr val="A4FFA6">
                    <a:alpha val="10660"/>
                  </a:srgbClr>
                </a:gs>
                <a:gs pos="42857">
                  <a:srgbClr val="A4FFA6">
                    <a:alpha val="7127"/>
                  </a:srgbClr>
                </a:gs>
                <a:gs pos="57143">
                  <a:srgbClr val="A4FFA6">
                    <a:alpha val="4014"/>
                  </a:srgbClr>
                </a:gs>
                <a:gs pos="71429">
                  <a:srgbClr val="A4FFA6">
                    <a:alpha val="1900"/>
                  </a:srgbClr>
                </a:gs>
                <a:gs pos="85714">
                  <a:srgbClr val="A4FFA6">
                    <a:alpha val="755"/>
                  </a:srgbClr>
                </a:gs>
                <a:gs pos="100000">
                  <a:srgbClr val="A4FFA6">
                    <a:alpha val="2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Splat 861"/>
            <p:cNvSpPr>
              <a:spLocks noGrp="1"/>
            </p:cNvSpPr>
            <p:nvPr/>
          </p:nvSpPr>
          <p:spPr>
            <a:xfrm rot="5400000">
              <a:off x="717141" y="1675129"/>
              <a:ext cx="350329" cy="350329"/>
            </a:xfrm>
            <a:prstGeom prst="ellipse">
              <a:avLst/>
            </a:prstGeom>
            <a:gradFill>
              <a:gsLst>
                <a:gs pos="0">
                  <a:srgbClr val="CCA77F">
                    <a:alpha val="5472"/>
                  </a:srgbClr>
                </a:gs>
                <a:gs pos="14286">
                  <a:srgbClr val="CCA77F">
                    <a:alpha val="5041"/>
                  </a:srgbClr>
                </a:gs>
                <a:gs pos="28571">
                  <a:srgbClr val="CCA77F">
                    <a:alpha val="3936"/>
                  </a:srgbClr>
                </a:gs>
                <a:gs pos="42857">
                  <a:srgbClr val="CCA77F">
                    <a:alpha val="2600"/>
                  </a:srgbClr>
                </a:gs>
                <a:gs pos="57143">
                  <a:srgbClr val="CCA77F">
                    <a:alpha val="1449"/>
                  </a:srgbClr>
                </a:gs>
                <a:gs pos="71429">
                  <a:srgbClr val="CCA77F">
                    <a:alpha val="681"/>
                  </a:srgbClr>
                </a:gs>
                <a:gs pos="85714">
                  <a:srgbClr val="CCA77F">
                    <a:alpha val="270"/>
                  </a:srgbClr>
                </a:gs>
                <a:gs pos="100000">
                  <a:srgbClr val="CCA77F">
                    <a:alpha val="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Splat 862"/>
            <p:cNvSpPr>
              <a:spLocks noGrp="1"/>
            </p:cNvSpPr>
            <p:nvPr/>
          </p:nvSpPr>
          <p:spPr>
            <a:xfrm rot="5400000">
              <a:off x="3449637" y="2570919"/>
              <a:ext cx="340864" cy="340864"/>
            </a:xfrm>
            <a:prstGeom prst="ellipse">
              <a:avLst/>
            </a:prstGeom>
            <a:gradFill>
              <a:gsLst>
                <a:gs pos="0">
                  <a:srgbClr val="FFFFF7">
                    <a:alpha val="31583"/>
                  </a:srgbClr>
                </a:gs>
                <a:gs pos="14286">
                  <a:srgbClr val="FFFFF7">
                    <a:alpha val="29450"/>
                  </a:srgbClr>
                </a:gs>
                <a:gs pos="28571">
                  <a:srgbClr val="FFFFF7">
                    <a:alpha val="23728"/>
                  </a:srgbClr>
                </a:gs>
                <a:gs pos="42857">
                  <a:srgbClr val="FFFFF7">
                    <a:alpha val="16277"/>
                  </a:srgbClr>
                </a:gs>
                <a:gs pos="57143">
                  <a:srgbClr val="FFFFF7">
                    <a:alpha val="9375"/>
                  </a:srgbClr>
                </a:gs>
                <a:gs pos="71429">
                  <a:srgbClr val="FFFFF7">
                    <a:alpha val="4504"/>
                  </a:srgbClr>
                </a:gs>
                <a:gs pos="85714">
                  <a:srgbClr val="FFFFF7">
                    <a:alpha val="1806"/>
                  </a:srgbClr>
                </a:gs>
                <a:gs pos="100000">
                  <a:srgbClr val="FFFFF7">
                    <a:alpha val="6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Splat 863"/>
            <p:cNvSpPr>
              <a:spLocks noGrp="1"/>
            </p:cNvSpPr>
            <p:nvPr/>
          </p:nvSpPr>
          <p:spPr>
            <a:xfrm rot="5400000">
              <a:off x="1713574" y="724226"/>
              <a:ext cx="237116" cy="237116"/>
            </a:xfrm>
            <a:prstGeom prst="ellipse">
              <a:avLst/>
            </a:prstGeom>
            <a:gradFill>
              <a:gsLst>
                <a:gs pos="0">
                  <a:srgbClr val="42FF8D">
                    <a:alpha val="17892"/>
                  </a:srgbClr>
                </a:gs>
                <a:gs pos="14286">
                  <a:srgbClr val="42FF8D">
                    <a:alpha val="16572"/>
                  </a:srgbClr>
                </a:gs>
                <a:gs pos="28571">
                  <a:srgbClr val="42FF8D">
                    <a:alpha val="13123"/>
                  </a:srgbClr>
                </a:gs>
                <a:gs pos="42857">
                  <a:srgbClr val="42FF8D">
                    <a:alpha val="8815"/>
                  </a:srgbClr>
                </a:gs>
                <a:gs pos="57143">
                  <a:srgbClr val="42FF8D">
                    <a:alpha val="4984"/>
                  </a:srgbClr>
                </a:gs>
                <a:gs pos="71429">
                  <a:srgbClr val="42FF8D">
                    <a:alpha val="2365"/>
                  </a:srgbClr>
                </a:gs>
                <a:gs pos="85714">
                  <a:srgbClr val="42FF8D">
                    <a:alpha val="942"/>
                  </a:srgbClr>
                </a:gs>
                <a:gs pos="100000">
                  <a:srgbClr val="42FF8D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Splat 864"/>
            <p:cNvSpPr>
              <a:spLocks noGrp="1"/>
            </p:cNvSpPr>
            <p:nvPr/>
          </p:nvSpPr>
          <p:spPr>
            <a:xfrm rot="10620742">
              <a:off x="902494" y="1059259"/>
              <a:ext cx="328612" cy="91281"/>
            </a:xfrm>
            <a:prstGeom prst="ellipse">
              <a:avLst/>
            </a:prstGeom>
            <a:gradFill>
              <a:gsLst>
                <a:gs pos="0">
                  <a:srgbClr val="5B0000">
                    <a:alpha val="32968"/>
                  </a:srgbClr>
                </a:gs>
                <a:gs pos="14286">
                  <a:srgbClr val="5B0000">
                    <a:alpha val="30764"/>
                  </a:srgbClr>
                </a:gs>
                <a:gs pos="28571">
                  <a:srgbClr val="5B0000">
                    <a:alpha val="24833"/>
                  </a:srgbClr>
                </a:gs>
                <a:gs pos="42857">
                  <a:srgbClr val="5B0000">
                    <a:alpha val="17075"/>
                  </a:srgbClr>
                </a:gs>
                <a:gs pos="57143">
                  <a:srgbClr val="5B0000">
                    <a:alpha val="9855"/>
                  </a:srgbClr>
                </a:gs>
                <a:gs pos="71429">
                  <a:srgbClr val="5B0000">
                    <a:alpha val="4740"/>
                  </a:srgbClr>
                </a:gs>
                <a:gs pos="85714">
                  <a:srgbClr val="5B0000">
                    <a:alpha val="1902"/>
                  </a:srgbClr>
                </a:gs>
                <a:gs pos="100000">
                  <a:srgbClr val="5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Splat 865"/>
            <p:cNvSpPr>
              <a:spLocks noGrp="1"/>
            </p:cNvSpPr>
            <p:nvPr/>
          </p:nvSpPr>
          <p:spPr>
            <a:xfrm rot="5400000">
              <a:off x="1146033" y="1300781"/>
              <a:ext cx="274447" cy="274447"/>
            </a:xfrm>
            <a:prstGeom prst="ellipse">
              <a:avLst/>
            </a:prstGeom>
            <a:gradFill>
              <a:gsLst>
                <a:gs pos="0">
                  <a:srgbClr val="007C00">
                    <a:alpha val="11458"/>
                  </a:srgbClr>
                </a:gs>
                <a:gs pos="14286">
                  <a:srgbClr val="007C00">
                    <a:alpha val="10582"/>
                  </a:srgbClr>
                </a:gs>
                <a:gs pos="28571">
                  <a:srgbClr val="007C00">
                    <a:alpha val="8318"/>
                  </a:srgbClr>
                </a:gs>
                <a:gs pos="42857">
                  <a:srgbClr val="007C00">
                    <a:alpha val="5537"/>
                  </a:srgbClr>
                </a:gs>
                <a:gs pos="57143">
                  <a:srgbClr val="007C00">
                    <a:alpha val="3107"/>
                  </a:srgbClr>
                </a:gs>
                <a:gs pos="71429">
                  <a:srgbClr val="007C00">
                    <a:alpha val="1467"/>
                  </a:srgbClr>
                </a:gs>
                <a:gs pos="85714">
                  <a:srgbClr val="007C00">
                    <a:alpha val="583"/>
                  </a:srgbClr>
                </a:gs>
                <a:gs pos="100000">
                  <a:srgbClr val="007C00">
                    <a:alpha val="1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Splat 866"/>
            <p:cNvSpPr>
              <a:spLocks noGrp="1"/>
            </p:cNvSpPr>
            <p:nvPr/>
          </p:nvSpPr>
          <p:spPr>
            <a:xfrm rot="5400000">
              <a:off x="2645777" y="2751551"/>
              <a:ext cx="339117" cy="339117"/>
            </a:xfrm>
            <a:prstGeom prst="ellipse">
              <a:avLst/>
            </a:prstGeom>
            <a:gradFill>
              <a:gsLst>
                <a:gs pos="0">
                  <a:srgbClr val="000052">
                    <a:alpha val="32968"/>
                  </a:srgbClr>
                </a:gs>
                <a:gs pos="14286">
                  <a:srgbClr val="000052">
                    <a:alpha val="30764"/>
                  </a:srgbClr>
                </a:gs>
                <a:gs pos="28571">
                  <a:srgbClr val="000052">
                    <a:alpha val="24833"/>
                  </a:srgbClr>
                </a:gs>
                <a:gs pos="42857">
                  <a:srgbClr val="000052">
                    <a:alpha val="17075"/>
                  </a:srgbClr>
                </a:gs>
                <a:gs pos="57143">
                  <a:srgbClr val="000052">
                    <a:alpha val="9855"/>
                  </a:srgbClr>
                </a:gs>
                <a:gs pos="71429">
                  <a:srgbClr val="000052">
                    <a:alpha val="4740"/>
                  </a:srgbClr>
                </a:gs>
                <a:gs pos="85714">
                  <a:srgbClr val="000052">
                    <a:alpha val="1902"/>
                  </a:srgbClr>
                </a:gs>
                <a:gs pos="100000">
                  <a:srgbClr val="00005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Splat 867"/>
            <p:cNvSpPr>
              <a:spLocks noGrp="1"/>
            </p:cNvSpPr>
            <p:nvPr/>
          </p:nvSpPr>
          <p:spPr>
            <a:xfrm rot="5400000">
              <a:off x="2177508" y="3093159"/>
              <a:ext cx="337805" cy="337805"/>
            </a:xfrm>
            <a:prstGeom prst="ellipse">
              <a:avLst/>
            </a:prstGeom>
            <a:gradFill>
              <a:gsLst>
                <a:gs pos="0">
                  <a:srgbClr val="00003F">
                    <a:alpha val="32968"/>
                  </a:srgbClr>
                </a:gs>
                <a:gs pos="14286">
                  <a:srgbClr val="00003F">
                    <a:alpha val="30764"/>
                  </a:srgbClr>
                </a:gs>
                <a:gs pos="28571">
                  <a:srgbClr val="00003F">
                    <a:alpha val="24833"/>
                  </a:srgbClr>
                </a:gs>
                <a:gs pos="42857">
                  <a:srgbClr val="00003F">
                    <a:alpha val="17075"/>
                  </a:srgbClr>
                </a:gs>
                <a:gs pos="57143">
                  <a:srgbClr val="00003F">
                    <a:alpha val="9855"/>
                  </a:srgbClr>
                </a:gs>
                <a:gs pos="71429">
                  <a:srgbClr val="00003F">
                    <a:alpha val="4740"/>
                  </a:srgbClr>
                </a:gs>
                <a:gs pos="85714">
                  <a:srgbClr val="00003F">
                    <a:alpha val="1902"/>
                  </a:srgbClr>
                </a:gs>
                <a:gs pos="100000">
                  <a:srgbClr val="00003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Splat 868"/>
            <p:cNvSpPr>
              <a:spLocks noGrp="1"/>
            </p:cNvSpPr>
            <p:nvPr/>
          </p:nvSpPr>
          <p:spPr>
            <a:xfrm rot="9996711">
              <a:off x="1531144" y="1972763"/>
              <a:ext cx="328612" cy="150225"/>
            </a:xfrm>
            <a:prstGeom prst="ellipse">
              <a:avLst/>
            </a:prstGeom>
            <a:gradFill>
              <a:gsLst>
                <a:gs pos="0">
                  <a:srgbClr val="AD00FF">
                    <a:alpha val="4003"/>
                  </a:srgbClr>
                </a:gs>
                <a:gs pos="14286">
                  <a:srgbClr val="AD00FF">
                    <a:alpha val="3685"/>
                  </a:srgbClr>
                </a:gs>
                <a:gs pos="28571">
                  <a:srgbClr val="AD00FF">
                    <a:alpha val="2873"/>
                  </a:srgbClr>
                </a:gs>
                <a:gs pos="42857">
                  <a:srgbClr val="AD00FF">
                    <a:alpha val="1894"/>
                  </a:srgbClr>
                </a:gs>
                <a:gs pos="57143">
                  <a:srgbClr val="AD00FF">
                    <a:alpha val="1054"/>
                  </a:srgbClr>
                </a:gs>
                <a:gs pos="71429">
                  <a:srgbClr val="AD00FF">
                    <a:alpha val="495"/>
                  </a:srgbClr>
                </a:gs>
                <a:gs pos="85714">
                  <a:srgbClr val="AD00FF">
                    <a:alpha val="196"/>
                  </a:srgbClr>
                </a:gs>
                <a:gs pos="100000">
                  <a:srgbClr val="AD00FF">
                    <a:alpha val="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Splat 869"/>
            <p:cNvSpPr>
              <a:spLocks noGrp="1"/>
            </p:cNvSpPr>
            <p:nvPr/>
          </p:nvSpPr>
          <p:spPr>
            <a:xfrm rot="5400000">
              <a:off x="1440199" y="2711330"/>
              <a:ext cx="413437" cy="413437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Splat 870"/>
            <p:cNvSpPr>
              <a:spLocks noGrp="1"/>
            </p:cNvSpPr>
            <p:nvPr/>
          </p:nvSpPr>
          <p:spPr>
            <a:xfrm rot="8746718">
              <a:off x="1491242" y="2182109"/>
              <a:ext cx="328612" cy="151563"/>
            </a:xfrm>
            <a:prstGeom prst="ellipse">
              <a:avLst/>
            </a:prstGeom>
            <a:gradFill>
              <a:gsLst>
                <a:gs pos="0">
                  <a:srgbClr val="6F995C">
                    <a:alpha val="32968"/>
                  </a:srgbClr>
                </a:gs>
                <a:gs pos="14286">
                  <a:srgbClr val="6F995C">
                    <a:alpha val="30764"/>
                  </a:srgbClr>
                </a:gs>
                <a:gs pos="28571">
                  <a:srgbClr val="6F995C">
                    <a:alpha val="24833"/>
                  </a:srgbClr>
                </a:gs>
                <a:gs pos="42857">
                  <a:srgbClr val="6F995C">
                    <a:alpha val="17075"/>
                  </a:srgbClr>
                </a:gs>
                <a:gs pos="57143">
                  <a:srgbClr val="6F995C">
                    <a:alpha val="9855"/>
                  </a:srgbClr>
                </a:gs>
                <a:gs pos="71429">
                  <a:srgbClr val="6F995C">
                    <a:alpha val="4740"/>
                  </a:srgbClr>
                </a:gs>
                <a:gs pos="85714">
                  <a:srgbClr val="6F995C">
                    <a:alpha val="1902"/>
                  </a:srgbClr>
                </a:gs>
                <a:gs pos="100000">
                  <a:srgbClr val="6F995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Splat 871"/>
            <p:cNvSpPr>
              <a:spLocks noGrp="1"/>
            </p:cNvSpPr>
            <p:nvPr/>
          </p:nvSpPr>
          <p:spPr>
            <a:xfrm rot="5400000">
              <a:off x="1983890" y="2438971"/>
              <a:ext cx="376439" cy="376439"/>
            </a:xfrm>
            <a:prstGeom prst="ellipse">
              <a:avLst/>
            </a:prstGeom>
            <a:gradFill>
              <a:gsLst>
                <a:gs pos="0">
                  <a:srgbClr val="CF0000">
                    <a:alpha val="5278"/>
                  </a:srgbClr>
                </a:gs>
                <a:gs pos="14286">
                  <a:srgbClr val="CF0000">
                    <a:alpha val="4862"/>
                  </a:srgbClr>
                </a:gs>
                <a:gs pos="28571">
                  <a:srgbClr val="CF0000">
                    <a:alpha val="3796"/>
                  </a:srgbClr>
                </a:gs>
                <a:gs pos="42857">
                  <a:srgbClr val="CF0000">
                    <a:alpha val="2506"/>
                  </a:srgbClr>
                </a:gs>
                <a:gs pos="57143">
                  <a:srgbClr val="CF0000">
                    <a:alpha val="1397"/>
                  </a:srgbClr>
                </a:gs>
                <a:gs pos="71429">
                  <a:srgbClr val="CF0000">
                    <a:alpha val="656"/>
                  </a:srgbClr>
                </a:gs>
                <a:gs pos="85714">
                  <a:srgbClr val="CF0000">
                    <a:alpha val="260"/>
                  </a:srgbClr>
                </a:gs>
                <a:gs pos="100000">
                  <a:srgbClr val="CF0000">
                    <a:alpha val="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Splat 872"/>
            <p:cNvSpPr>
              <a:spLocks noGrp="1"/>
            </p:cNvSpPr>
            <p:nvPr/>
          </p:nvSpPr>
          <p:spPr>
            <a:xfrm rot="-10129623">
              <a:off x="1742080" y="2147982"/>
              <a:ext cx="321754" cy="141791"/>
            </a:xfrm>
            <a:prstGeom prst="ellipse">
              <a:avLst/>
            </a:prstGeom>
            <a:gradFill>
              <a:gsLst>
                <a:gs pos="0">
                  <a:srgbClr val="866250">
                    <a:alpha val="32968"/>
                  </a:srgbClr>
                </a:gs>
                <a:gs pos="14286">
                  <a:srgbClr val="866250">
                    <a:alpha val="30764"/>
                  </a:srgbClr>
                </a:gs>
                <a:gs pos="28571">
                  <a:srgbClr val="866250">
                    <a:alpha val="24833"/>
                  </a:srgbClr>
                </a:gs>
                <a:gs pos="42857">
                  <a:srgbClr val="866250">
                    <a:alpha val="17075"/>
                  </a:srgbClr>
                </a:gs>
                <a:gs pos="57143">
                  <a:srgbClr val="866250">
                    <a:alpha val="9855"/>
                  </a:srgbClr>
                </a:gs>
                <a:gs pos="71429">
                  <a:srgbClr val="866250">
                    <a:alpha val="4740"/>
                  </a:srgbClr>
                </a:gs>
                <a:gs pos="85714">
                  <a:srgbClr val="866250">
                    <a:alpha val="1902"/>
                  </a:srgbClr>
                </a:gs>
                <a:gs pos="100000">
                  <a:srgbClr val="86625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Splat 873"/>
            <p:cNvSpPr>
              <a:spLocks noGrp="1"/>
            </p:cNvSpPr>
            <p:nvPr/>
          </p:nvSpPr>
          <p:spPr>
            <a:xfrm rot="7538826">
              <a:off x="1399824" y="2053951"/>
              <a:ext cx="248981" cy="162880"/>
            </a:xfrm>
            <a:prstGeom prst="ellipse">
              <a:avLst/>
            </a:prstGeom>
            <a:gradFill>
              <a:gsLst>
                <a:gs pos="0">
                  <a:srgbClr val="00B3FF">
                    <a:alpha val="8250"/>
                  </a:srgbClr>
                </a:gs>
                <a:gs pos="14286">
                  <a:srgbClr val="00B3FF">
                    <a:alpha val="7609"/>
                  </a:srgbClr>
                </a:gs>
                <a:gs pos="28571">
                  <a:srgbClr val="00B3FF">
                    <a:alpha val="5960"/>
                  </a:srgbClr>
                </a:gs>
                <a:gs pos="42857">
                  <a:srgbClr val="00B3FF">
                    <a:alpha val="3950"/>
                  </a:srgbClr>
                </a:gs>
                <a:gs pos="57143">
                  <a:srgbClr val="00B3FF">
                    <a:alpha val="2209"/>
                  </a:srgbClr>
                </a:gs>
                <a:gs pos="71429">
                  <a:srgbClr val="00B3FF">
                    <a:alpha val="1040"/>
                  </a:srgbClr>
                </a:gs>
                <a:gs pos="85714">
                  <a:srgbClr val="00B3FF">
                    <a:alpha val="413"/>
                  </a:srgbClr>
                </a:gs>
                <a:gs pos="100000">
                  <a:srgbClr val="00B3FF">
                    <a:alpha val="1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Splat 874"/>
            <p:cNvSpPr>
              <a:spLocks noGrp="1"/>
            </p:cNvSpPr>
            <p:nvPr/>
          </p:nvSpPr>
          <p:spPr>
            <a:xfrm rot="5400000">
              <a:off x="3477416" y="2036716"/>
              <a:ext cx="338364" cy="338364"/>
            </a:xfrm>
            <a:prstGeom prst="ellipse">
              <a:avLst/>
            </a:prstGeom>
            <a:gradFill>
              <a:gsLst>
                <a:gs pos="0">
                  <a:srgbClr val="00F76C">
                    <a:alpha val="28576"/>
                  </a:srgbClr>
                </a:gs>
                <a:gs pos="14286">
                  <a:srgbClr val="00F76C">
                    <a:alpha val="26605"/>
                  </a:srgbClr>
                </a:gs>
                <a:gs pos="28571">
                  <a:srgbClr val="00F76C">
                    <a:alpha val="21350"/>
                  </a:srgbClr>
                </a:gs>
                <a:gs pos="42857">
                  <a:srgbClr val="00F76C">
                    <a:alpha val="14575"/>
                  </a:srgbClr>
                </a:gs>
                <a:gs pos="57143">
                  <a:srgbClr val="00F76C">
                    <a:alpha val="8359"/>
                  </a:srgbClr>
                </a:gs>
                <a:gs pos="71429">
                  <a:srgbClr val="00F76C">
                    <a:alpha val="4004"/>
                  </a:srgbClr>
                </a:gs>
                <a:gs pos="85714">
                  <a:srgbClr val="00F76C">
                    <a:alpha val="1603"/>
                  </a:srgbClr>
                </a:gs>
                <a:gs pos="100000">
                  <a:srgbClr val="00F76C">
                    <a:alpha val="5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Splat 875"/>
            <p:cNvSpPr>
              <a:spLocks noGrp="1"/>
            </p:cNvSpPr>
            <p:nvPr/>
          </p:nvSpPr>
          <p:spPr>
            <a:xfrm rot="5400000">
              <a:off x="2514328" y="896275"/>
              <a:ext cx="328612" cy="328612"/>
            </a:xfrm>
            <a:prstGeom prst="ellipse">
              <a:avLst/>
            </a:prstGeom>
            <a:gradFill>
              <a:gsLst>
                <a:gs pos="0">
                  <a:srgbClr val="0000FF">
                    <a:alpha val="6109"/>
                  </a:srgbClr>
                </a:gs>
                <a:gs pos="14286">
                  <a:srgbClr val="0000FF">
                    <a:alpha val="5629"/>
                  </a:srgbClr>
                </a:gs>
                <a:gs pos="28571">
                  <a:srgbClr val="0000FF">
                    <a:alpha val="4399"/>
                  </a:srgbClr>
                </a:gs>
                <a:gs pos="42857">
                  <a:srgbClr val="0000FF">
                    <a:alpha val="2908"/>
                  </a:srgbClr>
                </a:gs>
                <a:gs pos="57143">
                  <a:srgbClr val="0000FF">
                    <a:alpha val="1622"/>
                  </a:srgbClr>
                </a:gs>
                <a:gs pos="71429">
                  <a:srgbClr val="0000FF">
                    <a:alpha val="762"/>
                  </a:srgbClr>
                </a:gs>
                <a:gs pos="85714">
                  <a:srgbClr val="0000FF">
                    <a:alpha val="302"/>
                  </a:srgbClr>
                </a:gs>
                <a:gs pos="100000">
                  <a:srgbClr val="0000FF">
                    <a:alpha val="1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Splat 876"/>
            <p:cNvSpPr>
              <a:spLocks noGrp="1"/>
            </p:cNvSpPr>
            <p:nvPr/>
          </p:nvSpPr>
          <p:spPr>
            <a:xfrm rot="-8972765">
              <a:off x="1565002" y="983695"/>
              <a:ext cx="328612" cy="122115"/>
            </a:xfrm>
            <a:prstGeom prst="ellipse">
              <a:avLst/>
            </a:prstGeom>
            <a:gradFill>
              <a:gsLst>
                <a:gs pos="0">
                  <a:srgbClr val="86949A">
                    <a:alpha val="32968"/>
                  </a:srgbClr>
                </a:gs>
                <a:gs pos="14286">
                  <a:srgbClr val="86949A">
                    <a:alpha val="30764"/>
                  </a:srgbClr>
                </a:gs>
                <a:gs pos="28571">
                  <a:srgbClr val="86949A">
                    <a:alpha val="24833"/>
                  </a:srgbClr>
                </a:gs>
                <a:gs pos="42857">
                  <a:srgbClr val="86949A">
                    <a:alpha val="17075"/>
                  </a:srgbClr>
                </a:gs>
                <a:gs pos="57143">
                  <a:srgbClr val="86949A">
                    <a:alpha val="9855"/>
                  </a:srgbClr>
                </a:gs>
                <a:gs pos="71429">
                  <a:srgbClr val="86949A">
                    <a:alpha val="4740"/>
                  </a:srgbClr>
                </a:gs>
                <a:gs pos="85714">
                  <a:srgbClr val="86949A">
                    <a:alpha val="1902"/>
                  </a:srgbClr>
                </a:gs>
                <a:gs pos="100000">
                  <a:srgbClr val="86949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Splat 877"/>
            <p:cNvSpPr>
              <a:spLocks noGrp="1"/>
            </p:cNvSpPr>
            <p:nvPr/>
          </p:nvSpPr>
          <p:spPr>
            <a:xfrm rot="5400000">
              <a:off x="2687221" y="1712988"/>
              <a:ext cx="266194" cy="266194"/>
            </a:xfrm>
            <a:prstGeom prst="ellipse">
              <a:avLst/>
            </a:prstGeom>
            <a:gradFill>
              <a:gsLst>
                <a:gs pos="0">
                  <a:srgbClr val="833C51">
                    <a:alpha val="28998"/>
                  </a:srgbClr>
                </a:gs>
                <a:gs pos="14286">
                  <a:srgbClr val="833C51">
                    <a:alpha val="27003"/>
                  </a:srgbClr>
                </a:gs>
                <a:gs pos="28571">
                  <a:srgbClr val="833C51">
                    <a:alpha val="21682"/>
                  </a:srgbClr>
                </a:gs>
                <a:gs pos="42857">
                  <a:srgbClr val="833C51">
                    <a:alpha val="14811"/>
                  </a:srgbClr>
                </a:gs>
                <a:gs pos="57143">
                  <a:srgbClr val="833C51">
                    <a:alpha val="8499"/>
                  </a:srgbClr>
                </a:gs>
                <a:gs pos="71429">
                  <a:srgbClr val="833C51">
                    <a:alpha val="4073"/>
                  </a:srgbClr>
                </a:gs>
                <a:gs pos="85714">
                  <a:srgbClr val="833C51">
                    <a:alpha val="1631"/>
                  </a:srgbClr>
                </a:gs>
                <a:gs pos="100000">
                  <a:srgbClr val="833C51">
                    <a:alpha val="5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Splat 878"/>
            <p:cNvSpPr>
              <a:spLocks noGrp="1"/>
            </p:cNvSpPr>
            <p:nvPr/>
          </p:nvSpPr>
          <p:spPr>
            <a:xfrm rot="5400000">
              <a:off x="2334880" y="2514788"/>
              <a:ext cx="387765" cy="387765"/>
            </a:xfrm>
            <a:prstGeom prst="ellipse">
              <a:avLst/>
            </a:prstGeom>
            <a:gradFill>
              <a:gsLst>
                <a:gs pos="0">
                  <a:srgbClr val="007EB7">
                    <a:alpha val="14902"/>
                  </a:srgbClr>
                </a:gs>
                <a:gs pos="14286">
                  <a:srgbClr val="007EB7">
                    <a:alpha val="13784"/>
                  </a:srgbClr>
                </a:gs>
                <a:gs pos="28571">
                  <a:srgbClr val="007EB7">
                    <a:alpha val="10878"/>
                  </a:srgbClr>
                </a:gs>
                <a:gs pos="42857">
                  <a:srgbClr val="007EB7">
                    <a:alpha val="7275"/>
                  </a:srgbClr>
                </a:gs>
                <a:gs pos="57143">
                  <a:srgbClr val="007EB7">
                    <a:alpha val="4099"/>
                  </a:srgbClr>
                </a:gs>
                <a:gs pos="71429">
                  <a:srgbClr val="007EB7">
                    <a:alpha val="1940"/>
                  </a:srgbClr>
                </a:gs>
                <a:gs pos="85714">
                  <a:srgbClr val="007EB7">
                    <a:alpha val="772"/>
                  </a:srgbClr>
                </a:gs>
                <a:gs pos="100000">
                  <a:srgbClr val="007EB7">
                    <a:alpha val="2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Splat 879"/>
            <p:cNvSpPr>
              <a:spLocks noGrp="1"/>
            </p:cNvSpPr>
            <p:nvPr/>
          </p:nvSpPr>
          <p:spPr>
            <a:xfrm rot="5400000">
              <a:off x="1289933" y="1046892"/>
              <a:ext cx="328612" cy="328612"/>
            </a:xfrm>
            <a:prstGeom prst="ellipse">
              <a:avLst/>
            </a:prstGeom>
            <a:gradFill>
              <a:gsLst>
                <a:gs pos="0">
                  <a:srgbClr val="6E0000">
                    <a:alpha val="32968"/>
                  </a:srgbClr>
                </a:gs>
                <a:gs pos="14286">
                  <a:srgbClr val="6E0000">
                    <a:alpha val="30764"/>
                  </a:srgbClr>
                </a:gs>
                <a:gs pos="28571">
                  <a:srgbClr val="6E0000">
                    <a:alpha val="24833"/>
                  </a:srgbClr>
                </a:gs>
                <a:gs pos="42857">
                  <a:srgbClr val="6E0000">
                    <a:alpha val="17075"/>
                  </a:srgbClr>
                </a:gs>
                <a:gs pos="57143">
                  <a:srgbClr val="6E0000">
                    <a:alpha val="9855"/>
                  </a:srgbClr>
                </a:gs>
                <a:gs pos="71429">
                  <a:srgbClr val="6E0000">
                    <a:alpha val="4740"/>
                  </a:srgbClr>
                </a:gs>
                <a:gs pos="85714">
                  <a:srgbClr val="6E0000">
                    <a:alpha val="1902"/>
                  </a:srgbClr>
                </a:gs>
                <a:gs pos="100000">
                  <a:srgbClr val="6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Splat 880"/>
            <p:cNvSpPr>
              <a:spLocks noGrp="1"/>
            </p:cNvSpPr>
            <p:nvPr/>
          </p:nvSpPr>
          <p:spPr>
            <a:xfrm rot="8474493">
              <a:off x="2358227" y="1846023"/>
              <a:ext cx="328613" cy="135319"/>
            </a:xfrm>
            <a:prstGeom prst="ellipse">
              <a:avLst/>
            </a:prstGeom>
            <a:gradFill>
              <a:gsLst>
                <a:gs pos="0">
                  <a:srgbClr val="004772">
                    <a:alpha val="32968"/>
                  </a:srgbClr>
                </a:gs>
                <a:gs pos="14286">
                  <a:srgbClr val="004772">
                    <a:alpha val="30764"/>
                  </a:srgbClr>
                </a:gs>
                <a:gs pos="28571">
                  <a:srgbClr val="004772">
                    <a:alpha val="24833"/>
                  </a:srgbClr>
                </a:gs>
                <a:gs pos="42857">
                  <a:srgbClr val="004772">
                    <a:alpha val="17075"/>
                  </a:srgbClr>
                </a:gs>
                <a:gs pos="57143">
                  <a:srgbClr val="004772">
                    <a:alpha val="9855"/>
                  </a:srgbClr>
                </a:gs>
                <a:gs pos="71429">
                  <a:srgbClr val="004772">
                    <a:alpha val="4740"/>
                  </a:srgbClr>
                </a:gs>
                <a:gs pos="85714">
                  <a:srgbClr val="004772">
                    <a:alpha val="1902"/>
                  </a:srgbClr>
                </a:gs>
                <a:gs pos="100000">
                  <a:srgbClr val="00477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Splat 881"/>
            <p:cNvSpPr>
              <a:spLocks noGrp="1"/>
            </p:cNvSpPr>
            <p:nvPr/>
          </p:nvSpPr>
          <p:spPr>
            <a:xfrm rot="5400000">
              <a:off x="1005717" y="2302191"/>
              <a:ext cx="335104" cy="335104"/>
            </a:xfrm>
            <a:prstGeom prst="ellipse">
              <a:avLst/>
            </a:prstGeom>
            <a:gradFill>
              <a:gsLst>
                <a:gs pos="0">
                  <a:srgbClr val="FFFF00">
                    <a:alpha val="1950"/>
                  </a:srgbClr>
                </a:gs>
                <a:gs pos="14286">
                  <a:srgbClr val="FFFF00">
                    <a:alpha val="1794"/>
                  </a:srgbClr>
                </a:gs>
                <a:gs pos="28571">
                  <a:srgbClr val="FFFF00">
                    <a:alpha val="1396"/>
                  </a:srgbClr>
                </a:gs>
                <a:gs pos="42857">
                  <a:srgbClr val="FFFF00">
                    <a:alpha val="918"/>
                  </a:srgbClr>
                </a:gs>
                <a:gs pos="57143">
                  <a:srgbClr val="FFFF00">
                    <a:alpha val="509"/>
                  </a:srgbClr>
                </a:gs>
                <a:gs pos="71429">
                  <a:srgbClr val="FFFF00">
                    <a:alpha val="239"/>
                  </a:srgbClr>
                </a:gs>
                <a:gs pos="85714">
                  <a:srgbClr val="FFFF00">
                    <a:alpha val="94"/>
                  </a:srgbClr>
                </a:gs>
                <a:gs pos="100000">
                  <a:srgbClr val="FFFF00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Splat 882"/>
            <p:cNvSpPr>
              <a:spLocks noGrp="1"/>
            </p:cNvSpPr>
            <p:nvPr/>
          </p:nvSpPr>
          <p:spPr>
            <a:xfrm rot="5400000">
              <a:off x="2798240" y="1556990"/>
              <a:ext cx="328612" cy="328612"/>
            </a:xfrm>
            <a:prstGeom prst="ellipse">
              <a:avLst/>
            </a:prstGeom>
            <a:gradFill>
              <a:gsLst>
                <a:gs pos="0">
                  <a:srgbClr val="A15E22">
                    <a:alpha val="10785"/>
                  </a:srgbClr>
                </a:gs>
                <a:gs pos="14286">
                  <a:srgbClr val="A15E22">
                    <a:alpha val="9958"/>
                  </a:srgbClr>
                </a:gs>
                <a:gs pos="28571">
                  <a:srgbClr val="A15E22">
                    <a:alpha val="7822"/>
                  </a:srgbClr>
                </a:gs>
                <a:gs pos="42857">
                  <a:srgbClr val="A15E22">
                    <a:alpha val="5202"/>
                  </a:srgbClr>
                </a:gs>
                <a:gs pos="57143">
                  <a:srgbClr val="A15E22">
                    <a:alpha val="2917"/>
                  </a:srgbClr>
                </a:gs>
                <a:gs pos="71429">
                  <a:srgbClr val="A15E22">
                    <a:alpha val="1376"/>
                  </a:srgbClr>
                </a:gs>
                <a:gs pos="85714">
                  <a:srgbClr val="A15E22">
                    <a:alpha val="546"/>
                  </a:srgbClr>
                </a:gs>
                <a:gs pos="100000">
                  <a:srgbClr val="A15E22">
                    <a:alpha val="1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Splat 883"/>
            <p:cNvSpPr>
              <a:spLocks noGrp="1"/>
            </p:cNvSpPr>
            <p:nvPr/>
          </p:nvSpPr>
          <p:spPr>
            <a:xfrm rot="5400000">
              <a:off x="1684367" y="1881948"/>
              <a:ext cx="366413" cy="366413"/>
            </a:xfrm>
            <a:prstGeom prst="ellipse">
              <a:avLst/>
            </a:prstGeom>
            <a:gradFill>
              <a:gsLst>
                <a:gs pos="0">
                  <a:srgbClr val="0000A0">
                    <a:alpha val="27843"/>
                  </a:srgbClr>
                </a:gs>
                <a:gs pos="14286">
                  <a:srgbClr val="0000A0">
                    <a:alpha val="25913"/>
                  </a:srgbClr>
                </a:gs>
                <a:gs pos="28571">
                  <a:srgbClr val="0000A0">
                    <a:alpha val="20775"/>
                  </a:srgbClr>
                </a:gs>
                <a:gs pos="42857">
                  <a:srgbClr val="0000A0">
                    <a:alpha val="14166"/>
                  </a:srgbClr>
                </a:gs>
                <a:gs pos="57143">
                  <a:srgbClr val="0000A0">
                    <a:alpha val="8116"/>
                  </a:srgbClr>
                </a:gs>
                <a:gs pos="71429">
                  <a:srgbClr val="0000A0">
                    <a:alpha val="3884"/>
                  </a:srgbClr>
                </a:gs>
                <a:gs pos="85714">
                  <a:srgbClr val="0000A0">
                    <a:alpha val="1554"/>
                  </a:srgbClr>
                </a:gs>
                <a:gs pos="100000">
                  <a:srgbClr val="0000A0">
                    <a:alpha val="5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Splat 884"/>
            <p:cNvSpPr>
              <a:spLocks noGrp="1"/>
            </p:cNvSpPr>
            <p:nvPr/>
          </p:nvSpPr>
          <p:spPr>
            <a:xfrm rot="10177389">
              <a:off x="1917128" y="1994000"/>
              <a:ext cx="299539" cy="122295"/>
            </a:xfrm>
            <a:prstGeom prst="ellipse">
              <a:avLst/>
            </a:prstGeom>
            <a:gradFill>
              <a:gsLst>
                <a:gs pos="0">
                  <a:srgbClr val="2F009E">
                    <a:alpha val="29047"/>
                  </a:srgbClr>
                </a:gs>
                <a:gs pos="14286">
                  <a:srgbClr val="2F009E">
                    <a:alpha val="27050"/>
                  </a:srgbClr>
                </a:gs>
                <a:gs pos="28571">
                  <a:srgbClr val="2F009E">
                    <a:alpha val="21721"/>
                  </a:srgbClr>
                </a:gs>
                <a:gs pos="42857">
                  <a:srgbClr val="2F009E">
                    <a:alpha val="14839"/>
                  </a:srgbClr>
                </a:gs>
                <a:gs pos="57143">
                  <a:srgbClr val="2F009E">
                    <a:alpha val="8516"/>
                  </a:srgbClr>
                </a:gs>
                <a:gs pos="71429">
                  <a:srgbClr val="2F009E">
                    <a:alpha val="4081"/>
                  </a:srgbClr>
                </a:gs>
                <a:gs pos="85714">
                  <a:srgbClr val="2F009E">
                    <a:alpha val="1634"/>
                  </a:srgbClr>
                </a:gs>
                <a:gs pos="100000">
                  <a:srgbClr val="2F009E">
                    <a:alpha val="5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Splat 885"/>
            <p:cNvSpPr>
              <a:spLocks noGrp="1"/>
            </p:cNvSpPr>
            <p:nvPr/>
          </p:nvSpPr>
          <p:spPr>
            <a:xfrm rot="5400000">
              <a:off x="2363728" y="1290056"/>
              <a:ext cx="328612" cy="328612"/>
            </a:xfrm>
            <a:prstGeom prst="ellipse">
              <a:avLst/>
            </a:prstGeom>
            <a:gradFill>
              <a:gsLst>
                <a:gs pos="0">
                  <a:srgbClr val="001037">
                    <a:alpha val="28613"/>
                  </a:srgbClr>
                </a:gs>
                <a:gs pos="14286">
                  <a:srgbClr val="001037">
                    <a:alpha val="26640"/>
                  </a:srgbClr>
                </a:gs>
                <a:gs pos="28571">
                  <a:srgbClr val="001037">
                    <a:alpha val="21380"/>
                  </a:srgbClr>
                </a:gs>
                <a:gs pos="42857">
                  <a:srgbClr val="001037">
                    <a:alpha val="14596"/>
                  </a:srgbClr>
                </a:gs>
                <a:gs pos="57143">
                  <a:srgbClr val="001037">
                    <a:alpha val="8371"/>
                  </a:srgbClr>
                </a:gs>
                <a:gs pos="71429">
                  <a:srgbClr val="001037">
                    <a:alpha val="4010"/>
                  </a:srgbClr>
                </a:gs>
                <a:gs pos="85714">
                  <a:srgbClr val="001037">
                    <a:alpha val="1605"/>
                  </a:srgbClr>
                </a:gs>
                <a:gs pos="100000">
                  <a:srgbClr val="001037">
                    <a:alpha val="5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Splat 886"/>
            <p:cNvSpPr>
              <a:spLocks noGrp="1"/>
            </p:cNvSpPr>
            <p:nvPr/>
          </p:nvSpPr>
          <p:spPr>
            <a:xfrm rot="5400000">
              <a:off x="1817165" y="2102697"/>
              <a:ext cx="256824" cy="256824"/>
            </a:xfrm>
            <a:prstGeom prst="ellipse">
              <a:avLst/>
            </a:prstGeom>
            <a:gradFill>
              <a:gsLst>
                <a:gs pos="0">
                  <a:srgbClr val="ACBFDE">
                    <a:alpha val="28554"/>
                  </a:srgbClr>
                </a:gs>
                <a:gs pos="14286">
                  <a:srgbClr val="ACBFDE">
                    <a:alpha val="26585"/>
                  </a:srgbClr>
                </a:gs>
                <a:gs pos="28571">
                  <a:srgbClr val="ACBFDE">
                    <a:alpha val="21333"/>
                  </a:srgbClr>
                </a:gs>
                <a:gs pos="42857">
                  <a:srgbClr val="ACBFDE">
                    <a:alpha val="14563"/>
                  </a:srgbClr>
                </a:gs>
                <a:gs pos="57143">
                  <a:srgbClr val="ACBFDE">
                    <a:alpha val="8351"/>
                  </a:srgbClr>
                </a:gs>
                <a:gs pos="71429">
                  <a:srgbClr val="ACBFDE">
                    <a:alpha val="4000"/>
                  </a:srgbClr>
                </a:gs>
                <a:gs pos="85714">
                  <a:srgbClr val="ACBFDE">
                    <a:alpha val="1601"/>
                  </a:srgbClr>
                </a:gs>
                <a:gs pos="100000">
                  <a:srgbClr val="ACBFDE">
                    <a:alpha val="5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Splat 887"/>
            <p:cNvSpPr>
              <a:spLocks noGrp="1"/>
            </p:cNvSpPr>
            <p:nvPr/>
          </p:nvSpPr>
          <p:spPr>
            <a:xfrm rot="5400000">
              <a:off x="2018572" y="944840"/>
              <a:ext cx="296350" cy="296350"/>
            </a:xfrm>
            <a:prstGeom prst="ellipse">
              <a:avLst/>
            </a:prstGeom>
            <a:gradFill>
              <a:gsLst>
                <a:gs pos="0">
                  <a:srgbClr val="009ECD">
                    <a:alpha val="28396"/>
                  </a:srgbClr>
                </a:gs>
                <a:gs pos="14286">
                  <a:srgbClr val="009ECD">
                    <a:alpha val="26436"/>
                  </a:srgbClr>
                </a:gs>
                <a:gs pos="28571">
                  <a:srgbClr val="009ECD">
                    <a:alpha val="21209"/>
                  </a:srgbClr>
                </a:gs>
                <a:gs pos="42857">
                  <a:srgbClr val="009ECD">
                    <a:alpha val="14474"/>
                  </a:srgbClr>
                </a:gs>
                <a:gs pos="57143">
                  <a:srgbClr val="009ECD">
                    <a:alpha val="8299"/>
                  </a:srgbClr>
                </a:gs>
                <a:gs pos="71429">
                  <a:srgbClr val="009ECD">
                    <a:alpha val="3974"/>
                  </a:srgbClr>
                </a:gs>
                <a:gs pos="85714">
                  <a:srgbClr val="009ECD">
                    <a:alpha val="1591"/>
                  </a:srgbClr>
                </a:gs>
                <a:gs pos="100000">
                  <a:srgbClr val="009ECD">
                    <a:alpha val="5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Splat 888"/>
            <p:cNvSpPr>
              <a:spLocks noGrp="1"/>
            </p:cNvSpPr>
            <p:nvPr/>
          </p:nvSpPr>
          <p:spPr>
            <a:xfrm rot="6284552">
              <a:off x="1554470" y="2590418"/>
              <a:ext cx="328612" cy="912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Splat 889"/>
            <p:cNvSpPr>
              <a:spLocks noGrp="1"/>
            </p:cNvSpPr>
            <p:nvPr/>
          </p:nvSpPr>
          <p:spPr>
            <a:xfrm rot="9571910">
              <a:off x="27687" y="4394154"/>
              <a:ext cx="328612" cy="91281"/>
            </a:xfrm>
            <a:prstGeom prst="ellipse">
              <a:avLst/>
            </a:prstGeom>
            <a:gradFill>
              <a:gsLst>
                <a:gs pos="0">
                  <a:srgbClr val="D9C6FF">
                    <a:alpha val="23652"/>
                  </a:srgbClr>
                </a:gs>
                <a:gs pos="14286">
                  <a:srgbClr val="D9C6FF">
                    <a:alpha val="21968"/>
                  </a:srgbClr>
                </a:gs>
                <a:gs pos="28571">
                  <a:srgbClr val="D9C6FF">
                    <a:alpha val="17518"/>
                  </a:srgbClr>
                </a:gs>
                <a:gs pos="42857">
                  <a:srgbClr val="D9C6FF">
                    <a:alpha val="11867"/>
                  </a:srgbClr>
                </a:gs>
                <a:gs pos="57143">
                  <a:srgbClr val="D9C6FF">
                    <a:alpha val="6760"/>
                  </a:srgbClr>
                </a:gs>
                <a:gs pos="71429">
                  <a:srgbClr val="D9C6FF">
                    <a:alpha val="3223"/>
                  </a:srgbClr>
                </a:gs>
                <a:gs pos="85714">
                  <a:srgbClr val="D9C6FF">
                    <a:alpha val="1287"/>
                  </a:srgbClr>
                </a:gs>
                <a:gs pos="100000">
                  <a:srgbClr val="D9C6FF">
                    <a:alpha val="4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Splat 890"/>
            <p:cNvSpPr>
              <a:spLocks noGrp="1"/>
            </p:cNvSpPr>
            <p:nvPr/>
          </p:nvSpPr>
          <p:spPr>
            <a:xfrm rot="9172269">
              <a:off x="1936103" y="3510922"/>
              <a:ext cx="383421" cy="106506"/>
            </a:xfrm>
            <a:prstGeom prst="ellipse">
              <a:avLst/>
            </a:prstGeom>
            <a:gradFill>
              <a:gsLst>
                <a:gs pos="0">
                  <a:srgbClr val="EAF1FF">
                    <a:alpha val="32968"/>
                  </a:srgbClr>
                </a:gs>
                <a:gs pos="14286">
                  <a:srgbClr val="EAF1FF">
                    <a:alpha val="30764"/>
                  </a:srgbClr>
                </a:gs>
                <a:gs pos="28571">
                  <a:srgbClr val="EAF1FF">
                    <a:alpha val="24833"/>
                  </a:srgbClr>
                </a:gs>
                <a:gs pos="42857">
                  <a:srgbClr val="EAF1FF">
                    <a:alpha val="17075"/>
                  </a:srgbClr>
                </a:gs>
                <a:gs pos="57143">
                  <a:srgbClr val="EAF1FF">
                    <a:alpha val="9855"/>
                  </a:srgbClr>
                </a:gs>
                <a:gs pos="71429">
                  <a:srgbClr val="EAF1FF">
                    <a:alpha val="4740"/>
                  </a:srgbClr>
                </a:gs>
                <a:gs pos="85714">
                  <a:srgbClr val="EAF1FF">
                    <a:alpha val="1902"/>
                  </a:srgbClr>
                </a:gs>
                <a:gs pos="100000">
                  <a:srgbClr val="EAF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Splat 891"/>
            <p:cNvSpPr>
              <a:spLocks noGrp="1"/>
            </p:cNvSpPr>
            <p:nvPr/>
          </p:nvSpPr>
          <p:spPr>
            <a:xfrm rot="5400000">
              <a:off x="2780440" y="2501606"/>
              <a:ext cx="349174" cy="3491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Splat 892"/>
            <p:cNvSpPr>
              <a:spLocks noGrp="1"/>
            </p:cNvSpPr>
            <p:nvPr/>
          </p:nvSpPr>
          <p:spPr>
            <a:xfrm rot="7064234">
              <a:off x="797719" y="1078309"/>
              <a:ext cx="328612" cy="91281"/>
            </a:xfrm>
            <a:prstGeom prst="ellipse">
              <a:avLst/>
            </a:prstGeom>
            <a:gradFill>
              <a:gsLst>
                <a:gs pos="0">
                  <a:srgbClr val="F0FFF3">
                    <a:alpha val="24471"/>
                  </a:srgbClr>
                </a:gs>
                <a:gs pos="14286">
                  <a:srgbClr val="F0FFF3">
                    <a:alpha val="22737"/>
                  </a:srgbClr>
                </a:gs>
                <a:gs pos="28571">
                  <a:srgbClr val="F0FFF3">
                    <a:alpha val="18151"/>
                  </a:srgbClr>
                </a:gs>
                <a:gs pos="42857">
                  <a:srgbClr val="F0FFF3">
                    <a:alpha val="12311"/>
                  </a:srgbClr>
                </a:gs>
                <a:gs pos="57143">
                  <a:srgbClr val="F0FFF3">
                    <a:alpha val="7021"/>
                  </a:srgbClr>
                </a:gs>
                <a:gs pos="71429">
                  <a:srgbClr val="F0FFF3">
                    <a:alpha val="3350"/>
                  </a:srgbClr>
                </a:gs>
                <a:gs pos="85714">
                  <a:srgbClr val="F0FFF3">
                    <a:alpha val="1338"/>
                  </a:srgbClr>
                </a:gs>
                <a:gs pos="100000">
                  <a:srgbClr val="F0FFF3">
                    <a:alpha val="4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Splat 893"/>
            <p:cNvSpPr>
              <a:spLocks noGrp="1"/>
            </p:cNvSpPr>
            <p:nvPr/>
          </p:nvSpPr>
          <p:spPr>
            <a:xfrm rot="4262711">
              <a:off x="2592035" y="1985818"/>
              <a:ext cx="328612" cy="102186"/>
            </a:xfrm>
            <a:prstGeom prst="ellipse">
              <a:avLst/>
            </a:prstGeom>
            <a:gradFill>
              <a:gsLst>
                <a:gs pos="0">
                  <a:srgbClr val="001766">
                    <a:alpha val="32968"/>
                  </a:srgbClr>
                </a:gs>
                <a:gs pos="14286">
                  <a:srgbClr val="001766">
                    <a:alpha val="30764"/>
                  </a:srgbClr>
                </a:gs>
                <a:gs pos="28571">
                  <a:srgbClr val="001766">
                    <a:alpha val="24833"/>
                  </a:srgbClr>
                </a:gs>
                <a:gs pos="42857">
                  <a:srgbClr val="001766">
                    <a:alpha val="17075"/>
                  </a:srgbClr>
                </a:gs>
                <a:gs pos="57143">
                  <a:srgbClr val="001766">
                    <a:alpha val="9855"/>
                  </a:srgbClr>
                </a:gs>
                <a:gs pos="71429">
                  <a:srgbClr val="001766">
                    <a:alpha val="4740"/>
                  </a:srgbClr>
                </a:gs>
                <a:gs pos="85714">
                  <a:srgbClr val="001766">
                    <a:alpha val="1902"/>
                  </a:srgbClr>
                </a:gs>
                <a:gs pos="100000">
                  <a:srgbClr val="00176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Splat 894"/>
            <p:cNvSpPr>
              <a:spLocks noGrp="1"/>
            </p:cNvSpPr>
            <p:nvPr/>
          </p:nvSpPr>
          <p:spPr>
            <a:xfrm rot="-10684821">
              <a:off x="1507714" y="1331941"/>
              <a:ext cx="335931" cy="69986"/>
            </a:xfrm>
            <a:prstGeom prst="ellipse">
              <a:avLst/>
            </a:prstGeom>
            <a:gradFill>
              <a:gsLst>
                <a:gs pos="0">
                  <a:srgbClr val="002194">
                    <a:alpha val="26490"/>
                  </a:srgbClr>
                </a:gs>
                <a:gs pos="14286">
                  <a:srgbClr val="002194">
                    <a:alpha val="24637"/>
                  </a:srgbClr>
                </a:gs>
                <a:gs pos="28571">
                  <a:srgbClr val="002194">
                    <a:alpha val="19718"/>
                  </a:srgbClr>
                </a:gs>
                <a:gs pos="42857">
                  <a:srgbClr val="002194">
                    <a:alpha val="13416"/>
                  </a:srgbClr>
                </a:gs>
                <a:gs pos="57143">
                  <a:srgbClr val="002194">
                    <a:alpha val="7672"/>
                  </a:srgbClr>
                </a:gs>
                <a:gs pos="71429">
                  <a:srgbClr val="002194">
                    <a:alpha val="3667"/>
                  </a:srgbClr>
                </a:gs>
                <a:gs pos="85714">
                  <a:srgbClr val="002194">
                    <a:alpha val="1467"/>
                  </a:srgbClr>
                </a:gs>
                <a:gs pos="100000">
                  <a:srgbClr val="002194">
                    <a:alpha val="4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Splat 895"/>
            <p:cNvSpPr>
              <a:spLocks noGrp="1"/>
            </p:cNvSpPr>
            <p:nvPr/>
          </p:nvSpPr>
          <p:spPr>
            <a:xfrm rot="5400000">
              <a:off x="2337245" y="2410180"/>
              <a:ext cx="316520" cy="316520"/>
            </a:xfrm>
            <a:prstGeom prst="ellipse">
              <a:avLst/>
            </a:prstGeom>
            <a:gradFill>
              <a:gsLst>
                <a:gs pos="0">
                  <a:srgbClr val="00B2FF">
                    <a:alpha val="8049"/>
                  </a:srgbClr>
                </a:gs>
                <a:gs pos="14286">
                  <a:srgbClr val="00B2FF">
                    <a:alpha val="7423"/>
                  </a:srgbClr>
                </a:gs>
                <a:gs pos="28571">
                  <a:srgbClr val="00B2FF">
                    <a:alpha val="5813"/>
                  </a:srgbClr>
                </a:gs>
                <a:gs pos="42857">
                  <a:srgbClr val="00B2FF">
                    <a:alpha val="3852"/>
                  </a:srgbClr>
                </a:gs>
                <a:gs pos="57143">
                  <a:srgbClr val="00B2FF">
                    <a:alpha val="2153"/>
                  </a:srgbClr>
                </a:gs>
                <a:gs pos="71429">
                  <a:srgbClr val="00B2FF">
                    <a:alpha val="1014"/>
                  </a:srgbClr>
                </a:gs>
                <a:gs pos="85714">
                  <a:srgbClr val="00B2FF">
                    <a:alpha val="402"/>
                  </a:srgbClr>
                </a:gs>
                <a:gs pos="100000">
                  <a:srgbClr val="00B2FF">
                    <a:alpha val="1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Splat 896"/>
            <p:cNvSpPr>
              <a:spLocks noGrp="1"/>
            </p:cNvSpPr>
            <p:nvPr/>
          </p:nvSpPr>
          <p:spPr>
            <a:xfrm rot="10550348">
              <a:off x="2142871" y="2044854"/>
              <a:ext cx="269000" cy="191682"/>
            </a:xfrm>
            <a:prstGeom prst="ellipse">
              <a:avLst/>
            </a:prstGeom>
            <a:gradFill>
              <a:gsLst>
                <a:gs pos="0">
                  <a:srgbClr val="FFE7E8">
                    <a:alpha val="22422"/>
                  </a:srgbClr>
                </a:gs>
                <a:gs pos="14286">
                  <a:srgbClr val="FFE7E8">
                    <a:alpha val="20813"/>
                  </a:srgbClr>
                </a:gs>
                <a:gs pos="28571">
                  <a:srgbClr val="FFE7E8">
                    <a:alpha val="16572"/>
                  </a:srgbClr>
                </a:gs>
                <a:gs pos="42857">
                  <a:srgbClr val="FFE7E8">
                    <a:alpha val="11205"/>
                  </a:srgbClr>
                </a:gs>
                <a:gs pos="57143">
                  <a:srgbClr val="FFE7E8">
                    <a:alpha val="6373"/>
                  </a:srgbClr>
                </a:gs>
                <a:gs pos="71429">
                  <a:srgbClr val="FFE7E8">
                    <a:alpha val="3035"/>
                  </a:srgbClr>
                </a:gs>
                <a:gs pos="85714">
                  <a:srgbClr val="FFE7E8">
                    <a:alpha val="1212"/>
                  </a:srgbClr>
                </a:gs>
                <a:gs pos="100000">
                  <a:srgbClr val="FFE7E8">
                    <a:alpha val="4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Splat 897"/>
            <p:cNvSpPr>
              <a:spLocks noGrp="1"/>
            </p:cNvSpPr>
            <p:nvPr/>
          </p:nvSpPr>
          <p:spPr>
            <a:xfrm rot="4343288">
              <a:off x="2150269" y="459184"/>
              <a:ext cx="328612" cy="91281"/>
            </a:xfrm>
            <a:prstGeom prst="ellipse">
              <a:avLst/>
            </a:prstGeom>
            <a:gradFill>
              <a:gsLst>
                <a:gs pos="0">
                  <a:srgbClr val="E2FDFF">
                    <a:alpha val="16508"/>
                  </a:srgbClr>
                </a:gs>
                <a:gs pos="14286">
                  <a:srgbClr val="E2FDFF">
                    <a:alpha val="15281"/>
                  </a:srgbClr>
                </a:gs>
                <a:gs pos="28571">
                  <a:srgbClr val="E2FDFF">
                    <a:alpha val="12081"/>
                  </a:srgbClr>
                </a:gs>
                <a:gs pos="42857">
                  <a:srgbClr val="E2FDFF">
                    <a:alpha val="8099"/>
                  </a:srgbClr>
                </a:gs>
                <a:gs pos="57143">
                  <a:srgbClr val="E2FDFF">
                    <a:alpha val="4572"/>
                  </a:srgbClr>
                </a:gs>
                <a:gs pos="71429">
                  <a:srgbClr val="E2FDFF">
                    <a:alpha val="2167"/>
                  </a:srgbClr>
                </a:gs>
                <a:gs pos="85714">
                  <a:srgbClr val="E2FDFF">
                    <a:alpha val="862"/>
                  </a:srgbClr>
                </a:gs>
                <a:gs pos="100000">
                  <a:srgbClr val="E2FDFF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Splat 898"/>
            <p:cNvSpPr>
              <a:spLocks noGrp="1"/>
            </p:cNvSpPr>
            <p:nvPr/>
          </p:nvSpPr>
          <p:spPr>
            <a:xfrm rot="4652260">
              <a:off x="12422" y="2471655"/>
              <a:ext cx="328612" cy="91281"/>
            </a:xfrm>
            <a:prstGeom prst="ellipse">
              <a:avLst/>
            </a:prstGeom>
            <a:gradFill>
              <a:gsLst>
                <a:gs pos="0">
                  <a:srgbClr val="FFFFBF">
                    <a:alpha val="16632"/>
                  </a:srgbClr>
                </a:gs>
                <a:gs pos="14286">
                  <a:srgbClr val="FFFFBF">
                    <a:alpha val="15397"/>
                  </a:srgbClr>
                </a:gs>
                <a:gs pos="28571">
                  <a:srgbClr val="FFFFBF">
                    <a:alpha val="12174"/>
                  </a:srgbClr>
                </a:gs>
                <a:gs pos="42857">
                  <a:srgbClr val="FFFFBF">
                    <a:alpha val="8163"/>
                  </a:srgbClr>
                </a:gs>
                <a:gs pos="57143">
                  <a:srgbClr val="FFFFBF">
                    <a:alpha val="4609"/>
                  </a:srgbClr>
                </a:gs>
                <a:gs pos="71429">
                  <a:srgbClr val="FFFFBF">
                    <a:alpha val="2184"/>
                  </a:srgbClr>
                </a:gs>
                <a:gs pos="85714">
                  <a:srgbClr val="FFFFBF">
                    <a:alpha val="870"/>
                  </a:srgbClr>
                </a:gs>
                <a:gs pos="100000">
                  <a:srgbClr val="FFFFBF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Splat 899"/>
            <p:cNvSpPr>
              <a:spLocks noGrp="1"/>
            </p:cNvSpPr>
            <p:nvPr/>
          </p:nvSpPr>
          <p:spPr>
            <a:xfrm rot="5400000">
              <a:off x="3243617" y="1607649"/>
              <a:ext cx="278449" cy="278449"/>
            </a:xfrm>
            <a:prstGeom prst="ellipse">
              <a:avLst/>
            </a:prstGeom>
            <a:gradFill>
              <a:gsLst>
                <a:gs pos="0">
                  <a:srgbClr val="A2D0FF">
                    <a:alpha val="32968"/>
                  </a:srgbClr>
                </a:gs>
                <a:gs pos="14286">
                  <a:srgbClr val="A2D0FF">
                    <a:alpha val="30764"/>
                  </a:srgbClr>
                </a:gs>
                <a:gs pos="28571">
                  <a:srgbClr val="A2D0FF">
                    <a:alpha val="24833"/>
                  </a:srgbClr>
                </a:gs>
                <a:gs pos="42857">
                  <a:srgbClr val="A2D0FF">
                    <a:alpha val="17075"/>
                  </a:srgbClr>
                </a:gs>
                <a:gs pos="57143">
                  <a:srgbClr val="A2D0FF">
                    <a:alpha val="9855"/>
                  </a:srgbClr>
                </a:gs>
                <a:gs pos="71429">
                  <a:srgbClr val="A2D0FF">
                    <a:alpha val="4740"/>
                  </a:srgbClr>
                </a:gs>
                <a:gs pos="85714">
                  <a:srgbClr val="A2D0FF">
                    <a:alpha val="1902"/>
                  </a:srgbClr>
                </a:gs>
                <a:gs pos="100000">
                  <a:srgbClr val="A2D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Splat 900"/>
            <p:cNvSpPr>
              <a:spLocks noGrp="1"/>
            </p:cNvSpPr>
            <p:nvPr/>
          </p:nvSpPr>
          <p:spPr>
            <a:xfrm rot="5400000">
              <a:off x="4340610" y="2153796"/>
              <a:ext cx="303447" cy="303447"/>
            </a:xfrm>
            <a:prstGeom prst="ellipse">
              <a:avLst/>
            </a:prstGeom>
            <a:gradFill>
              <a:gsLst>
                <a:gs pos="0">
                  <a:srgbClr val="D0EAFF">
                    <a:alpha val="32968"/>
                  </a:srgbClr>
                </a:gs>
                <a:gs pos="14286">
                  <a:srgbClr val="D0EAFF">
                    <a:alpha val="30764"/>
                  </a:srgbClr>
                </a:gs>
                <a:gs pos="28571">
                  <a:srgbClr val="D0EAFF">
                    <a:alpha val="24833"/>
                  </a:srgbClr>
                </a:gs>
                <a:gs pos="42857">
                  <a:srgbClr val="D0EAFF">
                    <a:alpha val="17075"/>
                  </a:srgbClr>
                </a:gs>
                <a:gs pos="57143">
                  <a:srgbClr val="D0EAFF">
                    <a:alpha val="9855"/>
                  </a:srgbClr>
                </a:gs>
                <a:gs pos="71429">
                  <a:srgbClr val="D0EAFF">
                    <a:alpha val="4740"/>
                  </a:srgbClr>
                </a:gs>
                <a:gs pos="85714">
                  <a:srgbClr val="D0EAFF">
                    <a:alpha val="1902"/>
                  </a:srgbClr>
                </a:gs>
                <a:gs pos="100000">
                  <a:srgbClr val="D0E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Splat 901"/>
            <p:cNvSpPr>
              <a:spLocks noGrp="1"/>
            </p:cNvSpPr>
            <p:nvPr/>
          </p:nvSpPr>
          <p:spPr>
            <a:xfrm rot="5400000">
              <a:off x="2746791" y="1630647"/>
              <a:ext cx="366962" cy="366962"/>
            </a:xfrm>
            <a:prstGeom prst="ellipse">
              <a:avLst/>
            </a:prstGeom>
            <a:gradFill>
              <a:gsLst>
                <a:gs pos="0">
                  <a:srgbClr val="400000">
                    <a:alpha val="32968"/>
                  </a:srgbClr>
                </a:gs>
                <a:gs pos="14286">
                  <a:srgbClr val="400000">
                    <a:alpha val="30764"/>
                  </a:srgbClr>
                </a:gs>
                <a:gs pos="28571">
                  <a:srgbClr val="400000">
                    <a:alpha val="24833"/>
                  </a:srgbClr>
                </a:gs>
                <a:gs pos="42857">
                  <a:srgbClr val="400000">
                    <a:alpha val="17075"/>
                  </a:srgbClr>
                </a:gs>
                <a:gs pos="57143">
                  <a:srgbClr val="400000">
                    <a:alpha val="9855"/>
                  </a:srgbClr>
                </a:gs>
                <a:gs pos="71429">
                  <a:srgbClr val="400000">
                    <a:alpha val="4740"/>
                  </a:srgbClr>
                </a:gs>
                <a:gs pos="85714">
                  <a:srgbClr val="400000">
                    <a:alpha val="1902"/>
                  </a:srgbClr>
                </a:gs>
                <a:gs pos="100000">
                  <a:srgbClr val="4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Splat 902"/>
            <p:cNvSpPr>
              <a:spLocks noGrp="1"/>
            </p:cNvSpPr>
            <p:nvPr/>
          </p:nvSpPr>
          <p:spPr>
            <a:xfrm rot="5400000">
              <a:off x="2026981" y="2710583"/>
              <a:ext cx="302964" cy="302964"/>
            </a:xfrm>
            <a:prstGeom prst="ellipse">
              <a:avLst/>
            </a:prstGeom>
            <a:gradFill>
              <a:gsLst>
                <a:gs pos="0">
                  <a:srgbClr val="000046">
                    <a:alpha val="16835"/>
                  </a:srgbClr>
                </a:gs>
                <a:gs pos="14286">
                  <a:srgbClr val="000046">
                    <a:alpha val="15586"/>
                  </a:srgbClr>
                </a:gs>
                <a:gs pos="28571">
                  <a:srgbClr val="000046">
                    <a:alpha val="12327"/>
                  </a:srgbClr>
                </a:gs>
                <a:gs pos="42857">
                  <a:srgbClr val="000046">
                    <a:alpha val="8267"/>
                  </a:srgbClr>
                </a:gs>
                <a:gs pos="57143">
                  <a:srgbClr val="000046">
                    <a:alpha val="4669"/>
                  </a:srgbClr>
                </a:gs>
                <a:gs pos="71429">
                  <a:srgbClr val="000046">
                    <a:alpha val="2213"/>
                  </a:srgbClr>
                </a:gs>
                <a:gs pos="85714">
                  <a:srgbClr val="000046">
                    <a:alpha val="881"/>
                  </a:srgbClr>
                </a:gs>
                <a:gs pos="100000">
                  <a:srgbClr val="000046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Splat 903"/>
            <p:cNvSpPr>
              <a:spLocks noGrp="1"/>
            </p:cNvSpPr>
            <p:nvPr/>
          </p:nvSpPr>
          <p:spPr>
            <a:xfrm rot="-10160654">
              <a:off x="1341894" y="1089226"/>
              <a:ext cx="413376" cy="114827"/>
            </a:xfrm>
            <a:prstGeom prst="ellipse">
              <a:avLst/>
            </a:prstGeom>
            <a:gradFill>
              <a:gsLst>
                <a:gs pos="0">
                  <a:srgbClr val="002AB4">
                    <a:alpha val="5628"/>
                  </a:srgbClr>
                </a:gs>
                <a:gs pos="14286">
                  <a:srgbClr val="002AB4">
                    <a:alpha val="5185"/>
                  </a:srgbClr>
                </a:gs>
                <a:gs pos="28571">
                  <a:srgbClr val="002AB4">
                    <a:alpha val="4049"/>
                  </a:srgbClr>
                </a:gs>
                <a:gs pos="42857">
                  <a:srgbClr val="002AB4">
                    <a:alpha val="2675"/>
                  </a:srgbClr>
                </a:gs>
                <a:gs pos="57143">
                  <a:srgbClr val="002AB4">
                    <a:alpha val="1491"/>
                  </a:srgbClr>
                </a:gs>
                <a:gs pos="71429">
                  <a:srgbClr val="002AB4">
                    <a:alpha val="701"/>
                  </a:srgbClr>
                </a:gs>
                <a:gs pos="85714">
                  <a:srgbClr val="002AB4">
                    <a:alpha val="278"/>
                  </a:srgbClr>
                </a:gs>
                <a:gs pos="100000">
                  <a:srgbClr val="002AB4">
                    <a:alpha val="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Splat 904"/>
            <p:cNvSpPr>
              <a:spLocks noGrp="1"/>
            </p:cNvSpPr>
            <p:nvPr/>
          </p:nvSpPr>
          <p:spPr>
            <a:xfrm rot="5400000">
              <a:off x="2982884" y="2975046"/>
              <a:ext cx="378446" cy="3784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Splat 905"/>
            <p:cNvSpPr>
              <a:spLocks noGrp="1"/>
            </p:cNvSpPr>
            <p:nvPr/>
          </p:nvSpPr>
          <p:spPr>
            <a:xfrm rot="5400000">
              <a:off x="1699537" y="2657632"/>
              <a:ext cx="350250" cy="350250"/>
            </a:xfrm>
            <a:prstGeom prst="ellipse">
              <a:avLst/>
            </a:prstGeom>
            <a:gradFill>
              <a:gsLst>
                <a:gs pos="0">
                  <a:srgbClr val="013B98">
                    <a:alpha val="32968"/>
                  </a:srgbClr>
                </a:gs>
                <a:gs pos="14286">
                  <a:srgbClr val="013B98">
                    <a:alpha val="30764"/>
                  </a:srgbClr>
                </a:gs>
                <a:gs pos="28571">
                  <a:srgbClr val="013B98">
                    <a:alpha val="24833"/>
                  </a:srgbClr>
                </a:gs>
                <a:gs pos="42857">
                  <a:srgbClr val="013B98">
                    <a:alpha val="17075"/>
                  </a:srgbClr>
                </a:gs>
                <a:gs pos="57143">
                  <a:srgbClr val="013B98">
                    <a:alpha val="9855"/>
                  </a:srgbClr>
                </a:gs>
                <a:gs pos="71429">
                  <a:srgbClr val="013B98">
                    <a:alpha val="4740"/>
                  </a:srgbClr>
                </a:gs>
                <a:gs pos="85714">
                  <a:srgbClr val="013B98">
                    <a:alpha val="1902"/>
                  </a:srgbClr>
                </a:gs>
                <a:gs pos="100000">
                  <a:srgbClr val="013B9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Splat 906"/>
            <p:cNvSpPr>
              <a:spLocks noGrp="1"/>
            </p:cNvSpPr>
            <p:nvPr/>
          </p:nvSpPr>
          <p:spPr>
            <a:xfrm rot="5400000">
              <a:off x="1079898" y="3304866"/>
              <a:ext cx="387617" cy="387617"/>
            </a:xfrm>
            <a:prstGeom prst="ellipse">
              <a:avLst/>
            </a:prstGeom>
            <a:gradFill>
              <a:gsLst>
                <a:gs pos="0">
                  <a:srgbClr val="959EF3">
                    <a:alpha val="28563"/>
                  </a:srgbClr>
                </a:gs>
                <a:gs pos="14286">
                  <a:srgbClr val="959EF3">
                    <a:alpha val="26593"/>
                  </a:srgbClr>
                </a:gs>
                <a:gs pos="28571">
                  <a:srgbClr val="959EF3">
                    <a:alpha val="21340"/>
                  </a:srgbClr>
                </a:gs>
                <a:gs pos="42857">
                  <a:srgbClr val="959EF3">
                    <a:alpha val="14568"/>
                  </a:srgbClr>
                </a:gs>
                <a:gs pos="57143">
                  <a:srgbClr val="959EF3">
                    <a:alpha val="8355"/>
                  </a:srgbClr>
                </a:gs>
                <a:gs pos="71429">
                  <a:srgbClr val="959EF3">
                    <a:alpha val="4002"/>
                  </a:srgbClr>
                </a:gs>
                <a:gs pos="85714">
                  <a:srgbClr val="959EF3">
                    <a:alpha val="1602"/>
                  </a:srgbClr>
                </a:gs>
                <a:gs pos="100000">
                  <a:srgbClr val="959EF3">
                    <a:alpha val="5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Splat 907"/>
            <p:cNvSpPr>
              <a:spLocks noGrp="1"/>
            </p:cNvSpPr>
            <p:nvPr/>
          </p:nvSpPr>
          <p:spPr>
            <a:xfrm rot="6496375">
              <a:off x="2495558" y="1141494"/>
              <a:ext cx="328613" cy="91281"/>
            </a:xfrm>
            <a:prstGeom prst="ellipse">
              <a:avLst/>
            </a:prstGeom>
            <a:gradFill>
              <a:gsLst>
                <a:gs pos="0">
                  <a:srgbClr val="530000">
                    <a:alpha val="32968"/>
                  </a:srgbClr>
                </a:gs>
                <a:gs pos="14286">
                  <a:srgbClr val="530000">
                    <a:alpha val="30764"/>
                  </a:srgbClr>
                </a:gs>
                <a:gs pos="28571">
                  <a:srgbClr val="530000">
                    <a:alpha val="24833"/>
                  </a:srgbClr>
                </a:gs>
                <a:gs pos="42857">
                  <a:srgbClr val="530000">
                    <a:alpha val="17075"/>
                  </a:srgbClr>
                </a:gs>
                <a:gs pos="57143">
                  <a:srgbClr val="530000">
                    <a:alpha val="9855"/>
                  </a:srgbClr>
                </a:gs>
                <a:gs pos="71429">
                  <a:srgbClr val="530000">
                    <a:alpha val="4740"/>
                  </a:srgbClr>
                </a:gs>
                <a:gs pos="85714">
                  <a:srgbClr val="530000">
                    <a:alpha val="1902"/>
                  </a:srgbClr>
                </a:gs>
                <a:gs pos="100000">
                  <a:srgbClr val="5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Splat 908"/>
            <p:cNvSpPr>
              <a:spLocks noGrp="1"/>
            </p:cNvSpPr>
            <p:nvPr/>
          </p:nvSpPr>
          <p:spPr>
            <a:xfrm rot="10541165">
              <a:off x="1706100" y="798491"/>
              <a:ext cx="238607" cy="66280"/>
            </a:xfrm>
            <a:prstGeom prst="ellipse">
              <a:avLst/>
            </a:prstGeom>
            <a:gradFill>
              <a:gsLst>
                <a:gs pos="0">
                  <a:srgbClr val="120000">
                    <a:alpha val="9015"/>
                  </a:srgbClr>
                </a:gs>
                <a:gs pos="14286">
                  <a:srgbClr val="120000">
                    <a:alpha val="8317"/>
                  </a:srgbClr>
                </a:gs>
                <a:gs pos="28571">
                  <a:srgbClr val="120000">
                    <a:alpha val="6520"/>
                  </a:srgbClr>
                </a:gs>
                <a:gs pos="42857">
                  <a:srgbClr val="120000">
                    <a:alpha val="4326"/>
                  </a:srgbClr>
                </a:gs>
                <a:gs pos="57143">
                  <a:srgbClr val="120000">
                    <a:alpha val="2421"/>
                  </a:srgbClr>
                </a:gs>
                <a:gs pos="71429">
                  <a:srgbClr val="120000">
                    <a:alpha val="1141"/>
                  </a:srgbClr>
                </a:gs>
                <a:gs pos="85714">
                  <a:srgbClr val="120000">
                    <a:alpha val="453"/>
                  </a:srgbClr>
                </a:gs>
                <a:gs pos="100000">
                  <a:srgbClr val="120000">
                    <a:alpha val="1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Splat 909"/>
            <p:cNvSpPr>
              <a:spLocks noGrp="1"/>
            </p:cNvSpPr>
            <p:nvPr/>
          </p:nvSpPr>
          <p:spPr>
            <a:xfrm rot="4066851">
              <a:off x="2774536" y="1507112"/>
              <a:ext cx="299213" cy="117364"/>
            </a:xfrm>
            <a:prstGeom prst="ellipse">
              <a:avLst/>
            </a:prstGeom>
            <a:gradFill>
              <a:gsLst>
                <a:gs pos="0">
                  <a:srgbClr val="FFFFC7">
                    <a:alpha val="32968"/>
                  </a:srgbClr>
                </a:gs>
                <a:gs pos="14286">
                  <a:srgbClr val="FFFFC7">
                    <a:alpha val="30764"/>
                  </a:srgbClr>
                </a:gs>
                <a:gs pos="28571">
                  <a:srgbClr val="FFFFC7">
                    <a:alpha val="24833"/>
                  </a:srgbClr>
                </a:gs>
                <a:gs pos="42857">
                  <a:srgbClr val="FFFFC7">
                    <a:alpha val="17075"/>
                  </a:srgbClr>
                </a:gs>
                <a:gs pos="57143">
                  <a:srgbClr val="FFFFC7">
                    <a:alpha val="9855"/>
                  </a:srgbClr>
                </a:gs>
                <a:gs pos="71429">
                  <a:srgbClr val="FFFFC7">
                    <a:alpha val="4740"/>
                  </a:srgbClr>
                </a:gs>
                <a:gs pos="85714">
                  <a:srgbClr val="FFFFC7">
                    <a:alpha val="1902"/>
                  </a:srgbClr>
                </a:gs>
                <a:gs pos="100000">
                  <a:srgbClr val="FFFFC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Splat 910"/>
            <p:cNvSpPr>
              <a:spLocks noGrp="1"/>
            </p:cNvSpPr>
            <p:nvPr/>
          </p:nvSpPr>
          <p:spPr>
            <a:xfrm rot="-8903247">
              <a:off x="2928792" y="924588"/>
              <a:ext cx="426591" cy="118497"/>
            </a:xfrm>
            <a:prstGeom prst="ellipse">
              <a:avLst/>
            </a:prstGeom>
            <a:gradFill>
              <a:gsLst>
                <a:gs pos="0">
                  <a:srgbClr val="FFFFB2">
                    <a:alpha val="32968"/>
                  </a:srgbClr>
                </a:gs>
                <a:gs pos="14286">
                  <a:srgbClr val="FFFFB2">
                    <a:alpha val="30764"/>
                  </a:srgbClr>
                </a:gs>
                <a:gs pos="28571">
                  <a:srgbClr val="FFFFB2">
                    <a:alpha val="24833"/>
                  </a:srgbClr>
                </a:gs>
                <a:gs pos="42857">
                  <a:srgbClr val="FFFFB2">
                    <a:alpha val="17075"/>
                  </a:srgbClr>
                </a:gs>
                <a:gs pos="57143">
                  <a:srgbClr val="FFFFB2">
                    <a:alpha val="9855"/>
                  </a:srgbClr>
                </a:gs>
                <a:gs pos="71429">
                  <a:srgbClr val="FFFFB2">
                    <a:alpha val="4740"/>
                  </a:srgbClr>
                </a:gs>
                <a:gs pos="85714">
                  <a:srgbClr val="FFFFB2">
                    <a:alpha val="1902"/>
                  </a:srgbClr>
                </a:gs>
                <a:gs pos="100000">
                  <a:srgbClr val="FFFFB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Splat 911"/>
            <p:cNvSpPr>
              <a:spLocks noGrp="1"/>
            </p:cNvSpPr>
            <p:nvPr/>
          </p:nvSpPr>
          <p:spPr>
            <a:xfrm rot="5400000">
              <a:off x="2251477" y="1468569"/>
              <a:ext cx="280599" cy="280599"/>
            </a:xfrm>
            <a:prstGeom prst="ellipse">
              <a:avLst/>
            </a:prstGeom>
            <a:gradFill>
              <a:gsLst>
                <a:gs pos="0">
                  <a:srgbClr val="38D7FF">
                    <a:alpha val="7098"/>
                  </a:srgbClr>
                </a:gs>
                <a:gs pos="14286">
                  <a:srgbClr val="38D7FF">
                    <a:alpha val="6543"/>
                  </a:srgbClr>
                </a:gs>
                <a:gs pos="28571">
                  <a:srgbClr val="38D7FF">
                    <a:alpha val="5119"/>
                  </a:srgbClr>
                </a:gs>
                <a:gs pos="42857">
                  <a:srgbClr val="38D7FF">
                    <a:alpha val="3388"/>
                  </a:srgbClr>
                </a:gs>
                <a:gs pos="57143">
                  <a:srgbClr val="38D7FF">
                    <a:alpha val="1892"/>
                  </a:srgbClr>
                </a:gs>
                <a:gs pos="71429">
                  <a:srgbClr val="38D7FF">
                    <a:alpha val="890"/>
                  </a:srgbClr>
                </a:gs>
                <a:gs pos="85714">
                  <a:srgbClr val="38D7FF">
                    <a:alpha val="353"/>
                  </a:srgbClr>
                </a:gs>
                <a:gs pos="100000">
                  <a:srgbClr val="38D7FF">
                    <a:alpha val="1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Splat 912"/>
            <p:cNvSpPr>
              <a:spLocks noGrp="1"/>
            </p:cNvSpPr>
            <p:nvPr/>
          </p:nvSpPr>
          <p:spPr>
            <a:xfrm rot="5400000">
              <a:off x="1502723" y="2269886"/>
              <a:ext cx="390233" cy="390233"/>
            </a:xfrm>
            <a:prstGeom prst="ellipse">
              <a:avLst/>
            </a:prstGeom>
            <a:gradFill>
              <a:gsLst>
                <a:gs pos="0">
                  <a:srgbClr val="6100AB">
                    <a:alpha val="29161"/>
                  </a:srgbClr>
                </a:gs>
                <a:gs pos="14286">
                  <a:srgbClr val="6100AB">
                    <a:alpha val="27157"/>
                  </a:srgbClr>
                </a:gs>
                <a:gs pos="28571">
                  <a:srgbClr val="6100AB">
                    <a:alpha val="21810"/>
                  </a:srgbClr>
                </a:gs>
                <a:gs pos="42857">
                  <a:srgbClr val="6100AB">
                    <a:alpha val="14903"/>
                  </a:srgbClr>
                </a:gs>
                <a:gs pos="57143">
                  <a:srgbClr val="6100AB">
                    <a:alpha val="8554"/>
                  </a:srgbClr>
                </a:gs>
                <a:gs pos="71429">
                  <a:srgbClr val="6100AB">
                    <a:alpha val="4099"/>
                  </a:srgbClr>
                </a:gs>
                <a:gs pos="85714">
                  <a:srgbClr val="6100AB">
                    <a:alpha val="1642"/>
                  </a:srgbClr>
                </a:gs>
                <a:gs pos="100000">
                  <a:srgbClr val="6100AB">
                    <a:alpha val="5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Splat 913"/>
            <p:cNvSpPr>
              <a:spLocks noGrp="1"/>
            </p:cNvSpPr>
            <p:nvPr/>
          </p:nvSpPr>
          <p:spPr>
            <a:xfrm rot="5400000">
              <a:off x="997514" y="2273183"/>
              <a:ext cx="337819" cy="337819"/>
            </a:xfrm>
            <a:prstGeom prst="ellipse">
              <a:avLst/>
            </a:prstGeom>
            <a:gradFill>
              <a:gsLst>
                <a:gs pos="0">
                  <a:srgbClr val="FFFFB5">
                    <a:alpha val="20738"/>
                  </a:srgbClr>
                </a:gs>
                <a:gs pos="14286">
                  <a:srgbClr val="FFFFB5">
                    <a:alpha val="19234"/>
                  </a:srgbClr>
                </a:gs>
                <a:gs pos="28571">
                  <a:srgbClr val="FFFFB5">
                    <a:alpha val="15284"/>
                  </a:srgbClr>
                </a:gs>
                <a:gs pos="42857">
                  <a:srgbClr val="FFFFB5">
                    <a:alpha val="10308"/>
                  </a:srgbClr>
                </a:gs>
                <a:gs pos="57143">
                  <a:srgbClr val="FFFFB5">
                    <a:alpha val="5850"/>
                  </a:srgbClr>
                </a:gs>
                <a:gs pos="71429">
                  <a:srgbClr val="FFFFB5">
                    <a:alpha val="2782"/>
                  </a:srgbClr>
                </a:gs>
                <a:gs pos="85714">
                  <a:srgbClr val="FFFFB5">
                    <a:alpha val="1110"/>
                  </a:srgbClr>
                </a:gs>
                <a:gs pos="100000">
                  <a:srgbClr val="FFFFB5">
                    <a:alpha val="3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Splat 914"/>
            <p:cNvSpPr>
              <a:spLocks noGrp="1"/>
            </p:cNvSpPr>
            <p:nvPr/>
          </p:nvSpPr>
          <p:spPr>
            <a:xfrm rot="5400000">
              <a:off x="2856161" y="2398540"/>
              <a:ext cx="315461" cy="31546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Splat 915"/>
            <p:cNvSpPr>
              <a:spLocks noGrp="1"/>
            </p:cNvSpPr>
            <p:nvPr/>
          </p:nvSpPr>
          <p:spPr>
            <a:xfrm rot="5400000">
              <a:off x="1433013" y="1594524"/>
              <a:ext cx="390722" cy="390722"/>
            </a:xfrm>
            <a:prstGeom prst="ellipse">
              <a:avLst/>
            </a:prstGeom>
            <a:gradFill>
              <a:gsLst>
                <a:gs pos="0">
                  <a:srgbClr val="0000A8">
                    <a:alpha val="20564"/>
                  </a:srgbClr>
                </a:gs>
                <a:gs pos="14286">
                  <a:srgbClr val="0000A8">
                    <a:alpha val="19071"/>
                  </a:srgbClr>
                </a:gs>
                <a:gs pos="28571">
                  <a:srgbClr val="0000A8">
                    <a:alpha val="15151"/>
                  </a:srgbClr>
                </a:gs>
                <a:gs pos="42857">
                  <a:srgbClr val="0000A8">
                    <a:alpha val="10216"/>
                  </a:srgbClr>
                </a:gs>
                <a:gs pos="57143">
                  <a:srgbClr val="0000A8">
                    <a:alpha val="5796"/>
                  </a:srgbClr>
                </a:gs>
                <a:gs pos="71429">
                  <a:srgbClr val="0000A8">
                    <a:alpha val="2756"/>
                  </a:srgbClr>
                </a:gs>
                <a:gs pos="85714">
                  <a:srgbClr val="0000A8">
                    <a:alpha val="1099"/>
                  </a:srgbClr>
                </a:gs>
                <a:gs pos="100000">
                  <a:srgbClr val="0000A8">
                    <a:alpha val="3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Splat 916"/>
            <p:cNvSpPr>
              <a:spLocks noGrp="1"/>
            </p:cNvSpPr>
            <p:nvPr/>
          </p:nvSpPr>
          <p:spPr>
            <a:xfrm rot="8201796">
              <a:off x="831460" y="1232721"/>
              <a:ext cx="249022" cy="102121"/>
            </a:xfrm>
            <a:prstGeom prst="ellipse">
              <a:avLst/>
            </a:prstGeom>
            <a:gradFill>
              <a:gsLst>
                <a:gs pos="0">
                  <a:srgbClr val="005897">
                    <a:alpha val="32968"/>
                  </a:srgbClr>
                </a:gs>
                <a:gs pos="14286">
                  <a:srgbClr val="005897">
                    <a:alpha val="30764"/>
                  </a:srgbClr>
                </a:gs>
                <a:gs pos="28571">
                  <a:srgbClr val="005897">
                    <a:alpha val="24833"/>
                  </a:srgbClr>
                </a:gs>
                <a:gs pos="42857">
                  <a:srgbClr val="005897">
                    <a:alpha val="17075"/>
                  </a:srgbClr>
                </a:gs>
                <a:gs pos="57143">
                  <a:srgbClr val="005897">
                    <a:alpha val="9855"/>
                  </a:srgbClr>
                </a:gs>
                <a:gs pos="71429">
                  <a:srgbClr val="005897">
                    <a:alpha val="4740"/>
                  </a:srgbClr>
                </a:gs>
                <a:gs pos="85714">
                  <a:srgbClr val="005897">
                    <a:alpha val="1902"/>
                  </a:srgbClr>
                </a:gs>
                <a:gs pos="100000">
                  <a:srgbClr val="00589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Splat 917"/>
            <p:cNvSpPr>
              <a:spLocks noGrp="1"/>
            </p:cNvSpPr>
            <p:nvPr/>
          </p:nvSpPr>
          <p:spPr>
            <a:xfrm rot="9205564">
              <a:off x="2812813" y="1057250"/>
              <a:ext cx="328612" cy="102410"/>
            </a:xfrm>
            <a:prstGeom prst="ellipse">
              <a:avLst/>
            </a:prstGeom>
            <a:gradFill>
              <a:gsLst>
                <a:gs pos="0">
                  <a:srgbClr val="9D0000">
                    <a:alpha val="32968"/>
                  </a:srgbClr>
                </a:gs>
                <a:gs pos="14286">
                  <a:srgbClr val="9D0000">
                    <a:alpha val="30764"/>
                  </a:srgbClr>
                </a:gs>
                <a:gs pos="28571">
                  <a:srgbClr val="9D0000">
                    <a:alpha val="24833"/>
                  </a:srgbClr>
                </a:gs>
                <a:gs pos="42857">
                  <a:srgbClr val="9D0000">
                    <a:alpha val="17075"/>
                  </a:srgbClr>
                </a:gs>
                <a:gs pos="57143">
                  <a:srgbClr val="9D0000">
                    <a:alpha val="9855"/>
                  </a:srgbClr>
                </a:gs>
                <a:gs pos="71429">
                  <a:srgbClr val="9D0000">
                    <a:alpha val="4740"/>
                  </a:srgbClr>
                </a:gs>
                <a:gs pos="85714">
                  <a:srgbClr val="9D0000">
                    <a:alpha val="1902"/>
                  </a:srgbClr>
                </a:gs>
                <a:gs pos="100000">
                  <a:srgbClr val="9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Splat 918"/>
            <p:cNvSpPr>
              <a:spLocks noGrp="1"/>
            </p:cNvSpPr>
            <p:nvPr/>
          </p:nvSpPr>
          <p:spPr>
            <a:xfrm rot="5400000">
              <a:off x="2696711" y="1686079"/>
              <a:ext cx="382487" cy="382487"/>
            </a:xfrm>
            <a:prstGeom prst="ellipse">
              <a:avLst/>
            </a:prstGeom>
            <a:gradFill>
              <a:gsLst>
                <a:gs pos="0">
                  <a:srgbClr val="000088">
                    <a:alpha val="32968"/>
                  </a:srgbClr>
                </a:gs>
                <a:gs pos="14286">
                  <a:srgbClr val="000088">
                    <a:alpha val="30764"/>
                  </a:srgbClr>
                </a:gs>
                <a:gs pos="28571">
                  <a:srgbClr val="000088">
                    <a:alpha val="24833"/>
                  </a:srgbClr>
                </a:gs>
                <a:gs pos="42857">
                  <a:srgbClr val="000088">
                    <a:alpha val="17075"/>
                  </a:srgbClr>
                </a:gs>
                <a:gs pos="57143">
                  <a:srgbClr val="000088">
                    <a:alpha val="9855"/>
                  </a:srgbClr>
                </a:gs>
                <a:gs pos="71429">
                  <a:srgbClr val="000088">
                    <a:alpha val="4740"/>
                  </a:srgbClr>
                </a:gs>
                <a:gs pos="85714">
                  <a:srgbClr val="000088">
                    <a:alpha val="1902"/>
                  </a:srgbClr>
                </a:gs>
                <a:gs pos="100000">
                  <a:srgbClr val="00008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Splat 919"/>
            <p:cNvSpPr>
              <a:spLocks noGrp="1"/>
            </p:cNvSpPr>
            <p:nvPr/>
          </p:nvSpPr>
          <p:spPr>
            <a:xfrm rot="5400000">
              <a:off x="3440720" y="2305525"/>
              <a:ext cx="377006" cy="377006"/>
            </a:xfrm>
            <a:prstGeom prst="ellipse">
              <a:avLst/>
            </a:prstGeom>
            <a:gradFill>
              <a:gsLst>
                <a:gs pos="0">
                  <a:srgbClr val="001400">
                    <a:alpha val="32968"/>
                  </a:srgbClr>
                </a:gs>
                <a:gs pos="14286">
                  <a:srgbClr val="001400">
                    <a:alpha val="30764"/>
                  </a:srgbClr>
                </a:gs>
                <a:gs pos="28571">
                  <a:srgbClr val="001400">
                    <a:alpha val="24833"/>
                  </a:srgbClr>
                </a:gs>
                <a:gs pos="42857">
                  <a:srgbClr val="001400">
                    <a:alpha val="17075"/>
                  </a:srgbClr>
                </a:gs>
                <a:gs pos="57143">
                  <a:srgbClr val="001400">
                    <a:alpha val="9855"/>
                  </a:srgbClr>
                </a:gs>
                <a:gs pos="71429">
                  <a:srgbClr val="001400">
                    <a:alpha val="4740"/>
                  </a:srgbClr>
                </a:gs>
                <a:gs pos="85714">
                  <a:srgbClr val="001400">
                    <a:alpha val="1902"/>
                  </a:srgbClr>
                </a:gs>
                <a:gs pos="100000">
                  <a:srgbClr val="001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Splat 920"/>
            <p:cNvSpPr>
              <a:spLocks noGrp="1"/>
            </p:cNvSpPr>
            <p:nvPr/>
          </p:nvSpPr>
          <p:spPr>
            <a:xfrm rot="10285659">
              <a:off x="3483720" y="2630090"/>
              <a:ext cx="328613" cy="91281"/>
            </a:xfrm>
            <a:prstGeom prst="ellipse">
              <a:avLst/>
            </a:prstGeom>
            <a:gradFill>
              <a:gsLst>
                <a:gs pos="0">
                  <a:srgbClr val="BDE1FF">
                    <a:alpha val="20360"/>
                  </a:srgbClr>
                </a:gs>
                <a:gs pos="14286">
                  <a:srgbClr val="BDE1FF">
                    <a:alpha val="18880"/>
                  </a:srgbClr>
                </a:gs>
                <a:gs pos="28571">
                  <a:srgbClr val="BDE1FF">
                    <a:alpha val="14995"/>
                  </a:srgbClr>
                </a:gs>
                <a:gs pos="42857">
                  <a:srgbClr val="BDE1FF">
                    <a:alpha val="10108"/>
                  </a:srgbClr>
                </a:gs>
                <a:gs pos="57143">
                  <a:srgbClr val="BDE1FF">
                    <a:alpha val="5734"/>
                  </a:srgbClr>
                </a:gs>
                <a:gs pos="71429">
                  <a:srgbClr val="BDE1FF">
                    <a:alpha val="2726"/>
                  </a:srgbClr>
                </a:gs>
                <a:gs pos="85714">
                  <a:srgbClr val="BDE1FF">
                    <a:alpha val="1087"/>
                  </a:srgbClr>
                </a:gs>
                <a:gs pos="100000">
                  <a:srgbClr val="BDE1FF">
                    <a:alpha val="3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Splat 921"/>
            <p:cNvSpPr>
              <a:spLocks noGrp="1"/>
            </p:cNvSpPr>
            <p:nvPr/>
          </p:nvSpPr>
          <p:spPr>
            <a:xfrm rot="5003033">
              <a:off x="1954373" y="2394215"/>
              <a:ext cx="499445" cy="3283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Splat 922"/>
            <p:cNvSpPr>
              <a:spLocks noGrp="1"/>
            </p:cNvSpPr>
            <p:nvPr/>
          </p:nvSpPr>
          <p:spPr>
            <a:xfrm rot="5400000">
              <a:off x="1231227" y="1389962"/>
              <a:ext cx="232866" cy="232866"/>
            </a:xfrm>
            <a:prstGeom prst="ellipse">
              <a:avLst/>
            </a:prstGeom>
            <a:gradFill>
              <a:gsLst>
                <a:gs pos="0">
                  <a:srgbClr val="3E0000">
                    <a:alpha val="32968"/>
                  </a:srgbClr>
                </a:gs>
                <a:gs pos="14286">
                  <a:srgbClr val="3E0000">
                    <a:alpha val="30764"/>
                  </a:srgbClr>
                </a:gs>
                <a:gs pos="28571">
                  <a:srgbClr val="3E0000">
                    <a:alpha val="24833"/>
                  </a:srgbClr>
                </a:gs>
                <a:gs pos="42857">
                  <a:srgbClr val="3E0000">
                    <a:alpha val="17075"/>
                  </a:srgbClr>
                </a:gs>
                <a:gs pos="57143">
                  <a:srgbClr val="3E0000">
                    <a:alpha val="9855"/>
                  </a:srgbClr>
                </a:gs>
                <a:gs pos="71429">
                  <a:srgbClr val="3E0000">
                    <a:alpha val="4740"/>
                  </a:srgbClr>
                </a:gs>
                <a:gs pos="85714">
                  <a:srgbClr val="3E0000">
                    <a:alpha val="1902"/>
                  </a:srgbClr>
                </a:gs>
                <a:gs pos="100000">
                  <a:srgbClr val="3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Splat 923"/>
            <p:cNvSpPr>
              <a:spLocks noGrp="1"/>
            </p:cNvSpPr>
            <p:nvPr/>
          </p:nvSpPr>
          <p:spPr>
            <a:xfrm rot="4011343">
              <a:off x="2394299" y="2556956"/>
              <a:ext cx="328612" cy="91281"/>
            </a:xfrm>
            <a:prstGeom prst="ellipse">
              <a:avLst/>
            </a:prstGeom>
            <a:gradFill>
              <a:gsLst>
                <a:gs pos="0">
                  <a:srgbClr val="5F0000">
                    <a:alpha val="32968"/>
                  </a:srgbClr>
                </a:gs>
                <a:gs pos="14286">
                  <a:srgbClr val="5F0000">
                    <a:alpha val="30764"/>
                  </a:srgbClr>
                </a:gs>
                <a:gs pos="28571">
                  <a:srgbClr val="5F0000">
                    <a:alpha val="24833"/>
                  </a:srgbClr>
                </a:gs>
                <a:gs pos="42857">
                  <a:srgbClr val="5F0000">
                    <a:alpha val="17075"/>
                  </a:srgbClr>
                </a:gs>
                <a:gs pos="57143">
                  <a:srgbClr val="5F0000">
                    <a:alpha val="9855"/>
                  </a:srgbClr>
                </a:gs>
                <a:gs pos="71429">
                  <a:srgbClr val="5F0000">
                    <a:alpha val="4740"/>
                  </a:srgbClr>
                </a:gs>
                <a:gs pos="85714">
                  <a:srgbClr val="5F0000">
                    <a:alpha val="1902"/>
                  </a:srgbClr>
                </a:gs>
                <a:gs pos="100000">
                  <a:srgbClr val="5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Splat 924"/>
            <p:cNvSpPr>
              <a:spLocks noGrp="1"/>
            </p:cNvSpPr>
            <p:nvPr/>
          </p:nvSpPr>
          <p:spPr>
            <a:xfrm rot="3097239">
              <a:off x="1473787" y="1165848"/>
              <a:ext cx="328613" cy="123360"/>
            </a:xfrm>
            <a:prstGeom prst="ellipse">
              <a:avLst/>
            </a:prstGeom>
            <a:gradFill>
              <a:gsLst>
                <a:gs pos="0">
                  <a:srgbClr val="599FD2">
                    <a:alpha val="32968"/>
                  </a:srgbClr>
                </a:gs>
                <a:gs pos="14286">
                  <a:srgbClr val="599FD2">
                    <a:alpha val="30764"/>
                  </a:srgbClr>
                </a:gs>
                <a:gs pos="28571">
                  <a:srgbClr val="599FD2">
                    <a:alpha val="24833"/>
                  </a:srgbClr>
                </a:gs>
                <a:gs pos="42857">
                  <a:srgbClr val="599FD2">
                    <a:alpha val="17075"/>
                  </a:srgbClr>
                </a:gs>
                <a:gs pos="57143">
                  <a:srgbClr val="599FD2">
                    <a:alpha val="9855"/>
                  </a:srgbClr>
                </a:gs>
                <a:gs pos="71429">
                  <a:srgbClr val="599FD2">
                    <a:alpha val="4740"/>
                  </a:srgbClr>
                </a:gs>
                <a:gs pos="85714">
                  <a:srgbClr val="599FD2">
                    <a:alpha val="1902"/>
                  </a:srgbClr>
                </a:gs>
                <a:gs pos="100000">
                  <a:srgbClr val="599FD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Splat 925"/>
            <p:cNvSpPr>
              <a:spLocks noGrp="1"/>
            </p:cNvSpPr>
            <p:nvPr/>
          </p:nvSpPr>
          <p:spPr>
            <a:xfrm rot="10001662">
              <a:off x="1213304" y="1883381"/>
              <a:ext cx="328612" cy="151025"/>
            </a:xfrm>
            <a:prstGeom prst="ellipse">
              <a:avLst/>
            </a:prstGeom>
            <a:gradFill>
              <a:gsLst>
                <a:gs pos="0">
                  <a:srgbClr val="0074C1">
                    <a:alpha val="32968"/>
                  </a:srgbClr>
                </a:gs>
                <a:gs pos="14286">
                  <a:srgbClr val="0074C1">
                    <a:alpha val="30764"/>
                  </a:srgbClr>
                </a:gs>
                <a:gs pos="28571">
                  <a:srgbClr val="0074C1">
                    <a:alpha val="24833"/>
                  </a:srgbClr>
                </a:gs>
                <a:gs pos="42857">
                  <a:srgbClr val="0074C1">
                    <a:alpha val="17075"/>
                  </a:srgbClr>
                </a:gs>
                <a:gs pos="57143">
                  <a:srgbClr val="0074C1">
                    <a:alpha val="9855"/>
                  </a:srgbClr>
                </a:gs>
                <a:gs pos="71429">
                  <a:srgbClr val="0074C1">
                    <a:alpha val="4740"/>
                  </a:srgbClr>
                </a:gs>
                <a:gs pos="85714">
                  <a:srgbClr val="0074C1">
                    <a:alpha val="1902"/>
                  </a:srgbClr>
                </a:gs>
                <a:gs pos="100000">
                  <a:srgbClr val="0074C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Splat 926"/>
            <p:cNvSpPr>
              <a:spLocks noGrp="1"/>
            </p:cNvSpPr>
            <p:nvPr/>
          </p:nvSpPr>
          <p:spPr>
            <a:xfrm rot="5400000">
              <a:off x="2126144" y="542965"/>
              <a:ext cx="321469" cy="321469"/>
            </a:xfrm>
            <a:prstGeom prst="ellipse">
              <a:avLst/>
            </a:prstGeom>
            <a:gradFill>
              <a:gsLst>
                <a:gs pos="0">
                  <a:srgbClr val="000059">
                    <a:alpha val="16540"/>
                  </a:srgbClr>
                </a:gs>
                <a:gs pos="14286">
                  <a:srgbClr val="000059">
                    <a:alpha val="15310"/>
                  </a:srgbClr>
                </a:gs>
                <a:gs pos="28571">
                  <a:srgbClr val="000059">
                    <a:alpha val="12105"/>
                  </a:srgbClr>
                </a:gs>
                <a:gs pos="42857">
                  <a:srgbClr val="000059">
                    <a:alpha val="8115"/>
                  </a:srgbClr>
                </a:gs>
                <a:gs pos="57143">
                  <a:srgbClr val="000059">
                    <a:alpha val="4581"/>
                  </a:srgbClr>
                </a:gs>
                <a:gs pos="71429">
                  <a:srgbClr val="000059">
                    <a:alpha val="2171"/>
                  </a:srgbClr>
                </a:gs>
                <a:gs pos="85714">
                  <a:srgbClr val="000059">
                    <a:alpha val="864"/>
                  </a:srgbClr>
                </a:gs>
                <a:gs pos="100000">
                  <a:srgbClr val="000059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Splat 927"/>
            <p:cNvSpPr>
              <a:spLocks noGrp="1"/>
            </p:cNvSpPr>
            <p:nvPr/>
          </p:nvSpPr>
          <p:spPr>
            <a:xfrm rot="5400000">
              <a:off x="1655402" y="576411"/>
              <a:ext cx="357404" cy="357404"/>
            </a:xfrm>
            <a:prstGeom prst="ellipse">
              <a:avLst/>
            </a:prstGeom>
            <a:gradFill>
              <a:gsLst>
                <a:gs pos="0">
                  <a:srgbClr val="84F0FF">
                    <a:alpha val="32968"/>
                  </a:srgbClr>
                </a:gs>
                <a:gs pos="14286">
                  <a:srgbClr val="84F0FF">
                    <a:alpha val="30764"/>
                  </a:srgbClr>
                </a:gs>
                <a:gs pos="28571">
                  <a:srgbClr val="84F0FF">
                    <a:alpha val="24833"/>
                  </a:srgbClr>
                </a:gs>
                <a:gs pos="42857">
                  <a:srgbClr val="84F0FF">
                    <a:alpha val="17075"/>
                  </a:srgbClr>
                </a:gs>
                <a:gs pos="57143">
                  <a:srgbClr val="84F0FF">
                    <a:alpha val="9855"/>
                  </a:srgbClr>
                </a:gs>
                <a:gs pos="71429">
                  <a:srgbClr val="84F0FF">
                    <a:alpha val="4740"/>
                  </a:srgbClr>
                </a:gs>
                <a:gs pos="85714">
                  <a:srgbClr val="84F0FF">
                    <a:alpha val="1902"/>
                  </a:srgbClr>
                </a:gs>
                <a:gs pos="100000">
                  <a:srgbClr val="84F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8" name="Splat 928"/>
            <p:cNvSpPr>
              <a:spLocks noGrp="1"/>
            </p:cNvSpPr>
            <p:nvPr/>
          </p:nvSpPr>
          <p:spPr>
            <a:xfrm rot="2812201">
              <a:off x="1207294" y="895302"/>
              <a:ext cx="328612" cy="152497"/>
            </a:xfrm>
            <a:prstGeom prst="ellipse">
              <a:avLst/>
            </a:prstGeom>
            <a:gradFill>
              <a:gsLst>
                <a:gs pos="0">
                  <a:srgbClr val="610000">
                    <a:alpha val="32968"/>
                  </a:srgbClr>
                </a:gs>
                <a:gs pos="14286">
                  <a:srgbClr val="610000">
                    <a:alpha val="30764"/>
                  </a:srgbClr>
                </a:gs>
                <a:gs pos="28571">
                  <a:srgbClr val="610000">
                    <a:alpha val="24833"/>
                  </a:srgbClr>
                </a:gs>
                <a:gs pos="42857">
                  <a:srgbClr val="610000">
                    <a:alpha val="17075"/>
                  </a:srgbClr>
                </a:gs>
                <a:gs pos="57143">
                  <a:srgbClr val="610000">
                    <a:alpha val="9855"/>
                  </a:srgbClr>
                </a:gs>
                <a:gs pos="71429">
                  <a:srgbClr val="610000">
                    <a:alpha val="4740"/>
                  </a:srgbClr>
                </a:gs>
                <a:gs pos="85714">
                  <a:srgbClr val="610000">
                    <a:alpha val="1902"/>
                  </a:srgbClr>
                </a:gs>
                <a:gs pos="100000">
                  <a:srgbClr val="6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Splat 929"/>
            <p:cNvSpPr>
              <a:spLocks noGrp="1"/>
            </p:cNvSpPr>
            <p:nvPr/>
          </p:nvSpPr>
          <p:spPr>
            <a:xfrm rot="5400000">
              <a:off x="1517662" y="1487091"/>
              <a:ext cx="280012" cy="280012"/>
            </a:xfrm>
            <a:prstGeom prst="ellipse">
              <a:avLst/>
            </a:prstGeom>
            <a:gradFill>
              <a:gsLst>
                <a:gs pos="0">
                  <a:srgbClr val="009C00">
                    <a:alpha val="14401"/>
                  </a:srgbClr>
                </a:gs>
                <a:gs pos="14286">
                  <a:srgbClr val="009C00">
                    <a:alpha val="13318"/>
                  </a:srgbClr>
                </a:gs>
                <a:gs pos="28571">
                  <a:srgbClr val="009C00">
                    <a:alpha val="10503"/>
                  </a:srgbClr>
                </a:gs>
                <a:gs pos="42857">
                  <a:srgbClr val="009C00">
                    <a:alpha val="7020"/>
                  </a:srgbClr>
                </a:gs>
                <a:gs pos="57143">
                  <a:srgbClr val="009C00">
                    <a:alpha val="3953"/>
                  </a:srgbClr>
                </a:gs>
                <a:gs pos="71429">
                  <a:srgbClr val="009C00">
                    <a:alpha val="1870"/>
                  </a:srgbClr>
                </a:gs>
                <a:gs pos="85714">
                  <a:srgbClr val="009C00">
                    <a:alpha val="744"/>
                  </a:srgbClr>
                </a:gs>
                <a:gs pos="100000">
                  <a:srgbClr val="009C00">
                    <a:alpha val="2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0" name="Splat 930"/>
            <p:cNvSpPr>
              <a:spLocks noGrp="1"/>
            </p:cNvSpPr>
            <p:nvPr/>
          </p:nvSpPr>
          <p:spPr>
            <a:xfrm rot="5400000">
              <a:off x="1905357" y="3481918"/>
              <a:ext cx="393591" cy="393591"/>
            </a:xfrm>
            <a:prstGeom prst="ellipse">
              <a:avLst/>
            </a:prstGeom>
            <a:gradFill>
              <a:gsLst>
                <a:gs pos="0">
                  <a:srgbClr val="D6F4FF">
                    <a:alpha val="32968"/>
                  </a:srgbClr>
                </a:gs>
                <a:gs pos="14286">
                  <a:srgbClr val="D6F4FF">
                    <a:alpha val="30764"/>
                  </a:srgbClr>
                </a:gs>
                <a:gs pos="28571">
                  <a:srgbClr val="D6F4FF">
                    <a:alpha val="24833"/>
                  </a:srgbClr>
                </a:gs>
                <a:gs pos="42857">
                  <a:srgbClr val="D6F4FF">
                    <a:alpha val="17075"/>
                  </a:srgbClr>
                </a:gs>
                <a:gs pos="57143">
                  <a:srgbClr val="D6F4FF">
                    <a:alpha val="9855"/>
                  </a:srgbClr>
                </a:gs>
                <a:gs pos="71429">
                  <a:srgbClr val="D6F4FF">
                    <a:alpha val="4740"/>
                  </a:srgbClr>
                </a:gs>
                <a:gs pos="85714">
                  <a:srgbClr val="D6F4FF">
                    <a:alpha val="1902"/>
                  </a:srgbClr>
                </a:gs>
                <a:gs pos="100000">
                  <a:srgbClr val="D6F4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Splat 931"/>
            <p:cNvSpPr>
              <a:spLocks noGrp="1"/>
            </p:cNvSpPr>
            <p:nvPr/>
          </p:nvSpPr>
          <p:spPr>
            <a:xfrm rot="8062547">
              <a:off x="1449178" y="1351342"/>
              <a:ext cx="328613" cy="139682"/>
            </a:xfrm>
            <a:prstGeom prst="ellipse">
              <a:avLst/>
            </a:prstGeom>
            <a:gradFill>
              <a:gsLst>
                <a:gs pos="0">
                  <a:srgbClr val="00C4FF">
                    <a:alpha val="13820"/>
                  </a:srgbClr>
                </a:gs>
                <a:gs pos="14286">
                  <a:srgbClr val="00C4FF">
                    <a:alpha val="12777"/>
                  </a:srgbClr>
                </a:gs>
                <a:gs pos="28571">
                  <a:srgbClr val="00C4FF">
                    <a:alpha val="10070"/>
                  </a:srgbClr>
                </a:gs>
                <a:gs pos="42857">
                  <a:srgbClr val="00C4FF">
                    <a:alpha val="6725"/>
                  </a:srgbClr>
                </a:gs>
                <a:gs pos="57143">
                  <a:srgbClr val="00C4FF">
                    <a:alpha val="3784"/>
                  </a:srgbClr>
                </a:gs>
                <a:gs pos="71429">
                  <a:srgbClr val="00C4FF">
                    <a:alpha val="1790"/>
                  </a:srgbClr>
                </a:gs>
                <a:gs pos="85714">
                  <a:srgbClr val="00C4FF">
                    <a:alpha val="712"/>
                  </a:srgbClr>
                </a:gs>
                <a:gs pos="100000">
                  <a:srgbClr val="00C4FF">
                    <a:alpha val="2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Splat 932"/>
            <p:cNvSpPr>
              <a:spLocks noGrp="1"/>
            </p:cNvSpPr>
            <p:nvPr/>
          </p:nvSpPr>
          <p:spPr>
            <a:xfrm rot="4018336">
              <a:off x="1997869" y="2094705"/>
              <a:ext cx="328612" cy="153990"/>
            </a:xfrm>
            <a:prstGeom prst="ellipse">
              <a:avLst/>
            </a:prstGeom>
            <a:gradFill>
              <a:gsLst>
                <a:gs pos="0">
                  <a:srgbClr val="7D004E">
                    <a:alpha val="32968"/>
                  </a:srgbClr>
                </a:gs>
                <a:gs pos="14286">
                  <a:srgbClr val="7D004E">
                    <a:alpha val="30764"/>
                  </a:srgbClr>
                </a:gs>
                <a:gs pos="28571">
                  <a:srgbClr val="7D004E">
                    <a:alpha val="24833"/>
                  </a:srgbClr>
                </a:gs>
                <a:gs pos="42857">
                  <a:srgbClr val="7D004E">
                    <a:alpha val="17075"/>
                  </a:srgbClr>
                </a:gs>
                <a:gs pos="57143">
                  <a:srgbClr val="7D004E">
                    <a:alpha val="9855"/>
                  </a:srgbClr>
                </a:gs>
                <a:gs pos="71429">
                  <a:srgbClr val="7D004E">
                    <a:alpha val="4740"/>
                  </a:srgbClr>
                </a:gs>
                <a:gs pos="85714">
                  <a:srgbClr val="7D004E">
                    <a:alpha val="1902"/>
                  </a:srgbClr>
                </a:gs>
                <a:gs pos="100000">
                  <a:srgbClr val="7D004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Splat 933"/>
            <p:cNvSpPr>
              <a:spLocks noGrp="1"/>
            </p:cNvSpPr>
            <p:nvPr/>
          </p:nvSpPr>
          <p:spPr>
            <a:xfrm rot="5400000">
              <a:off x="748605" y="3939437"/>
              <a:ext cx="388579" cy="388579"/>
            </a:xfrm>
            <a:prstGeom prst="ellipse">
              <a:avLst/>
            </a:prstGeom>
            <a:gradFill>
              <a:gsLst>
                <a:gs pos="0">
                  <a:srgbClr val="000EAD">
                    <a:alpha val="32968"/>
                  </a:srgbClr>
                </a:gs>
                <a:gs pos="14286">
                  <a:srgbClr val="000EAD">
                    <a:alpha val="30764"/>
                  </a:srgbClr>
                </a:gs>
                <a:gs pos="28571">
                  <a:srgbClr val="000EAD">
                    <a:alpha val="24833"/>
                  </a:srgbClr>
                </a:gs>
                <a:gs pos="42857">
                  <a:srgbClr val="000EAD">
                    <a:alpha val="17075"/>
                  </a:srgbClr>
                </a:gs>
                <a:gs pos="57143">
                  <a:srgbClr val="000EAD">
                    <a:alpha val="9855"/>
                  </a:srgbClr>
                </a:gs>
                <a:gs pos="71429">
                  <a:srgbClr val="000EAD">
                    <a:alpha val="4740"/>
                  </a:srgbClr>
                </a:gs>
                <a:gs pos="85714">
                  <a:srgbClr val="000EAD">
                    <a:alpha val="1902"/>
                  </a:srgbClr>
                </a:gs>
                <a:gs pos="100000">
                  <a:srgbClr val="000EA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Splat 934"/>
            <p:cNvSpPr>
              <a:spLocks noGrp="1"/>
            </p:cNvSpPr>
            <p:nvPr/>
          </p:nvSpPr>
          <p:spPr>
            <a:xfrm rot="5400000">
              <a:off x="2107649" y="2495521"/>
              <a:ext cx="298791" cy="298791"/>
            </a:xfrm>
            <a:prstGeom prst="ellipse">
              <a:avLst/>
            </a:prstGeom>
            <a:gradFill>
              <a:gsLst>
                <a:gs pos="0">
                  <a:srgbClr val="0000E3">
                    <a:alpha val="32968"/>
                  </a:srgbClr>
                </a:gs>
                <a:gs pos="14286">
                  <a:srgbClr val="0000E3">
                    <a:alpha val="30764"/>
                  </a:srgbClr>
                </a:gs>
                <a:gs pos="28571">
                  <a:srgbClr val="0000E3">
                    <a:alpha val="24833"/>
                  </a:srgbClr>
                </a:gs>
                <a:gs pos="42857">
                  <a:srgbClr val="0000E3">
                    <a:alpha val="17075"/>
                  </a:srgbClr>
                </a:gs>
                <a:gs pos="57143">
                  <a:srgbClr val="0000E3">
                    <a:alpha val="9855"/>
                  </a:srgbClr>
                </a:gs>
                <a:gs pos="71429">
                  <a:srgbClr val="0000E3">
                    <a:alpha val="4740"/>
                  </a:srgbClr>
                </a:gs>
                <a:gs pos="85714">
                  <a:srgbClr val="0000E3">
                    <a:alpha val="1902"/>
                  </a:srgbClr>
                </a:gs>
                <a:gs pos="100000">
                  <a:srgbClr val="0000E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Splat 935"/>
            <p:cNvSpPr>
              <a:spLocks noGrp="1"/>
            </p:cNvSpPr>
            <p:nvPr/>
          </p:nvSpPr>
          <p:spPr>
            <a:xfrm rot="6087191">
              <a:off x="3159919" y="1496522"/>
              <a:ext cx="328613" cy="1121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Splat 936"/>
            <p:cNvSpPr>
              <a:spLocks noGrp="1"/>
            </p:cNvSpPr>
            <p:nvPr/>
          </p:nvSpPr>
          <p:spPr>
            <a:xfrm rot="5400000">
              <a:off x="2116431" y="1991189"/>
              <a:ext cx="328612" cy="328612"/>
            </a:xfrm>
            <a:prstGeom prst="ellipse">
              <a:avLst/>
            </a:prstGeom>
            <a:gradFill>
              <a:gsLst>
                <a:gs pos="0">
                  <a:srgbClr val="1F0089">
                    <a:alpha val="32287"/>
                  </a:srgbClr>
                </a:gs>
                <a:gs pos="14286">
                  <a:srgbClr val="1F0089">
                    <a:alpha val="30117"/>
                  </a:srgbClr>
                </a:gs>
                <a:gs pos="28571">
                  <a:srgbClr val="1F0089">
                    <a:alpha val="24289"/>
                  </a:srgbClr>
                </a:gs>
                <a:gs pos="42857">
                  <a:srgbClr val="1F0089">
                    <a:alpha val="16682"/>
                  </a:srgbClr>
                </a:gs>
                <a:gs pos="57143">
                  <a:srgbClr val="1F0089">
                    <a:alpha val="9618"/>
                  </a:srgbClr>
                </a:gs>
                <a:gs pos="71429">
                  <a:srgbClr val="1F0089">
                    <a:alpha val="4623"/>
                  </a:srgbClr>
                </a:gs>
                <a:gs pos="85714">
                  <a:srgbClr val="1F0089">
                    <a:alpha val="1854"/>
                  </a:srgbClr>
                </a:gs>
                <a:gs pos="100000">
                  <a:srgbClr val="1F0089">
                    <a:alpha val="6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Splat 937"/>
            <p:cNvSpPr>
              <a:spLocks noGrp="1"/>
            </p:cNvSpPr>
            <p:nvPr/>
          </p:nvSpPr>
          <p:spPr>
            <a:xfrm rot="7680600">
              <a:off x="2366237" y="2125222"/>
              <a:ext cx="354106" cy="124687"/>
            </a:xfrm>
            <a:prstGeom prst="ellipse">
              <a:avLst/>
            </a:prstGeom>
            <a:gradFill>
              <a:gsLst>
                <a:gs pos="0">
                  <a:srgbClr val="00F40D">
                    <a:alpha val="3235"/>
                  </a:srgbClr>
                </a:gs>
                <a:gs pos="14286">
                  <a:srgbClr val="00F40D">
                    <a:alpha val="2977"/>
                  </a:srgbClr>
                </a:gs>
                <a:gs pos="28571">
                  <a:srgbClr val="00F40D">
                    <a:alpha val="2320"/>
                  </a:srgbClr>
                </a:gs>
                <a:gs pos="42857">
                  <a:srgbClr val="00F40D">
                    <a:alpha val="1528"/>
                  </a:srgbClr>
                </a:gs>
                <a:gs pos="57143">
                  <a:srgbClr val="00F40D">
                    <a:alpha val="849"/>
                  </a:srgbClr>
                </a:gs>
                <a:gs pos="71429">
                  <a:srgbClr val="00F40D">
                    <a:alpha val="398"/>
                  </a:srgbClr>
                </a:gs>
                <a:gs pos="85714">
                  <a:srgbClr val="00F40D">
                    <a:alpha val="158"/>
                  </a:srgbClr>
                </a:gs>
                <a:gs pos="100000">
                  <a:srgbClr val="00F40D">
                    <a:alpha val="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Splat 938"/>
            <p:cNvSpPr>
              <a:spLocks noGrp="1"/>
            </p:cNvSpPr>
            <p:nvPr/>
          </p:nvSpPr>
          <p:spPr>
            <a:xfrm rot="5400000">
              <a:off x="2952529" y="2037944"/>
              <a:ext cx="361155" cy="361155"/>
            </a:xfrm>
            <a:prstGeom prst="ellipse">
              <a:avLst/>
            </a:prstGeom>
            <a:gradFill>
              <a:gsLst>
                <a:gs pos="0">
                  <a:srgbClr val="FFFFFF">
                    <a:alpha val="6345"/>
                  </a:srgbClr>
                </a:gs>
                <a:gs pos="14286">
                  <a:srgbClr val="FFFFFF">
                    <a:alpha val="5847"/>
                  </a:srgbClr>
                </a:gs>
                <a:gs pos="28571">
                  <a:srgbClr val="FFFFFF">
                    <a:alpha val="4570"/>
                  </a:srgbClr>
                </a:gs>
                <a:gs pos="42857">
                  <a:srgbClr val="FFFFFF">
                    <a:alpha val="3022"/>
                  </a:srgbClr>
                </a:gs>
                <a:gs pos="57143">
                  <a:srgbClr val="FFFFFF">
                    <a:alpha val="1686"/>
                  </a:srgbClr>
                </a:gs>
                <a:gs pos="71429">
                  <a:srgbClr val="FFFFFF">
                    <a:alpha val="793"/>
                  </a:srgbClr>
                </a:gs>
                <a:gs pos="85714">
                  <a:srgbClr val="FFFFFF">
                    <a:alpha val="314"/>
                  </a:srgbClr>
                </a:gs>
                <a:gs pos="100000">
                  <a:srgbClr val="FFFFFF">
                    <a:alpha val="1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Splat 939"/>
            <p:cNvSpPr>
              <a:spLocks noGrp="1"/>
            </p:cNvSpPr>
            <p:nvPr/>
          </p:nvSpPr>
          <p:spPr>
            <a:xfrm rot="5400000">
              <a:off x="1979410" y="228756"/>
              <a:ext cx="419943" cy="419943"/>
            </a:xfrm>
            <a:prstGeom prst="ellipse">
              <a:avLst/>
            </a:prstGeom>
            <a:gradFill>
              <a:gsLst>
                <a:gs pos="0">
                  <a:srgbClr val="FFFFFF">
                    <a:alpha val="1403"/>
                  </a:srgbClr>
                </a:gs>
                <a:gs pos="14286">
                  <a:srgbClr val="FFFFFF">
                    <a:alpha val="1290"/>
                  </a:srgbClr>
                </a:gs>
                <a:gs pos="28571">
                  <a:srgbClr val="FFFFFF">
                    <a:alpha val="1003"/>
                  </a:srgbClr>
                </a:gs>
                <a:gs pos="42857">
                  <a:srgbClr val="FFFFFF">
                    <a:alpha val="659"/>
                  </a:srgbClr>
                </a:gs>
                <a:gs pos="57143">
                  <a:srgbClr val="FFFFFF">
                    <a:alpha val="366"/>
                  </a:srgbClr>
                </a:gs>
                <a:gs pos="71429">
                  <a:srgbClr val="FFFFFF">
                    <a:alpha val="171"/>
                  </a:srgbClr>
                </a:gs>
                <a:gs pos="85714">
                  <a:srgbClr val="FFFFFF">
                    <a:alpha val="68"/>
                  </a:srgbClr>
                </a:gs>
                <a:gs pos="100000">
                  <a:srgbClr val="FFFFFF">
                    <a:alpha val="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Splat 940"/>
            <p:cNvSpPr>
              <a:spLocks noGrp="1"/>
            </p:cNvSpPr>
            <p:nvPr/>
          </p:nvSpPr>
          <p:spPr>
            <a:xfrm rot="-10238369">
              <a:off x="2390650" y="1975552"/>
              <a:ext cx="328612" cy="113919"/>
            </a:xfrm>
            <a:prstGeom prst="ellipse">
              <a:avLst/>
            </a:prstGeom>
            <a:gradFill>
              <a:gsLst>
                <a:gs pos="0">
                  <a:srgbClr val="16006D">
                    <a:alpha val="28354"/>
                  </a:srgbClr>
                </a:gs>
                <a:gs pos="14286">
                  <a:srgbClr val="16006D">
                    <a:alpha val="26395"/>
                  </a:srgbClr>
                </a:gs>
                <a:gs pos="28571">
                  <a:srgbClr val="16006D">
                    <a:alpha val="21176"/>
                  </a:srgbClr>
                </a:gs>
                <a:gs pos="42857">
                  <a:srgbClr val="16006D">
                    <a:alpha val="14451"/>
                  </a:srgbClr>
                </a:gs>
                <a:gs pos="57143">
                  <a:srgbClr val="16006D">
                    <a:alpha val="8285"/>
                  </a:srgbClr>
                </a:gs>
                <a:gs pos="71429">
                  <a:srgbClr val="16006D">
                    <a:alpha val="3967"/>
                  </a:srgbClr>
                </a:gs>
                <a:gs pos="85714">
                  <a:srgbClr val="16006D">
                    <a:alpha val="1588"/>
                  </a:srgbClr>
                </a:gs>
                <a:gs pos="100000">
                  <a:srgbClr val="16006D">
                    <a:alpha val="5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Splat 941"/>
            <p:cNvSpPr>
              <a:spLocks noGrp="1"/>
            </p:cNvSpPr>
            <p:nvPr/>
          </p:nvSpPr>
          <p:spPr>
            <a:xfrm rot="5400000">
              <a:off x="2052705" y="1519368"/>
              <a:ext cx="374068" cy="374068"/>
            </a:xfrm>
            <a:prstGeom prst="ellipse">
              <a:avLst/>
            </a:prstGeom>
            <a:gradFill>
              <a:gsLst>
                <a:gs pos="0">
                  <a:srgbClr val="00EAFF">
                    <a:alpha val="11970"/>
                  </a:srgbClr>
                </a:gs>
                <a:gs pos="14286">
                  <a:srgbClr val="00EAFF">
                    <a:alpha val="11058"/>
                  </a:srgbClr>
                </a:gs>
                <a:gs pos="28571">
                  <a:srgbClr val="00EAFF">
                    <a:alpha val="8697"/>
                  </a:srgbClr>
                </a:gs>
                <a:gs pos="42857">
                  <a:srgbClr val="00EAFF">
                    <a:alpha val="5793"/>
                  </a:srgbClr>
                </a:gs>
                <a:gs pos="57143">
                  <a:srgbClr val="00EAFF">
                    <a:alpha val="3253"/>
                  </a:srgbClr>
                </a:gs>
                <a:gs pos="71429">
                  <a:srgbClr val="00EAFF">
                    <a:alpha val="1536"/>
                  </a:srgbClr>
                </a:gs>
                <a:gs pos="85714">
                  <a:srgbClr val="00EAFF">
                    <a:alpha val="610"/>
                  </a:srgbClr>
                </a:gs>
                <a:gs pos="100000">
                  <a:srgbClr val="00EAFF">
                    <a:alpha val="2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Splat 942"/>
            <p:cNvSpPr>
              <a:spLocks noGrp="1"/>
            </p:cNvSpPr>
            <p:nvPr/>
          </p:nvSpPr>
          <p:spPr>
            <a:xfrm rot="3630567">
              <a:off x="740569" y="1465601"/>
              <a:ext cx="328612" cy="154898"/>
            </a:xfrm>
            <a:prstGeom prst="ellipse">
              <a:avLst/>
            </a:prstGeom>
            <a:gradFill>
              <a:gsLst>
                <a:gs pos="0">
                  <a:srgbClr val="00005F">
                    <a:alpha val="32968"/>
                  </a:srgbClr>
                </a:gs>
                <a:gs pos="14286">
                  <a:srgbClr val="00005F">
                    <a:alpha val="30764"/>
                  </a:srgbClr>
                </a:gs>
                <a:gs pos="28571">
                  <a:srgbClr val="00005F">
                    <a:alpha val="24833"/>
                  </a:srgbClr>
                </a:gs>
                <a:gs pos="42857">
                  <a:srgbClr val="00005F">
                    <a:alpha val="17075"/>
                  </a:srgbClr>
                </a:gs>
                <a:gs pos="57143">
                  <a:srgbClr val="00005F">
                    <a:alpha val="9855"/>
                  </a:srgbClr>
                </a:gs>
                <a:gs pos="71429">
                  <a:srgbClr val="00005F">
                    <a:alpha val="4740"/>
                  </a:srgbClr>
                </a:gs>
                <a:gs pos="85714">
                  <a:srgbClr val="00005F">
                    <a:alpha val="1902"/>
                  </a:srgbClr>
                </a:gs>
                <a:gs pos="100000">
                  <a:srgbClr val="00005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Splat 943"/>
            <p:cNvSpPr>
              <a:spLocks noGrp="1"/>
            </p:cNvSpPr>
            <p:nvPr/>
          </p:nvSpPr>
          <p:spPr>
            <a:xfrm rot="9809078">
              <a:off x="991720" y="1151464"/>
              <a:ext cx="258014" cy="99510"/>
            </a:xfrm>
            <a:prstGeom prst="ellipse">
              <a:avLst/>
            </a:prstGeom>
            <a:gradFill>
              <a:gsLst>
                <a:gs pos="0">
                  <a:srgbClr val="B800AD">
                    <a:alpha val="11806"/>
                  </a:srgbClr>
                </a:gs>
                <a:gs pos="14286">
                  <a:srgbClr val="B800AD">
                    <a:alpha val="10906"/>
                  </a:srgbClr>
                </a:gs>
                <a:gs pos="28571">
                  <a:srgbClr val="B800AD">
                    <a:alpha val="8576"/>
                  </a:srgbClr>
                </a:gs>
                <a:gs pos="42857">
                  <a:srgbClr val="B800AD">
                    <a:alpha val="5711"/>
                  </a:srgbClr>
                </a:gs>
                <a:gs pos="57143">
                  <a:srgbClr val="B800AD">
                    <a:alpha val="3206"/>
                  </a:srgbClr>
                </a:gs>
                <a:gs pos="71429">
                  <a:srgbClr val="B800AD">
                    <a:alpha val="1514"/>
                  </a:srgbClr>
                </a:gs>
                <a:gs pos="85714">
                  <a:srgbClr val="B800AD">
                    <a:alpha val="601"/>
                  </a:srgbClr>
                </a:gs>
                <a:gs pos="100000">
                  <a:srgbClr val="B800AD">
                    <a:alpha val="2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Splat 944"/>
            <p:cNvSpPr>
              <a:spLocks noGrp="1"/>
            </p:cNvSpPr>
            <p:nvPr/>
          </p:nvSpPr>
          <p:spPr>
            <a:xfrm rot="5400000">
              <a:off x="2522222" y="2409139"/>
              <a:ext cx="306725" cy="306725"/>
            </a:xfrm>
            <a:prstGeom prst="ellipse">
              <a:avLst/>
            </a:prstGeom>
            <a:gradFill>
              <a:gsLst>
                <a:gs pos="0">
                  <a:srgbClr val="D5A170">
                    <a:alpha val="22540"/>
                  </a:srgbClr>
                </a:gs>
                <a:gs pos="14286">
                  <a:srgbClr val="D5A170">
                    <a:alpha val="20923"/>
                  </a:srgbClr>
                </a:gs>
                <a:gs pos="28571">
                  <a:srgbClr val="D5A170">
                    <a:alpha val="16662"/>
                  </a:srgbClr>
                </a:gs>
                <a:gs pos="42857">
                  <a:srgbClr val="D5A170">
                    <a:alpha val="11268"/>
                  </a:srgbClr>
                </a:gs>
                <a:gs pos="57143">
                  <a:srgbClr val="D5A170">
                    <a:alpha val="6410"/>
                  </a:srgbClr>
                </a:gs>
                <a:gs pos="71429">
                  <a:srgbClr val="D5A170">
                    <a:alpha val="3053"/>
                  </a:srgbClr>
                </a:gs>
                <a:gs pos="85714">
                  <a:srgbClr val="D5A170">
                    <a:alpha val="1219"/>
                  </a:srgbClr>
                </a:gs>
                <a:gs pos="100000">
                  <a:srgbClr val="D5A170">
                    <a:alpha val="4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Splat 945"/>
            <p:cNvSpPr>
              <a:spLocks noGrp="1"/>
            </p:cNvSpPr>
            <p:nvPr/>
          </p:nvSpPr>
          <p:spPr>
            <a:xfrm rot="5400000">
              <a:off x="4091796" y="2256831"/>
              <a:ext cx="269033" cy="269033"/>
            </a:xfrm>
            <a:prstGeom prst="ellipse">
              <a:avLst/>
            </a:prstGeom>
            <a:gradFill>
              <a:gsLst>
                <a:gs pos="0">
                  <a:srgbClr val="EFFFFF">
                    <a:alpha val="32968"/>
                  </a:srgbClr>
                </a:gs>
                <a:gs pos="14286">
                  <a:srgbClr val="EFFFFF">
                    <a:alpha val="30764"/>
                  </a:srgbClr>
                </a:gs>
                <a:gs pos="28571">
                  <a:srgbClr val="EFFFFF">
                    <a:alpha val="24833"/>
                  </a:srgbClr>
                </a:gs>
                <a:gs pos="42857">
                  <a:srgbClr val="EFFFFF">
                    <a:alpha val="17075"/>
                  </a:srgbClr>
                </a:gs>
                <a:gs pos="57143">
                  <a:srgbClr val="EFFFFF">
                    <a:alpha val="9855"/>
                  </a:srgbClr>
                </a:gs>
                <a:gs pos="71429">
                  <a:srgbClr val="EFFFFF">
                    <a:alpha val="4740"/>
                  </a:srgbClr>
                </a:gs>
                <a:gs pos="85714">
                  <a:srgbClr val="EFFFFF">
                    <a:alpha val="1902"/>
                  </a:srgbClr>
                </a:gs>
                <a:gs pos="100000">
                  <a:srgbClr val="E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Splat 946"/>
            <p:cNvSpPr>
              <a:spLocks noGrp="1"/>
            </p:cNvSpPr>
            <p:nvPr/>
          </p:nvSpPr>
          <p:spPr>
            <a:xfrm rot="5400000">
              <a:off x="3654529" y="2466686"/>
              <a:ext cx="273539" cy="273539"/>
            </a:xfrm>
            <a:prstGeom prst="ellipse">
              <a:avLst/>
            </a:prstGeom>
            <a:gradFill>
              <a:gsLst>
                <a:gs pos="0">
                  <a:srgbClr val="E7FFFF">
                    <a:alpha val="32968"/>
                  </a:srgbClr>
                </a:gs>
                <a:gs pos="14286">
                  <a:srgbClr val="E7FFFF">
                    <a:alpha val="30764"/>
                  </a:srgbClr>
                </a:gs>
                <a:gs pos="28571">
                  <a:srgbClr val="E7FFFF">
                    <a:alpha val="24833"/>
                  </a:srgbClr>
                </a:gs>
                <a:gs pos="42857">
                  <a:srgbClr val="E7FFFF">
                    <a:alpha val="17075"/>
                  </a:srgbClr>
                </a:gs>
                <a:gs pos="57143">
                  <a:srgbClr val="E7FFFF">
                    <a:alpha val="9855"/>
                  </a:srgbClr>
                </a:gs>
                <a:gs pos="71429">
                  <a:srgbClr val="E7FFFF">
                    <a:alpha val="4740"/>
                  </a:srgbClr>
                </a:gs>
                <a:gs pos="85714">
                  <a:srgbClr val="E7FFFF">
                    <a:alpha val="1902"/>
                  </a:srgbClr>
                </a:gs>
                <a:gs pos="100000">
                  <a:srgbClr val="E7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Splat 947"/>
            <p:cNvSpPr>
              <a:spLocks noGrp="1"/>
            </p:cNvSpPr>
            <p:nvPr/>
          </p:nvSpPr>
          <p:spPr>
            <a:xfrm rot="10545006">
              <a:off x="1710105" y="789899"/>
              <a:ext cx="210141" cy="58372"/>
            </a:xfrm>
            <a:prstGeom prst="ellipse">
              <a:avLst/>
            </a:prstGeom>
            <a:gradFill>
              <a:gsLst>
                <a:gs pos="0">
                  <a:srgbClr val="0049C8">
                    <a:alpha val="20729"/>
                  </a:srgbClr>
                </a:gs>
                <a:gs pos="14286">
                  <a:srgbClr val="0049C8">
                    <a:alpha val="19225"/>
                  </a:srgbClr>
                </a:gs>
                <a:gs pos="28571">
                  <a:srgbClr val="0049C8">
                    <a:alpha val="15276"/>
                  </a:srgbClr>
                </a:gs>
                <a:gs pos="42857">
                  <a:srgbClr val="0049C8">
                    <a:alpha val="10303"/>
                  </a:srgbClr>
                </a:gs>
                <a:gs pos="57143">
                  <a:srgbClr val="0049C8">
                    <a:alpha val="5847"/>
                  </a:srgbClr>
                </a:gs>
                <a:gs pos="71429">
                  <a:srgbClr val="0049C8">
                    <a:alpha val="2781"/>
                  </a:srgbClr>
                </a:gs>
                <a:gs pos="85714">
                  <a:srgbClr val="0049C8">
                    <a:alpha val="1109"/>
                  </a:srgbClr>
                </a:gs>
                <a:gs pos="100000">
                  <a:srgbClr val="0049C8">
                    <a:alpha val="3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8" name="Splat 948"/>
            <p:cNvSpPr>
              <a:spLocks noGrp="1"/>
            </p:cNvSpPr>
            <p:nvPr/>
          </p:nvSpPr>
          <p:spPr>
            <a:xfrm rot="-9389444">
              <a:off x="3102769" y="1062822"/>
              <a:ext cx="328612" cy="103205"/>
            </a:xfrm>
            <a:prstGeom prst="ellipse">
              <a:avLst/>
            </a:prstGeom>
            <a:gradFill>
              <a:gsLst>
                <a:gs pos="0">
                  <a:srgbClr val="FFFFA4">
                    <a:alpha val="23772"/>
                  </a:srgbClr>
                </a:gs>
                <a:gs pos="14286">
                  <a:srgbClr val="FFFFA4">
                    <a:alpha val="22080"/>
                  </a:srgbClr>
                </a:gs>
                <a:gs pos="28571">
                  <a:srgbClr val="FFFFA4">
                    <a:alpha val="17610"/>
                  </a:srgbClr>
                </a:gs>
                <a:gs pos="42857">
                  <a:srgbClr val="FFFFA4">
                    <a:alpha val="11932"/>
                  </a:srgbClr>
                </a:gs>
                <a:gs pos="57143">
                  <a:srgbClr val="FFFFA4">
                    <a:alpha val="6798"/>
                  </a:srgbClr>
                </a:gs>
                <a:gs pos="71429">
                  <a:srgbClr val="FFFFA4">
                    <a:alpha val="3242"/>
                  </a:srgbClr>
                </a:gs>
                <a:gs pos="85714">
                  <a:srgbClr val="FFFFA4">
                    <a:alpha val="1295"/>
                  </a:srgbClr>
                </a:gs>
                <a:gs pos="100000">
                  <a:srgbClr val="FFFFA4">
                    <a:alpha val="4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Splat 949"/>
            <p:cNvSpPr>
              <a:spLocks noGrp="1"/>
            </p:cNvSpPr>
            <p:nvPr/>
          </p:nvSpPr>
          <p:spPr>
            <a:xfrm rot="5400000">
              <a:off x="-26614" y="4242407"/>
              <a:ext cx="290474" cy="29047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Splat 950"/>
            <p:cNvSpPr>
              <a:spLocks noGrp="1"/>
            </p:cNvSpPr>
            <p:nvPr/>
          </p:nvSpPr>
          <p:spPr>
            <a:xfrm rot="5400000">
              <a:off x="826594" y="3308241"/>
              <a:ext cx="387951" cy="387951"/>
            </a:xfrm>
            <a:prstGeom prst="ellipse">
              <a:avLst/>
            </a:prstGeom>
            <a:gradFill>
              <a:gsLst>
                <a:gs pos="0">
                  <a:srgbClr val="000063">
                    <a:alpha val="32968"/>
                  </a:srgbClr>
                </a:gs>
                <a:gs pos="14286">
                  <a:srgbClr val="000063">
                    <a:alpha val="30764"/>
                  </a:srgbClr>
                </a:gs>
                <a:gs pos="28571">
                  <a:srgbClr val="000063">
                    <a:alpha val="24833"/>
                  </a:srgbClr>
                </a:gs>
                <a:gs pos="42857">
                  <a:srgbClr val="000063">
                    <a:alpha val="17075"/>
                  </a:srgbClr>
                </a:gs>
                <a:gs pos="57143">
                  <a:srgbClr val="000063">
                    <a:alpha val="9855"/>
                  </a:srgbClr>
                </a:gs>
                <a:gs pos="71429">
                  <a:srgbClr val="000063">
                    <a:alpha val="4740"/>
                  </a:srgbClr>
                </a:gs>
                <a:gs pos="85714">
                  <a:srgbClr val="000063">
                    <a:alpha val="1902"/>
                  </a:srgbClr>
                </a:gs>
                <a:gs pos="100000">
                  <a:srgbClr val="00006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Splat 951"/>
            <p:cNvSpPr>
              <a:spLocks noGrp="1"/>
            </p:cNvSpPr>
            <p:nvPr/>
          </p:nvSpPr>
          <p:spPr>
            <a:xfrm rot="5400000">
              <a:off x="3295613" y="2481107"/>
              <a:ext cx="402933" cy="402933"/>
            </a:xfrm>
            <a:prstGeom prst="ellipse">
              <a:avLst/>
            </a:prstGeom>
            <a:gradFill>
              <a:gsLst>
                <a:gs pos="0">
                  <a:srgbClr val="CBE1FF">
                    <a:alpha val="31360"/>
                  </a:srgbClr>
                </a:gs>
                <a:gs pos="14286">
                  <a:srgbClr val="CBE1FF">
                    <a:alpha val="29239"/>
                  </a:srgbClr>
                </a:gs>
                <a:gs pos="28571">
                  <a:srgbClr val="CBE1FF">
                    <a:alpha val="23551"/>
                  </a:srgbClr>
                </a:gs>
                <a:gs pos="42857">
                  <a:srgbClr val="CBE1FF">
                    <a:alpha val="16150"/>
                  </a:srgbClr>
                </a:gs>
                <a:gs pos="57143">
                  <a:srgbClr val="CBE1FF">
                    <a:alpha val="9299"/>
                  </a:srgbClr>
                </a:gs>
                <a:gs pos="71429">
                  <a:srgbClr val="CBE1FF">
                    <a:alpha val="4466"/>
                  </a:srgbClr>
                </a:gs>
                <a:gs pos="85714">
                  <a:srgbClr val="CBE1FF">
                    <a:alpha val="1790"/>
                  </a:srgbClr>
                </a:gs>
                <a:gs pos="100000">
                  <a:srgbClr val="CBE1FF">
                    <a:alpha val="6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Splat 952"/>
            <p:cNvSpPr>
              <a:spLocks noGrp="1"/>
            </p:cNvSpPr>
            <p:nvPr/>
          </p:nvSpPr>
          <p:spPr>
            <a:xfrm rot="4297649">
              <a:off x="2097023" y="2179769"/>
              <a:ext cx="231477" cy="114172"/>
            </a:xfrm>
            <a:prstGeom prst="ellipse">
              <a:avLst/>
            </a:prstGeom>
            <a:gradFill>
              <a:gsLst>
                <a:gs pos="0">
                  <a:srgbClr val="FFD0D5">
                    <a:alpha val="7770"/>
                  </a:srgbClr>
                </a:gs>
                <a:gs pos="14286">
                  <a:srgbClr val="FFD0D5">
                    <a:alpha val="7164"/>
                  </a:srgbClr>
                </a:gs>
                <a:gs pos="28571">
                  <a:srgbClr val="FFD0D5">
                    <a:alpha val="5609"/>
                  </a:srgbClr>
                </a:gs>
                <a:gs pos="42857">
                  <a:srgbClr val="FFD0D5">
                    <a:alpha val="3715"/>
                  </a:srgbClr>
                </a:gs>
                <a:gs pos="57143">
                  <a:srgbClr val="FFD0D5">
                    <a:alpha val="2076"/>
                  </a:srgbClr>
                </a:gs>
                <a:gs pos="71429">
                  <a:srgbClr val="FFD0D5">
                    <a:alpha val="977"/>
                  </a:srgbClr>
                </a:gs>
                <a:gs pos="85714">
                  <a:srgbClr val="FFD0D5">
                    <a:alpha val="388"/>
                  </a:srgbClr>
                </a:gs>
                <a:gs pos="100000">
                  <a:srgbClr val="FFD0D5">
                    <a:alpha val="1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Splat 953"/>
            <p:cNvSpPr>
              <a:spLocks noGrp="1"/>
            </p:cNvSpPr>
            <p:nvPr/>
          </p:nvSpPr>
          <p:spPr>
            <a:xfrm rot="10641651">
              <a:off x="2526831" y="693009"/>
              <a:ext cx="328612" cy="91281"/>
            </a:xfrm>
            <a:prstGeom prst="ellipse">
              <a:avLst/>
            </a:prstGeom>
            <a:gradFill>
              <a:gsLst>
                <a:gs pos="0">
                  <a:srgbClr val="00A6E2">
                    <a:alpha val="32114"/>
                  </a:srgbClr>
                </a:gs>
                <a:gs pos="14286">
                  <a:srgbClr val="00A6E2">
                    <a:alpha val="29953"/>
                  </a:srgbClr>
                </a:gs>
                <a:gs pos="28571">
                  <a:srgbClr val="00A6E2">
                    <a:alpha val="24150"/>
                  </a:srgbClr>
                </a:gs>
                <a:gs pos="42857">
                  <a:srgbClr val="00A6E2">
                    <a:alpha val="16582"/>
                  </a:srgbClr>
                </a:gs>
                <a:gs pos="57143">
                  <a:srgbClr val="00A6E2">
                    <a:alpha val="9558"/>
                  </a:srgbClr>
                </a:gs>
                <a:gs pos="71429">
                  <a:srgbClr val="00A6E2">
                    <a:alpha val="4594"/>
                  </a:srgbClr>
                </a:gs>
                <a:gs pos="85714">
                  <a:srgbClr val="00A6E2">
                    <a:alpha val="1842"/>
                  </a:srgbClr>
                </a:gs>
                <a:gs pos="100000">
                  <a:srgbClr val="00A6E2">
                    <a:alpha val="6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Splat 954"/>
            <p:cNvSpPr>
              <a:spLocks noGrp="1"/>
            </p:cNvSpPr>
            <p:nvPr/>
          </p:nvSpPr>
          <p:spPr>
            <a:xfrm rot="9233447">
              <a:off x="1781389" y="3686154"/>
              <a:ext cx="328612" cy="91281"/>
            </a:xfrm>
            <a:prstGeom prst="ellipse">
              <a:avLst/>
            </a:prstGeom>
            <a:gradFill>
              <a:gsLst>
                <a:gs pos="0">
                  <a:srgbClr val="D4D3FF">
                    <a:alpha val="32968"/>
                  </a:srgbClr>
                </a:gs>
                <a:gs pos="14286">
                  <a:srgbClr val="D4D3FF">
                    <a:alpha val="30764"/>
                  </a:srgbClr>
                </a:gs>
                <a:gs pos="28571">
                  <a:srgbClr val="D4D3FF">
                    <a:alpha val="24833"/>
                  </a:srgbClr>
                </a:gs>
                <a:gs pos="42857">
                  <a:srgbClr val="D4D3FF">
                    <a:alpha val="17075"/>
                  </a:srgbClr>
                </a:gs>
                <a:gs pos="57143">
                  <a:srgbClr val="D4D3FF">
                    <a:alpha val="9855"/>
                  </a:srgbClr>
                </a:gs>
                <a:gs pos="71429">
                  <a:srgbClr val="D4D3FF">
                    <a:alpha val="4740"/>
                  </a:srgbClr>
                </a:gs>
                <a:gs pos="85714">
                  <a:srgbClr val="D4D3FF">
                    <a:alpha val="1902"/>
                  </a:srgbClr>
                </a:gs>
                <a:gs pos="100000">
                  <a:srgbClr val="D4D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Splat 955"/>
            <p:cNvSpPr>
              <a:spLocks noGrp="1"/>
            </p:cNvSpPr>
            <p:nvPr/>
          </p:nvSpPr>
          <p:spPr>
            <a:xfrm rot="-10643439">
              <a:off x="2008643" y="674089"/>
              <a:ext cx="299507" cy="83196"/>
            </a:xfrm>
            <a:prstGeom prst="ellipse">
              <a:avLst/>
            </a:prstGeom>
            <a:gradFill>
              <a:gsLst>
                <a:gs pos="0">
                  <a:srgbClr val="002795">
                    <a:alpha val="16995"/>
                  </a:srgbClr>
                </a:gs>
                <a:gs pos="14286">
                  <a:srgbClr val="002795">
                    <a:alpha val="15735"/>
                  </a:srgbClr>
                </a:gs>
                <a:gs pos="28571">
                  <a:srgbClr val="002795">
                    <a:alpha val="12448"/>
                  </a:srgbClr>
                </a:gs>
                <a:gs pos="42857">
                  <a:srgbClr val="002795">
                    <a:alpha val="8350"/>
                  </a:srgbClr>
                </a:gs>
                <a:gs pos="57143">
                  <a:srgbClr val="002795">
                    <a:alpha val="4717"/>
                  </a:srgbClr>
                </a:gs>
                <a:gs pos="71429">
                  <a:srgbClr val="002795">
                    <a:alpha val="2236"/>
                  </a:srgbClr>
                </a:gs>
                <a:gs pos="85714">
                  <a:srgbClr val="002795">
                    <a:alpha val="890"/>
                  </a:srgbClr>
                </a:gs>
                <a:gs pos="100000">
                  <a:srgbClr val="002795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6" name="Splat 956"/>
            <p:cNvSpPr>
              <a:spLocks noGrp="1"/>
            </p:cNvSpPr>
            <p:nvPr/>
          </p:nvSpPr>
          <p:spPr>
            <a:xfrm rot="5400000">
              <a:off x="3286276" y="1540335"/>
              <a:ext cx="362728" cy="362728"/>
            </a:xfrm>
            <a:prstGeom prst="ellipse">
              <a:avLst/>
            </a:prstGeom>
            <a:gradFill>
              <a:gsLst>
                <a:gs pos="0">
                  <a:srgbClr val="9B00EA">
                    <a:alpha val="8811"/>
                  </a:srgbClr>
                </a:gs>
                <a:gs pos="14286">
                  <a:srgbClr val="9B00EA">
                    <a:alpha val="8128"/>
                  </a:srgbClr>
                </a:gs>
                <a:gs pos="28571">
                  <a:srgbClr val="9B00EA">
                    <a:alpha val="6370"/>
                  </a:srgbClr>
                </a:gs>
                <a:gs pos="42857">
                  <a:srgbClr val="9B00EA">
                    <a:alpha val="4225"/>
                  </a:srgbClr>
                </a:gs>
                <a:gs pos="57143">
                  <a:srgbClr val="9B00EA">
                    <a:alpha val="2364"/>
                  </a:srgbClr>
                </a:gs>
                <a:gs pos="71429">
                  <a:srgbClr val="9B00EA">
                    <a:alpha val="1114"/>
                  </a:srgbClr>
                </a:gs>
                <a:gs pos="85714">
                  <a:srgbClr val="9B00EA">
                    <a:alpha val="442"/>
                  </a:srgbClr>
                </a:gs>
                <a:gs pos="100000">
                  <a:srgbClr val="9B00EA">
                    <a:alpha val="1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Splat 957"/>
            <p:cNvSpPr>
              <a:spLocks noGrp="1"/>
            </p:cNvSpPr>
            <p:nvPr/>
          </p:nvSpPr>
          <p:spPr>
            <a:xfrm rot="5400000">
              <a:off x="1488923" y="2179474"/>
              <a:ext cx="393482" cy="393482"/>
            </a:xfrm>
            <a:prstGeom prst="ellipse">
              <a:avLst/>
            </a:prstGeom>
            <a:gradFill>
              <a:gsLst>
                <a:gs pos="0">
                  <a:srgbClr val="00858D">
                    <a:alpha val="28022"/>
                  </a:srgbClr>
                </a:gs>
                <a:gs pos="14286">
                  <a:srgbClr val="00858D">
                    <a:alpha val="26082"/>
                  </a:srgbClr>
                </a:gs>
                <a:gs pos="28571">
                  <a:srgbClr val="00858D">
                    <a:alpha val="20916"/>
                  </a:srgbClr>
                </a:gs>
                <a:gs pos="42857">
                  <a:srgbClr val="00858D">
                    <a:alpha val="14266"/>
                  </a:srgbClr>
                </a:gs>
                <a:gs pos="57143">
                  <a:srgbClr val="00858D">
                    <a:alpha val="8175"/>
                  </a:srgbClr>
                </a:gs>
                <a:gs pos="71429">
                  <a:srgbClr val="00858D">
                    <a:alpha val="3914"/>
                  </a:srgbClr>
                </a:gs>
                <a:gs pos="85714">
                  <a:srgbClr val="00858D">
                    <a:alpha val="1566"/>
                  </a:srgbClr>
                </a:gs>
                <a:gs pos="100000">
                  <a:srgbClr val="00858D">
                    <a:alpha val="5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8" name="Splat 958"/>
            <p:cNvSpPr>
              <a:spLocks noGrp="1"/>
            </p:cNvSpPr>
            <p:nvPr/>
          </p:nvSpPr>
          <p:spPr>
            <a:xfrm rot="5400000">
              <a:off x="1232593" y="2792930"/>
              <a:ext cx="388503" cy="388503"/>
            </a:xfrm>
            <a:prstGeom prst="ellipse">
              <a:avLst/>
            </a:prstGeom>
            <a:gradFill>
              <a:gsLst>
                <a:gs pos="0">
                  <a:srgbClr val="0000DE">
                    <a:alpha val="32968"/>
                  </a:srgbClr>
                </a:gs>
                <a:gs pos="14286">
                  <a:srgbClr val="0000DE">
                    <a:alpha val="30764"/>
                  </a:srgbClr>
                </a:gs>
                <a:gs pos="28571">
                  <a:srgbClr val="0000DE">
                    <a:alpha val="24833"/>
                  </a:srgbClr>
                </a:gs>
                <a:gs pos="42857">
                  <a:srgbClr val="0000DE">
                    <a:alpha val="17075"/>
                  </a:srgbClr>
                </a:gs>
                <a:gs pos="57143">
                  <a:srgbClr val="0000DE">
                    <a:alpha val="9855"/>
                  </a:srgbClr>
                </a:gs>
                <a:gs pos="71429">
                  <a:srgbClr val="0000DE">
                    <a:alpha val="4740"/>
                  </a:srgbClr>
                </a:gs>
                <a:gs pos="85714">
                  <a:srgbClr val="0000DE">
                    <a:alpha val="1902"/>
                  </a:srgbClr>
                </a:gs>
                <a:gs pos="100000">
                  <a:srgbClr val="0000D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9" name="Splat 959"/>
            <p:cNvSpPr>
              <a:spLocks noGrp="1"/>
            </p:cNvSpPr>
            <p:nvPr/>
          </p:nvSpPr>
          <p:spPr>
            <a:xfrm rot="5400000">
              <a:off x="2110652" y="910268"/>
              <a:ext cx="284234" cy="284234"/>
            </a:xfrm>
            <a:prstGeom prst="ellipse">
              <a:avLst/>
            </a:prstGeom>
            <a:gradFill>
              <a:gsLst>
                <a:gs pos="0">
                  <a:srgbClr val="007BBC">
                    <a:alpha val="32968"/>
                  </a:srgbClr>
                </a:gs>
                <a:gs pos="14286">
                  <a:srgbClr val="007BBC">
                    <a:alpha val="30764"/>
                  </a:srgbClr>
                </a:gs>
                <a:gs pos="28571">
                  <a:srgbClr val="007BBC">
                    <a:alpha val="24833"/>
                  </a:srgbClr>
                </a:gs>
                <a:gs pos="42857">
                  <a:srgbClr val="007BBC">
                    <a:alpha val="17075"/>
                  </a:srgbClr>
                </a:gs>
                <a:gs pos="57143">
                  <a:srgbClr val="007BBC">
                    <a:alpha val="9855"/>
                  </a:srgbClr>
                </a:gs>
                <a:gs pos="71429">
                  <a:srgbClr val="007BBC">
                    <a:alpha val="4740"/>
                  </a:srgbClr>
                </a:gs>
                <a:gs pos="85714">
                  <a:srgbClr val="007BBC">
                    <a:alpha val="1902"/>
                  </a:srgbClr>
                </a:gs>
                <a:gs pos="100000">
                  <a:srgbClr val="007BB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0" name="Splat 960"/>
            <p:cNvSpPr>
              <a:spLocks noGrp="1"/>
            </p:cNvSpPr>
            <p:nvPr/>
          </p:nvSpPr>
          <p:spPr>
            <a:xfrm rot="5400000">
              <a:off x="2023791" y="979983"/>
              <a:ext cx="272603" cy="272603"/>
            </a:xfrm>
            <a:prstGeom prst="ellipse">
              <a:avLst/>
            </a:prstGeom>
            <a:gradFill>
              <a:gsLst>
                <a:gs pos="0">
                  <a:srgbClr val="ADDFFF">
                    <a:alpha val="32968"/>
                  </a:srgbClr>
                </a:gs>
                <a:gs pos="14286">
                  <a:srgbClr val="ADDFFF">
                    <a:alpha val="30764"/>
                  </a:srgbClr>
                </a:gs>
                <a:gs pos="28571">
                  <a:srgbClr val="ADDFFF">
                    <a:alpha val="24833"/>
                  </a:srgbClr>
                </a:gs>
                <a:gs pos="42857">
                  <a:srgbClr val="ADDFFF">
                    <a:alpha val="17075"/>
                  </a:srgbClr>
                </a:gs>
                <a:gs pos="57143">
                  <a:srgbClr val="ADDFFF">
                    <a:alpha val="9855"/>
                  </a:srgbClr>
                </a:gs>
                <a:gs pos="71429">
                  <a:srgbClr val="ADDFFF">
                    <a:alpha val="4740"/>
                  </a:srgbClr>
                </a:gs>
                <a:gs pos="85714">
                  <a:srgbClr val="ADDFFF">
                    <a:alpha val="1902"/>
                  </a:srgbClr>
                </a:gs>
                <a:gs pos="100000">
                  <a:srgbClr val="ADD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Splat 961"/>
            <p:cNvSpPr>
              <a:spLocks noGrp="1"/>
            </p:cNvSpPr>
            <p:nvPr/>
          </p:nvSpPr>
          <p:spPr>
            <a:xfrm rot="5400000">
              <a:off x="1981863" y="2618481"/>
              <a:ext cx="330322" cy="330322"/>
            </a:xfrm>
            <a:prstGeom prst="ellipse">
              <a:avLst/>
            </a:prstGeom>
            <a:gradFill>
              <a:gsLst>
                <a:gs pos="0">
                  <a:srgbClr val="000034">
                    <a:alpha val="18730"/>
                  </a:srgbClr>
                </a:gs>
                <a:gs pos="14286">
                  <a:srgbClr val="000034">
                    <a:alpha val="17355"/>
                  </a:srgbClr>
                </a:gs>
                <a:gs pos="28571">
                  <a:srgbClr val="000034">
                    <a:alpha val="13757"/>
                  </a:srgbClr>
                </a:gs>
                <a:gs pos="42857">
                  <a:srgbClr val="000034">
                    <a:alpha val="9252"/>
                  </a:srgbClr>
                </a:gs>
                <a:gs pos="57143">
                  <a:srgbClr val="000034">
                    <a:alpha val="5237"/>
                  </a:srgbClr>
                </a:gs>
                <a:gs pos="71429">
                  <a:srgbClr val="000034">
                    <a:alpha val="2487"/>
                  </a:srgbClr>
                </a:gs>
                <a:gs pos="85714">
                  <a:srgbClr val="000034">
                    <a:alpha val="991"/>
                  </a:srgbClr>
                </a:gs>
                <a:gs pos="100000">
                  <a:srgbClr val="000034">
                    <a:alpha val="3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2" name="Splat 962"/>
            <p:cNvSpPr>
              <a:spLocks noGrp="1"/>
            </p:cNvSpPr>
            <p:nvPr/>
          </p:nvSpPr>
          <p:spPr>
            <a:xfrm rot="5400000">
              <a:off x="-22486" y="4178667"/>
              <a:ext cx="346562" cy="346562"/>
            </a:xfrm>
            <a:prstGeom prst="ellipse">
              <a:avLst/>
            </a:prstGeom>
            <a:gradFill>
              <a:gsLst>
                <a:gs pos="0">
                  <a:srgbClr val="EDFFF0">
                    <a:alpha val="27417"/>
                  </a:srgbClr>
                </a:gs>
                <a:gs pos="14286">
                  <a:srgbClr val="EDFFF0">
                    <a:alpha val="25511"/>
                  </a:srgbClr>
                </a:gs>
                <a:gs pos="28571">
                  <a:srgbClr val="EDFFF0">
                    <a:alpha val="20441"/>
                  </a:srgbClr>
                </a:gs>
                <a:gs pos="42857">
                  <a:srgbClr val="EDFFF0">
                    <a:alpha val="13929"/>
                  </a:srgbClr>
                </a:gs>
                <a:gs pos="57143">
                  <a:srgbClr val="EDFFF0">
                    <a:alpha val="7975"/>
                  </a:srgbClr>
                </a:gs>
                <a:gs pos="71429">
                  <a:srgbClr val="EDFFF0">
                    <a:alpha val="3816"/>
                  </a:srgbClr>
                </a:gs>
                <a:gs pos="85714">
                  <a:srgbClr val="EDFFF0">
                    <a:alpha val="1527"/>
                  </a:srgbClr>
                </a:gs>
                <a:gs pos="100000">
                  <a:srgbClr val="EDFFF0">
                    <a:alpha val="5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Splat 963"/>
            <p:cNvSpPr>
              <a:spLocks noGrp="1"/>
            </p:cNvSpPr>
            <p:nvPr/>
          </p:nvSpPr>
          <p:spPr>
            <a:xfrm rot="7815995">
              <a:off x="2309820" y="1170575"/>
              <a:ext cx="292274" cy="92233"/>
            </a:xfrm>
            <a:prstGeom prst="ellipse">
              <a:avLst/>
            </a:prstGeom>
            <a:gradFill>
              <a:gsLst>
                <a:gs pos="0">
                  <a:srgbClr val="000074">
                    <a:alpha val="13389"/>
                  </a:srgbClr>
                </a:gs>
                <a:gs pos="14286">
                  <a:srgbClr val="000074">
                    <a:alpha val="12376"/>
                  </a:srgbClr>
                </a:gs>
                <a:gs pos="28571">
                  <a:srgbClr val="000074">
                    <a:alpha val="9749"/>
                  </a:srgbClr>
                </a:gs>
                <a:gs pos="42857">
                  <a:srgbClr val="000074">
                    <a:alpha val="6507"/>
                  </a:srgbClr>
                </a:gs>
                <a:gs pos="57143">
                  <a:srgbClr val="000074">
                    <a:alpha val="3660"/>
                  </a:srgbClr>
                </a:gs>
                <a:gs pos="71429">
                  <a:srgbClr val="000074">
                    <a:alpha val="1730"/>
                  </a:srgbClr>
                </a:gs>
                <a:gs pos="85714">
                  <a:srgbClr val="000074">
                    <a:alpha val="688"/>
                  </a:srgbClr>
                </a:gs>
                <a:gs pos="100000">
                  <a:srgbClr val="000074">
                    <a:alpha val="2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Splat 964"/>
            <p:cNvSpPr>
              <a:spLocks noGrp="1"/>
            </p:cNvSpPr>
            <p:nvPr/>
          </p:nvSpPr>
          <p:spPr>
            <a:xfrm rot="7887740">
              <a:off x="1410280" y="1424101"/>
              <a:ext cx="356676" cy="211586"/>
            </a:xfrm>
            <a:prstGeom prst="ellipse">
              <a:avLst/>
            </a:prstGeom>
            <a:gradFill>
              <a:gsLst>
                <a:gs pos="0">
                  <a:srgbClr val="00FFE5">
                    <a:alpha val="8348"/>
                  </a:srgbClr>
                </a:gs>
                <a:gs pos="14286">
                  <a:srgbClr val="00FFE5">
                    <a:alpha val="7700"/>
                  </a:srgbClr>
                </a:gs>
                <a:gs pos="28571">
                  <a:srgbClr val="00FFE5">
                    <a:alpha val="6032"/>
                  </a:srgbClr>
                </a:gs>
                <a:gs pos="42857">
                  <a:srgbClr val="00FFE5">
                    <a:alpha val="3998"/>
                  </a:srgbClr>
                </a:gs>
                <a:gs pos="57143">
                  <a:srgbClr val="00FFE5">
                    <a:alpha val="2236"/>
                  </a:srgbClr>
                </a:gs>
                <a:gs pos="71429">
                  <a:srgbClr val="00FFE5">
                    <a:alpha val="1053"/>
                  </a:srgbClr>
                </a:gs>
                <a:gs pos="85714">
                  <a:srgbClr val="00FFE5">
                    <a:alpha val="418"/>
                  </a:srgbClr>
                </a:gs>
                <a:gs pos="100000">
                  <a:srgbClr val="00FFE5">
                    <a:alpha val="1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Splat 965"/>
            <p:cNvSpPr>
              <a:spLocks noGrp="1"/>
            </p:cNvSpPr>
            <p:nvPr/>
          </p:nvSpPr>
          <p:spPr>
            <a:xfrm rot="5400000">
              <a:off x="2591027" y="1303219"/>
              <a:ext cx="296299" cy="296299"/>
            </a:xfrm>
            <a:prstGeom prst="ellipse">
              <a:avLst/>
            </a:prstGeom>
            <a:gradFill>
              <a:gsLst>
                <a:gs pos="0">
                  <a:srgbClr val="00FFE5">
                    <a:alpha val="7007"/>
                  </a:srgbClr>
                </a:gs>
                <a:gs pos="14286">
                  <a:srgbClr val="00FFE5">
                    <a:alpha val="6459"/>
                  </a:srgbClr>
                </a:gs>
                <a:gs pos="28571">
                  <a:srgbClr val="00FFE5">
                    <a:alpha val="5052"/>
                  </a:srgbClr>
                </a:gs>
                <a:gs pos="42857">
                  <a:srgbClr val="00FFE5">
                    <a:alpha val="3343"/>
                  </a:srgbClr>
                </a:gs>
                <a:gs pos="57143">
                  <a:srgbClr val="00FFE5">
                    <a:alpha val="1867"/>
                  </a:srgbClr>
                </a:gs>
                <a:gs pos="71429">
                  <a:srgbClr val="00FFE5">
                    <a:alpha val="878"/>
                  </a:srgbClr>
                </a:gs>
                <a:gs pos="85714">
                  <a:srgbClr val="00FFE5">
                    <a:alpha val="348"/>
                  </a:srgbClr>
                </a:gs>
                <a:gs pos="100000">
                  <a:srgbClr val="00FFE5">
                    <a:alpha val="1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Splat 966"/>
            <p:cNvSpPr>
              <a:spLocks noGrp="1"/>
            </p:cNvSpPr>
            <p:nvPr/>
          </p:nvSpPr>
          <p:spPr>
            <a:xfrm rot="5400000">
              <a:off x="45262" y="4288042"/>
              <a:ext cx="357509" cy="357509"/>
            </a:xfrm>
            <a:prstGeom prst="ellipse">
              <a:avLst/>
            </a:prstGeom>
            <a:gradFill>
              <a:gsLst>
                <a:gs pos="0">
                  <a:srgbClr val="D600B9">
                    <a:alpha val="32968"/>
                  </a:srgbClr>
                </a:gs>
                <a:gs pos="14286">
                  <a:srgbClr val="D600B9">
                    <a:alpha val="30764"/>
                  </a:srgbClr>
                </a:gs>
                <a:gs pos="28571">
                  <a:srgbClr val="D600B9">
                    <a:alpha val="24833"/>
                  </a:srgbClr>
                </a:gs>
                <a:gs pos="42857">
                  <a:srgbClr val="D600B9">
                    <a:alpha val="17075"/>
                  </a:srgbClr>
                </a:gs>
                <a:gs pos="57143">
                  <a:srgbClr val="D600B9">
                    <a:alpha val="9855"/>
                  </a:srgbClr>
                </a:gs>
                <a:gs pos="71429">
                  <a:srgbClr val="D600B9">
                    <a:alpha val="4740"/>
                  </a:srgbClr>
                </a:gs>
                <a:gs pos="85714">
                  <a:srgbClr val="D600B9">
                    <a:alpha val="1902"/>
                  </a:srgbClr>
                </a:gs>
                <a:gs pos="100000">
                  <a:srgbClr val="D600B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Splat 967"/>
            <p:cNvSpPr>
              <a:spLocks noGrp="1"/>
            </p:cNvSpPr>
            <p:nvPr/>
          </p:nvSpPr>
          <p:spPr>
            <a:xfrm rot="10578755">
              <a:off x="2354732" y="1917793"/>
              <a:ext cx="247592" cy="88022"/>
            </a:xfrm>
            <a:prstGeom prst="ellipse">
              <a:avLst/>
            </a:prstGeom>
            <a:gradFill>
              <a:gsLst>
                <a:gs pos="0">
                  <a:srgbClr val="007CC5">
                    <a:alpha val="32968"/>
                  </a:srgbClr>
                </a:gs>
                <a:gs pos="14286">
                  <a:srgbClr val="007CC5">
                    <a:alpha val="30764"/>
                  </a:srgbClr>
                </a:gs>
                <a:gs pos="28571">
                  <a:srgbClr val="007CC5">
                    <a:alpha val="24833"/>
                  </a:srgbClr>
                </a:gs>
                <a:gs pos="42857">
                  <a:srgbClr val="007CC5">
                    <a:alpha val="17075"/>
                  </a:srgbClr>
                </a:gs>
                <a:gs pos="57143">
                  <a:srgbClr val="007CC5">
                    <a:alpha val="9855"/>
                  </a:srgbClr>
                </a:gs>
                <a:gs pos="71429">
                  <a:srgbClr val="007CC5">
                    <a:alpha val="4740"/>
                  </a:srgbClr>
                </a:gs>
                <a:gs pos="85714">
                  <a:srgbClr val="007CC5">
                    <a:alpha val="1902"/>
                  </a:srgbClr>
                </a:gs>
                <a:gs pos="100000">
                  <a:srgbClr val="007CC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Splat 968"/>
            <p:cNvSpPr>
              <a:spLocks noGrp="1"/>
            </p:cNvSpPr>
            <p:nvPr/>
          </p:nvSpPr>
          <p:spPr>
            <a:xfrm rot="5400000">
              <a:off x="1957003" y="2801279"/>
              <a:ext cx="367457" cy="367457"/>
            </a:xfrm>
            <a:prstGeom prst="ellipse">
              <a:avLst/>
            </a:prstGeom>
            <a:gradFill>
              <a:gsLst>
                <a:gs pos="0">
                  <a:srgbClr val="FFFFA1">
                    <a:alpha val="21078"/>
                  </a:srgbClr>
                </a:gs>
                <a:gs pos="14286">
                  <a:srgbClr val="FFFFA1">
                    <a:alpha val="19553"/>
                  </a:srgbClr>
                </a:gs>
                <a:gs pos="28571">
                  <a:srgbClr val="FFFFA1">
                    <a:alpha val="15543"/>
                  </a:srgbClr>
                </a:gs>
                <a:gs pos="42857">
                  <a:srgbClr val="FFFFA1">
                    <a:alpha val="10489"/>
                  </a:srgbClr>
                </a:gs>
                <a:gs pos="57143">
                  <a:srgbClr val="FFFFA1">
                    <a:alpha val="5955"/>
                  </a:srgbClr>
                </a:gs>
                <a:gs pos="71429">
                  <a:srgbClr val="FFFFA1">
                    <a:alpha val="2833"/>
                  </a:srgbClr>
                </a:gs>
                <a:gs pos="85714">
                  <a:srgbClr val="FFFFA1">
                    <a:alpha val="1130"/>
                  </a:srgbClr>
                </a:gs>
                <a:gs pos="100000">
                  <a:srgbClr val="FFFFA1">
                    <a:alpha val="3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Splat 969"/>
            <p:cNvSpPr>
              <a:spLocks noGrp="1"/>
            </p:cNvSpPr>
            <p:nvPr/>
          </p:nvSpPr>
          <p:spPr>
            <a:xfrm rot="5400000">
              <a:off x="2722358" y="966078"/>
              <a:ext cx="359997" cy="359997"/>
            </a:xfrm>
            <a:prstGeom prst="ellipse">
              <a:avLst/>
            </a:prstGeom>
            <a:gradFill>
              <a:gsLst>
                <a:gs pos="0">
                  <a:srgbClr val="FF0050">
                    <a:alpha val="26907"/>
                  </a:srgbClr>
                </a:gs>
                <a:gs pos="14286">
                  <a:srgbClr val="FF0050">
                    <a:alpha val="25030"/>
                  </a:srgbClr>
                </a:gs>
                <a:gs pos="28571">
                  <a:srgbClr val="FF0050">
                    <a:alpha val="20043"/>
                  </a:srgbClr>
                </a:gs>
                <a:gs pos="42857">
                  <a:srgbClr val="FF0050">
                    <a:alpha val="13646"/>
                  </a:srgbClr>
                </a:gs>
                <a:gs pos="57143">
                  <a:srgbClr val="FF0050">
                    <a:alpha val="7808"/>
                  </a:srgbClr>
                </a:gs>
                <a:gs pos="71429">
                  <a:srgbClr val="FF0050">
                    <a:alpha val="3734"/>
                  </a:srgbClr>
                </a:gs>
                <a:gs pos="85714">
                  <a:srgbClr val="FF0050">
                    <a:alpha val="1494"/>
                  </a:srgbClr>
                </a:gs>
                <a:gs pos="100000">
                  <a:srgbClr val="FF0050">
                    <a:alpha val="5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Splat 970"/>
            <p:cNvSpPr>
              <a:spLocks noGrp="1"/>
            </p:cNvSpPr>
            <p:nvPr/>
          </p:nvSpPr>
          <p:spPr>
            <a:xfrm rot="5400000">
              <a:off x="928451" y="3276534"/>
              <a:ext cx="392431" cy="392431"/>
            </a:xfrm>
            <a:prstGeom prst="ellipse">
              <a:avLst/>
            </a:prstGeom>
            <a:gradFill>
              <a:gsLst>
                <a:gs pos="0">
                  <a:srgbClr val="00C4EB">
                    <a:alpha val="32968"/>
                  </a:srgbClr>
                </a:gs>
                <a:gs pos="14286">
                  <a:srgbClr val="00C4EB">
                    <a:alpha val="30764"/>
                  </a:srgbClr>
                </a:gs>
                <a:gs pos="28571">
                  <a:srgbClr val="00C4EB">
                    <a:alpha val="24833"/>
                  </a:srgbClr>
                </a:gs>
                <a:gs pos="42857">
                  <a:srgbClr val="00C4EB">
                    <a:alpha val="17075"/>
                  </a:srgbClr>
                </a:gs>
                <a:gs pos="57143">
                  <a:srgbClr val="00C4EB">
                    <a:alpha val="9855"/>
                  </a:srgbClr>
                </a:gs>
                <a:gs pos="71429">
                  <a:srgbClr val="00C4EB">
                    <a:alpha val="4740"/>
                  </a:srgbClr>
                </a:gs>
                <a:gs pos="85714">
                  <a:srgbClr val="00C4EB">
                    <a:alpha val="1902"/>
                  </a:srgbClr>
                </a:gs>
                <a:gs pos="100000">
                  <a:srgbClr val="00C4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Splat 971"/>
            <p:cNvSpPr>
              <a:spLocks noGrp="1"/>
            </p:cNvSpPr>
            <p:nvPr/>
          </p:nvSpPr>
          <p:spPr>
            <a:xfrm rot="5400000">
              <a:off x="2549069" y="2039293"/>
              <a:ext cx="359655" cy="359655"/>
            </a:xfrm>
            <a:prstGeom prst="ellipse">
              <a:avLst/>
            </a:prstGeom>
            <a:gradFill>
              <a:gsLst>
                <a:gs pos="0">
                  <a:srgbClr val="004A56">
                    <a:alpha val="17779"/>
                  </a:srgbClr>
                </a:gs>
                <a:gs pos="14286">
                  <a:srgbClr val="004A56">
                    <a:alpha val="16467"/>
                  </a:srgbClr>
                </a:gs>
                <a:gs pos="28571">
                  <a:srgbClr val="004A56">
                    <a:alpha val="13039"/>
                  </a:srgbClr>
                </a:gs>
                <a:gs pos="42857">
                  <a:srgbClr val="004A56">
                    <a:alpha val="8756"/>
                  </a:srgbClr>
                </a:gs>
                <a:gs pos="57143">
                  <a:srgbClr val="004A56">
                    <a:alpha val="4951"/>
                  </a:srgbClr>
                </a:gs>
                <a:gs pos="71429">
                  <a:srgbClr val="004A56">
                    <a:alpha val="2349"/>
                  </a:srgbClr>
                </a:gs>
                <a:gs pos="85714">
                  <a:srgbClr val="004A56">
                    <a:alpha val="935"/>
                  </a:srgbClr>
                </a:gs>
                <a:gs pos="100000">
                  <a:srgbClr val="004A56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Splat 972"/>
            <p:cNvSpPr>
              <a:spLocks noGrp="1"/>
            </p:cNvSpPr>
            <p:nvPr/>
          </p:nvSpPr>
          <p:spPr>
            <a:xfrm rot="5400000">
              <a:off x="1070036" y="3271357"/>
              <a:ext cx="401063" cy="401063"/>
            </a:xfrm>
            <a:prstGeom prst="ellipse">
              <a:avLst/>
            </a:prstGeom>
            <a:gradFill>
              <a:gsLst>
                <a:gs pos="0">
                  <a:srgbClr val="000089">
                    <a:alpha val="32968"/>
                  </a:srgbClr>
                </a:gs>
                <a:gs pos="14286">
                  <a:srgbClr val="000089">
                    <a:alpha val="30764"/>
                  </a:srgbClr>
                </a:gs>
                <a:gs pos="28571">
                  <a:srgbClr val="000089">
                    <a:alpha val="24833"/>
                  </a:srgbClr>
                </a:gs>
                <a:gs pos="42857">
                  <a:srgbClr val="000089">
                    <a:alpha val="17075"/>
                  </a:srgbClr>
                </a:gs>
                <a:gs pos="57143">
                  <a:srgbClr val="000089">
                    <a:alpha val="9855"/>
                  </a:srgbClr>
                </a:gs>
                <a:gs pos="71429">
                  <a:srgbClr val="000089">
                    <a:alpha val="4740"/>
                  </a:srgbClr>
                </a:gs>
                <a:gs pos="85714">
                  <a:srgbClr val="000089">
                    <a:alpha val="1902"/>
                  </a:srgbClr>
                </a:gs>
                <a:gs pos="100000">
                  <a:srgbClr val="00008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Splat 973"/>
            <p:cNvSpPr>
              <a:spLocks noGrp="1"/>
            </p:cNvSpPr>
            <p:nvPr/>
          </p:nvSpPr>
          <p:spPr>
            <a:xfrm rot="5400000">
              <a:off x="1916804" y="314895"/>
              <a:ext cx="430476" cy="430476"/>
            </a:xfrm>
            <a:prstGeom prst="ellipse">
              <a:avLst/>
            </a:prstGeom>
            <a:gradFill>
              <a:gsLst>
                <a:gs pos="0">
                  <a:srgbClr val="FFFFFF">
                    <a:alpha val="2829"/>
                  </a:srgbClr>
                </a:gs>
                <a:gs pos="14286">
                  <a:srgbClr val="FFFFFF">
                    <a:alpha val="2603"/>
                  </a:srgbClr>
                </a:gs>
                <a:gs pos="28571">
                  <a:srgbClr val="FFFFFF">
                    <a:alpha val="2027"/>
                  </a:srgbClr>
                </a:gs>
                <a:gs pos="42857">
                  <a:srgbClr val="FFFFFF">
                    <a:alpha val="1334"/>
                  </a:srgbClr>
                </a:gs>
                <a:gs pos="57143">
                  <a:srgbClr val="FFFFFF">
                    <a:alpha val="742"/>
                  </a:srgbClr>
                </a:gs>
                <a:gs pos="71429">
                  <a:srgbClr val="FFFFFF">
                    <a:alpha val="348"/>
                  </a:srgbClr>
                </a:gs>
                <a:gs pos="85714">
                  <a:srgbClr val="FFFFFF">
                    <a:alpha val="138"/>
                  </a:srgbClr>
                </a:gs>
                <a:gs pos="100000">
                  <a:srgbClr val="FFFFFF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Splat 974"/>
            <p:cNvSpPr>
              <a:spLocks noGrp="1"/>
            </p:cNvSpPr>
            <p:nvPr/>
          </p:nvSpPr>
          <p:spPr>
            <a:xfrm rot="-9993864">
              <a:off x="1567488" y="1418136"/>
              <a:ext cx="302616" cy="84060"/>
            </a:xfrm>
            <a:prstGeom prst="ellipse">
              <a:avLst/>
            </a:prstGeom>
            <a:gradFill>
              <a:gsLst>
                <a:gs pos="0">
                  <a:srgbClr val="5100AA">
                    <a:alpha val="32968"/>
                  </a:srgbClr>
                </a:gs>
                <a:gs pos="14286">
                  <a:srgbClr val="5100AA">
                    <a:alpha val="30764"/>
                  </a:srgbClr>
                </a:gs>
                <a:gs pos="28571">
                  <a:srgbClr val="5100AA">
                    <a:alpha val="24833"/>
                  </a:srgbClr>
                </a:gs>
                <a:gs pos="42857">
                  <a:srgbClr val="5100AA">
                    <a:alpha val="17075"/>
                  </a:srgbClr>
                </a:gs>
                <a:gs pos="57143">
                  <a:srgbClr val="5100AA">
                    <a:alpha val="9855"/>
                  </a:srgbClr>
                </a:gs>
                <a:gs pos="71429">
                  <a:srgbClr val="5100AA">
                    <a:alpha val="4740"/>
                  </a:srgbClr>
                </a:gs>
                <a:gs pos="85714">
                  <a:srgbClr val="5100AA">
                    <a:alpha val="1902"/>
                  </a:srgbClr>
                </a:gs>
                <a:gs pos="100000">
                  <a:srgbClr val="5100A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Splat 975"/>
            <p:cNvSpPr>
              <a:spLocks noGrp="1"/>
            </p:cNvSpPr>
            <p:nvPr/>
          </p:nvSpPr>
          <p:spPr>
            <a:xfrm rot="5400000">
              <a:off x="1040334" y="1719233"/>
              <a:ext cx="304366" cy="304366"/>
            </a:xfrm>
            <a:prstGeom prst="ellipse">
              <a:avLst/>
            </a:prstGeom>
            <a:gradFill>
              <a:gsLst>
                <a:gs pos="0">
                  <a:srgbClr val="00007B">
                    <a:alpha val="32968"/>
                  </a:srgbClr>
                </a:gs>
                <a:gs pos="14286">
                  <a:srgbClr val="00007B">
                    <a:alpha val="30764"/>
                  </a:srgbClr>
                </a:gs>
                <a:gs pos="28571">
                  <a:srgbClr val="00007B">
                    <a:alpha val="24833"/>
                  </a:srgbClr>
                </a:gs>
                <a:gs pos="42857">
                  <a:srgbClr val="00007B">
                    <a:alpha val="17075"/>
                  </a:srgbClr>
                </a:gs>
                <a:gs pos="57143">
                  <a:srgbClr val="00007B">
                    <a:alpha val="9855"/>
                  </a:srgbClr>
                </a:gs>
                <a:gs pos="71429">
                  <a:srgbClr val="00007B">
                    <a:alpha val="4740"/>
                  </a:srgbClr>
                </a:gs>
                <a:gs pos="85714">
                  <a:srgbClr val="00007B">
                    <a:alpha val="1902"/>
                  </a:srgbClr>
                </a:gs>
                <a:gs pos="100000">
                  <a:srgbClr val="00007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Splat 976"/>
            <p:cNvSpPr>
              <a:spLocks noGrp="1"/>
            </p:cNvSpPr>
            <p:nvPr/>
          </p:nvSpPr>
          <p:spPr>
            <a:xfrm rot="5400000">
              <a:off x="1200898" y="2780994"/>
              <a:ext cx="394226" cy="394226"/>
            </a:xfrm>
            <a:prstGeom prst="ellipse">
              <a:avLst/>
            </a:prstGeom>
            <a:gradFill>
              <a:gsLst>
                <a:gs pos="0">
                  <a:srgbClr val="AEF500">
                    <a:alpha val="32968"/>
                  </a:srgbClr>
                </a:gs>
                <a:gs pos="14286">
                  <a:srgbClr val="AEF500">
                    <a:alpha val="30764"/>
                  </a:srgbClr>
                </a:gs>
                <a:gs pos="28571">
                  <a:srgbClr val="AEF500">
                    <a:alpha val="24833"/>
                  </a:srgbClr>
                </a:gs>
                <a:gs pos="42857">
                  <a:srgbClr val="AEF500">
                    <a:alpha val="17075"/>
                  </a:srgbClr>
                </a:gs>
                <a:gs pos="57143">
                  <a:srgbClr val="AEF500">
                    <a:alpha val="9855"/>
                  </a:srgbClr>
                </a:gs>
                <a:gs pos="71429">
                  <a:srgbClr val="AEF500">
                    <a:alpha val="4740"/>
                  </a:srgbClr>
                </a:gs>
                <a:gs pos="85714">
                  <a:srgbClr val="AEF500">
                    <a:alpha val="1902"/>
                  </a:srgbClr>
                </a:gs>
                <a:gs pos="100000">
                  <a:srgbClr val="AEF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Splat 977"/>
            <p:cNvSpPr>
              <a:spLocks noGrp="1"/>
            </p:cNvSpPr>
            <p:nvPr/>
          </p:nvSpPr>
          <p:spPr>
            <a:xfrm rot="-8223532">
              <a:off x="1388269" y="897334"/>
              <a:ext cx="328613" cy="91281"/>
            </a:xfrm>
            <a:prstGeom prst="ellipse">
              <a:avLst/>
            </a:prstGeom>
            <a:gradFill>
              <a:gsLst>
                <a:gs pos="0">
                  <a:srgbClr val="900078">
                    <a:alpha val="32968"/>
                  </a:srgbClr>
                </a:gs>
                <a:gs pos="14286">
                  <a:srgbClr val="900078">
                    <a:alpha val="30764"/>
                  </a:srgbClr>
                </a:gs>
                <a:gs pos="28571">
                  <a:srgbClr val="900078">
                    <a:alpha val="24833"/>
                  </a:srgbClr>
                </a:gs>
                <a:gs pos="42857">
                  <a:srgbClr val="900078">
                    <a:alpha val="17075"/>
                  </a:srgbClr>
                </a:gs>
                <a:gs pos="57143">
                  <a:srgbClr val="900078">
                    <a:alpha val="9855"/>
                  </a:srgbClr>
                </a:gs>
                <a:gs pos="71429">
                  <a:srgbClr val="900078">
                    <a:alpha val="4740"/>
                  </a:srgbClr>
                </a:gs>
                <a:gs pos="85714">
                  <a:srgbClr val="900078">
                    <a:alpha val="1902"/>
                  </a:srgbClr>
                </a:gs>
                <a:gs pos="100000">
                  <a:srgbClr val="90007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Splat 978"/>
            <p:cNvSpPr>
              <a:spLocks noGrp="1"/>
            </p:cNvSpPr>
            <p:nvPr/>
          </p:nvSpPr>
          <p:spPr>
            <a:xfrm rot="-10394702">
              <a:off x="1189582" y="2046990"/>
              <a:ext cx="266524" cy="85128"/>
            </a:xfrm>
            <a:prstGeom prst="ellipse">
              <a:avLst/>
            </a:prstGeom>
            <a:gradFill>
              <a:gsLst>
                <a:gs pos="0">
                  <a:srgbClr val="AECCE6">
                    <a:alpha val="32968"/>
                  </a:srgbClr>
                </a:gs>
                <a:gs pos="14286">
                  <a:srgbClr val="AECCE6">
                    <a:alpha val="30764"/>
                  </a:srgbClr>
                </a:gs>
                <a:gs pos="28571">
                  <a:srgbClr val="AECCE6">
                    <a:alpha val="24833"/>
                  </a:srgbClr>
                </a:gs>
                <a:gs pos="42857">
                  <a:srgbClr val="AECCE6">
                    <a:alpha val="17075"/>
                  </a:srgbClr>
                </a:gs>
                <a:gs pos="57143">
                  <a:srgbClr val="AECCE6">
                    <a:alpha val="9855"/>
                  </a:srgbClr>
                </a:gs>
                <a:gs pos="71429">
                  <a:srgbClr val="AECCE6">
                    <a:alpha val="4740"/>
                  </a:srgbClr>
                </a:gs>
                <a:gs pos="85714">
                  <a:srgbClr val="AECCE6">
                    <a:alpha val="1902"/>
                  </a:srgbClr>
                </a:gs>
                <a:gs pos="100000">
                  <a:srgbClr val="AECC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Splat 979"/>
            <p:cNvSpPr>
              <a:spLocks noGrp="1"/>
            </p:cNvSpPr>
            <p:nvPr/>
          </p:nvSpPr>
          <p:spPr>
            <a:xfrm rot="7761048">
              <a:off x="1410494" y="1993328"/>
              <a:ext cx="181051" cy="88921"/>
            </a:xfrm>
            <a:prstGeom prst="ellipse">
              <a:avLst/>
            </a:prstGeom>
            <a:gradFill>
              <a:gsLst>
                <a:gs pos="0">
                  <a:srgbClr val="3D0000">
                    <a:alpha val="15555"/>
                  </a:srgbClr>
                </a:gs>
                <a:gs pos="14286">
                  <a:srgbClr val="3D0000">
                    <a:alpha val="14392"/>
                  </a:srgbClr>
                </a:gs>
                <a:gs pos="28571">
                  <a:srgbClr val="3D0000">
                    <a:alpha val="11366"/>
                  </a:srgbClr>
                </a:gs>
                <a:gs pos="42857">
                  <a:srgbClr val="3D0000">
                    <a:alpha val="7609"/>
                  </a:srgbClr>
                </a:gs>
                <a:gs pos="57143">
                  <a:srgbClr val="3D0000">
                    <a:alpha val="4290"/>
                  </a:srgbClr>
                </a:gs>
                <a:gs pos="71429">
                  <a:srgbClr val="3D0000">
                    <a:alpha val="2032"/>
                  </a:srgbClr>
                </a:gs>
                <a:gs pos="85714">
                  <a:srgbClr val="3D0000">
                    <a:alpha val="808"/>
                  </a:srgbClr>
                </a:gs>
                <a:gs pos="100000">
                  <a:srgbClr val="3D0000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Splat 980"/>
            <p:cNvSpPr>
              <a:spLocks noGrp="1"/>
            </p:cNvSpPr>
            <p:nvPr/>
          </p:nvSpPr>
          <p:spPr>
            <a:xfrm rot="-8673259">
              <a:off x="2391247" y="2212314"/>
              <a:ext cx="328612" cy="182097"/>
            </a:xfrm>
            <a:prstGeom prst="ellipse">
              <a:avLst/>
            </a:prstGeom>
            <a:gradFill>
              <a:gsLst>
                <a:gs pos="0">
                  <a:srgbClr val="E6CF20">
                    <a:alpha val="4281"/>
                  </a:srgbClr>
                </a:gs>
                <a:gs pos="14286">
                  <a:srgbClr val="E6CF20">
                    <a:alpha val="3941"/>
                  </a:srgbClr>
                </a:gs>
                <a:gs pos="28571">
                  <a:srgbClr val="E6CF20">
                    <a:alpha val="3074"/>
                  </a:srgbClr>
                </a:gs>
                <a:gs pos="42857">
                  <a:srgbClr val="E6CF20">
                    <a:alpha val="2027"/>
                  </a:srgbClr>
                </a:gs>
                <a:gs pos="57143">
                  <a:srgbClr val="E6CF20">
                    <a:alpha val="1128"/>
                  </a:srgbClr>
                </a:gs>
                <a:gs pos="71429">
                  <a:srgbClr val="E6CF20">
                    <a:alpha val="530"/>
                  </a:srgbClr>
                </a:gs>
                <a:gs pos="85714">
                  <a:srgbClr val="E6CF20">
                    <a:alpha val="210"/>
                  </a:srgbClr>
                </a:gs>
                <a:gs pos="100000">
                  <a:srgbClr val="E6CF20">
                    <a:alpha val="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Splat 981"/>
            <p:cNvSpPr>
              <a:spLocks noGrp="1"/>
            </p:cNvSpPr>
            <p:nvPr/>
          </p:nvSpPr>
          <p:spPr>
            <a:xfrm rot="5400000">
              <a:off x="2227205" y="1886097"/>
              <a:ext cx="255957" cy="255957"/>
            </a:xfrm>
            <a:prstGeom prst="ellipse">
              <a:avLst/>
            </a:prstGeom>
            <a:gradFill>
              <a:gsLst>
                <a:gs pos="0">
                  <a:srgbClr val="565BC0">
                    <a:alpha val="27788"/>
                  </a:srgbClr>
                </a:gs>
                <a:gs pos="14286">
                  <a:srgbClr val="565BC0">
                    <a:alpha val="25861"/>
                  </a:srgbClr>
                </a:gs>
                <a:gs pos="28571">
                  <a:srgbClr val="565BC0">
                    <a:alpha val="20732"/>
                  </a:srgbClr>
                </a:gs>
                <a:gs pos="42857">
                  <a:srgbClr val="565BC0">
                    <a:alpha val="14135"/>
                  </a:srgbClr>
                </a:gs>
                <a:gs pos="57143">
                  <a:srgbClr val="565BC0">
                    <a:alpha val="8098"/>
                  </a:srgbClr>
                </a:gs>
                <a:gs pos="71429">
                  <a:srgbClr val="565BC0">
                    <a:alpha val="3876"/>
                  </a:srgbClr>
                </a:gs>
                <a:gs pos="85714">
                  <a:srgbClr val="565BC0">
                    <a:alpha val="1551"/>
                  </a:srgbClr>
                </a:gs>
                <a:gs pos="100000">
                  <a:srgbClr val="565BC0">
                    <a:alpha val="5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Splat 982"/>
            <p:cNvSpPr>
              <a:spLocks noGrp="1"/>
            </p:cNvSpPr>
            <p:nvPr/>
          </p:nvSpPr>
          <p:spPr>
            <a:xfrm rot="10299319">
              <a:off x="2019749" y="1778093"/>
              <a:ext cx="194753" cy="72805"/>
            </a:xfrm>
            <a:prstGeom prst="ellipse">
              <a:avLst/>
            </a:prstGeom>
            <a:gradFill>
              <a:gsLst>
                <a:gs pos="0">
                  <a:srgbClr val="94D7F2">
                    <a:alpha val="32968"/>
                  </a:srgbClr>
                </a:gs>
                <a:gs pos="14286">
                  <a:srgbClr val="94D7F2">
                    <a:alpha val="30764"/>
                  </a:srgbClr>
                </a:gs>
                <a:gs pos="28571">
                  <a:srgbClr val="94D7F2">
                    <a:alpha val="24833"/>
                  </a:srgbClr>
                </a:gs>
                <a:gs pos="42857">
                  <a:srgbClr val="94D7F2">
                    <a:alpha val="17075"/>
                  </a:srgbClr>
                </a:gs>
                <a:gs pos="57143">
                  <a:srgbClr val="94D7F2">
                    <a:alpha val="9855"/>
                  </a:srgbClr>
                </a:gs>
                <a:gs pos="71429">
                  <a:srgbClr val="94D7F2">
                    <a:alpha val="4740"/>
                  </a:srgbClr>
                </a:gs>
                <a:gs pos="85714">
                  <a:srgbClr val="94D7F2">
                    <a:alpha val="1902"/>
                  </a:srgbClr>
                </a:gs>
                <a:gs pos="100000">
                  <a:srgbClr val="94D7F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Splat 983"/>
            <p:cNvSpPr>
              <a:spLocks noGrp="1"/>
            </p:cNvSpPr>
            <p:nvPr/>
          </p:nvSpPr>
          <p:spPr>
            <a:xfrm rot="5400000">
              <a:off x="1317369" y="2804570"/>
              <a:ext cx="395503" cy="395503"/>
            </a:xfrm>
            <a:prstGeom prst="ellipse">
              <a:avLst/>
            </a:prstGeom>
            <a:gradFill>
              <a:gsLst>
                <a:gs pos="0">
                  <a:srgbClr val="52A5BB">
                    <a:alpha val="32968"/>
                  </a:srgbClr>
                </a:gs>
                <a:gs pos="14286">
                  <a:srgbClr val="52A5BB">
                    <a:alpha val="30764"/>
                  </a:srgbClr>
                </a:gs>
                <a:gs pos="28571">
                  <a:srgbClr val="52A5BB">
                    <a:alpha val="24833"/>
                  </a:srgbClr>
                </a:gs>
                <a:gs pos="42857">
                  <a:srgbClr val="52A5BB">
                    <a:alpha val="17075"/>
                  </a:srgbClr>
                </a:gs>
                <a:gs pos="57143">
                  <a:srgbClr val="52A5BB">
                    <a:alpha val="9855"/>
                  </a:srgbClr>
                </a:gs>
                <a:gs pos="71429">
                  <a:srgbClr val="52A5BB">
                    <a:alpha val="4740"/>
                  </a:srgbClr>
                </a:gs>
                <a:gs pos="85714">
                  <a:srgbClr val="52A5BB">
                    <a:alpha val="1902"/>
                  </a:srgbClr>
                </a:gs>
                <a:gs pos="100000">
                  <a:srgbClr val="52A5B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Splat 984"/>
            <p:cNvSpPr>
              <a:spLocks noGrp="1"/>
            </p:cNvSpPr>
            <p:nvPr/>
          </p:nvSpPr>
          <p:spPr>
            <a:xfrm rot="5400000">
              <a:off x="2031059" y="932500"/>
              <a:ext cx="282588" cy="282588"/>
            </a:xfrm>
            <a:prstGeom prst="ellipse">
              <a:avLst/>
            </a:prstGeom>
            <a:gradFill>
              <a:gsLst>
                <a:gs pos="0">
                  <a:srgbClr val="000056">
                    <a:alpha val="32968"/>
                  </a:srgbClr>
                </a:gs>
                <a:gs pos="14286">
                  <a:srgbClr val="000056">
                    <a:alpha val="30764"/>
                  </a:srgbClr>
                </a:gs>
                <a:gs pos="28571">
                  <a:srgbClr val="000056">
                    <a:alpha val="24833"/>
                  </a:srgbClr>
                </a:gs>
                <a:gs pos="42857">
                  <a:srgbClr val="000056">
                    <a:alpha val="17075"/>
                  </a:srgbClr>
                </a:gs>
                <a:gs pos="57143">
                  <a:srgbClr val="000056">
                    <a:alpha val="9855"/>
                  </a:srgbClr>
                </a:gs>
                <a:gs pos="71429">
                  <a:srgbClr val="000056">
                    <a:alpha val="4740"/>
                  </a:srgbClr>
                </a:gs>
                <a:gs pos="85714">
                  <a:srgbClr val="000056">
                    <a:alpha val="1902"/>
                  </a:srgbClr>
                </a:gs>
                <a:gs pos="100000">
                  <a:srgbClr val="00005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5" name="Splat 985"/>
            <p:cNvSpPr>
              <a:spLocks noGrp="1"/>
            </p:cNvSpPr>
            <p:nvPr/>
          </p:nvSpPr>
          <p:spPr>
            <a:xfrm rot="10092720">
              <a:off x="2291325" y="836908"/>
              <a:ext cx="328612" cy="91281"/>
            </a:xfrm>
            <a:prstGeom prst="ellipse">
              <a:avLst/>
            </a:prstGeom>
            <a:gradFill>
              <a:gsLst>
                <a:gs pos="0">
                  <a:srgbClr val="008886">
                    <a:alpha val="26296"/>
                  </a:srgbClr>
                </a:gs>
                <a:gs pos="14286">
                  <a:srgbClr val="008886">
                    <a:alpha val="24454"/>
                  </a:srgbClr>
                </a:gs>
                <a:gs pos="28571">
                  <a:srgbClr val="008886">
                    <a:alpha val="19567"/>
                  </a:srgbClr>
                </a:gs>
                <a:gs pos="42857">
                  <a:srgbClr val="008886">
                    <a:alpha val="13309"/>
                  </a:srgbClr>
                </a:gs>
                <a:gs pos="57143">
                  <a:srgbClr val="008886">
                    <a:alpha val="7609"/>
                  </a:srgbClr>
                </a:gs>
                <a:gs pos="71429">
                  <a:srgbClr val="008886">
                    <a:alpha val="3637"/>
                  </a:srgbClr>
                </a:gs>
                <a:gs pos="85714">
                  <a:srgbClr val="008886">
                    <a:alpha val="1454"/>
                  </a:srgbClr>
                </a:gs>
                <a:gs pos="100000">
                  <a:srgbClr val="008886">
                    <a:alpha val="4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Splat 986"/>
            <p:cNvSpPr>
              <a:spLocks noGrp="1"/>
            </p:cNvSpPr>
            <p:nvPr/>
          </p:nvSpPr>
          <p:spPr>
            <a:xfrm rot="7784328">
              <a:off x="1865063" y="777326"/>
              <a:ext cx="328612" cy="121672"/>
            </a:xfrm>
            <a:prstGeom prst="ellipse">
              <a:avLst/>
            </a:prstGeom>
            <a:gradFill>
              <a:gsLst>
                <a:gs pos="0">
                  <a:srgbClr val="004D6B">
                    <a:alpha val="32968"/>
                  </a:srgbClr>
                </a:gs>
                <a:gs pos="14286">
                  <a:srgbClr val="004D6B">
                    <a:alpha val="30764"/>
                  </a:srgbClr>
                </a:gs>
                <a:gs pos="28571">
                  <a:srgbClr val="004D6B">
                    <a:alpha val="24833"/>
                  </a:srgbClr>
                </a:gs>
                <a:gs pos="42857">
                  <a:srgbClr val="004D6B">
                    <a:alpha val="17075"/>
                  </a:srgbClr>
                </a:gs>
                <a:gs pos="57143">
                  <a:srgbClr val="004D6B">
                    <a:alpha val="9855"/>
                  </a:srgbClr>
                </a:gs>
                <a:gs pos="71429">
                  <a:srgbClr val="004D6B">
                    <a:alpha val="4740"/>
                  </a:srgbClr>
                </a:gs>
                <a:gs pos="85714">
                  <a:srgbClr val="004D6B">
                    <a:alpha val="1902"/>
                  </a:srgbClr>
                </a:gs>
                <a:gs pos="100000">
                  <a:srgbClr val="004D6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Splat 987"/>
            <p:cNvSpPr>
              <a:spLocks noGrp="1"/>
            </p:cNvSpPr>
            <p:nvPr/>
          </p:nvSpPr>
          <p:spPr>
            <a:xfrm rot="5207134">
              <a:off x="2676969" y="1507350"/>
              <a:ext cx="328613" cy="158496"/>
            </a:xfrm>
            <a:prstGeom prst="ellipse">
              <a:avLst/>
            </a:prstGeom>
            <a:gradFill>
              <a:gsLst>
                <a:gs pos="0">
                  <a:srgbClr val="FF5E0D">
                    <a:alpha val="32968"/>
                  </a:srgbClr>
                </a:gs>
                <a:gs pos="14286">
                  <a:srgbClr val="FF5E0D">
                    <a:alpha val="30764"/>
                  </a:srgbClr>
                </a:gs>
                <a:gs pos="28571">
                  <a:srgbClr val="FF5E0D">
                    <a:alpha val="24833"/>
                  </a:srgbClr>
                </a:gs>
                <a:gs pos="42857">
                  <a:srgbClr val="FF5E0D">
                    <a:alpha val="17075"/>
                  </a:srgbClr>
                </a:gs>
                <a:gs pos="57143">
                  <a:srgbClr val="FF5E0D">
                    <a:alpha val="9855"/>
                  </a:srgbClr>
                </a:gs>
                <a:gs pos="71429">
                  <a:srgbClr val="FF5E0D">
                    <a:alpha val="4740"/>
                  </a:srgbClr>
                </a:gs>
                <a:gs pos="85714">
                  <a:srgbClr val="FF5E0D">
                    <a:alpha val="1902"/>
                  </a:srgbClr>
                </a:gs>
                <a:gs pos="100000">
                  <a:srgbClr val="FF5E0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Splat 988"/>
            <p:cNvSpPr>
              <a:spLocks noGrp="1"/>
            </p:cNvSpPr>
            <p:nvPr/>
          </p:nvSpPr>
          <p:spPr>
            <a:xfrm rot="5400000">
              <a:off x="701234" y="1746652"/>
              <a:ext cx="386702" cy="386702"/>
            </a:xfrm>
            <a:prstGeom prst="ellipse">
              <a:avLst/>
            </a:prstGeom>
            <a:gradFill>
              <a:gsLst>
                <a:gs pos="0">
                  <a:srgbClr val="FFFF00">
                    <a:alpha val="6244"/>
                  </a:srgbClr>
                </a:gs>
                <a:gs pos="14286">
                  <a:srgbClr val="FFFF00">
                    <a:alpha val="5753"/>
                  </a:srgbClr>
                </a:gs>
                <a:gs pos="28571">
                  <a:srgbClr val="FFFF00">
                    <a:alpha val="4497"/>
                  </a:srgbClr>
                </a:gs>
                <a:gs pos="42857">
                  <a:srgbClr val="FFFF00">
                    <a:alpha val="2973"/>
                  </a:srgbClr>
                </a:gs>
                <a:gs pos="57143">
                  <a:srgbClr val="FFFF00">
                    <a:alpha val="1658"/>
                  </a:srgbClr>
                </a:gs>
                <a:gs pos="71429">
                  <a:srgbClr val="FFFF00">
                    <a:alpha val="780"/>
                  </a:srgbClr>
                </a:gs>
                <a:gs pos="85714">
                  <a:srgbClr val="FFFF00">
                    <a:alpha val="309"/>
                  </a:srgbClr>
                </a:gs>
                <a:gs pos="100000">
                  <a:srgbClr val="FFFF00">
                    <a:alpha val="1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Splat 989"/>
            <p:cNvSpPr>
              <a:spLocks noGrp="1"/>
            </p:cNvSpPr>
            <p:nvPr/>
          </p:nvSpPr>
          <p:spPr>
            <a:xfrm rot="5400000">
              <a:off x="462885" y="3881846"/>
              <a:ext cx="442831" cy="442831"/>
            </a:xfrm>
            <a:prstGeom prst="ellipse">
              <a:avLst/>
            </a:prstGeom>
            <a:gradFill>
              <a:gsLst>
                <a:gs pos="0">
                  <a:srgbClr val="E0BE00">
                    <a:alpha val="31850"/>
                  </a:srgbClr>
                </a:gs>
                <a:gs pos="14286">
                  <a:srgbClr val="E0BE00">
                    <a:alpha val="29703"/>
                  </a:srgbClr>
                </a:gs>
                <a:gs pos="28571">
                  <a:srgbClr val="E0BE00">
                    <a:alpha val="23941"/>
                  </a:srgbClr>
                </a:gs>
                <a:gs pos="42857">
                  <a:srgbClr val="E0BE00">
                    <a:alpha val="16431"/>
                  </a:srgbClr>
                </a:gs>
                <a:gs pos="57143">
                  <a:srgbClr val="E0BE00">
                    <a:alpha val="9467"/>
                  </a:srgbClr>
                </a:gs>
                <a:gs pos="71429">
                  <a:srgbClr val="E0BE00">
                    <a:alpha val="4549"/>
                  </a:srgbClr>
                </a:gs>
                <a:gs pos="85714">
                  <a:srgbClr val="E0BE00">
                    <a:alpha val="1824"/>
                  </a:srgbClr>
                </a:gs>
                <a:gs pos="100000">
                  <a:srgbClr val="E0BE00">
                    <a:alpha val="6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0" name="Splat 990"/>
            <p:cNvSpPr>
              <a:spLocks noGrp="1"/>
            </p:cNvSpPr>
            <p:nvPr/>
          </p:nvSpPr>
          <p:spPr>
            <a:xfrm rot="8015659">
              <a:off x="1237027" y="1767714"/>
              <a:ext cx="328612" cy="91281"/>
            </a:xfrm>
            <a:prstGeom prst="ellipse">
              <a:avLst/>
            </a:prstGeom>
            <a:gradFill>
              <a:gsLst>
                <a:gs pos="0">
                  <a:srgbClr val="390000">
                    <a:alpha val="32968"/>
                  </a:srgbClr>
                </a:gs>
                <a:gs pos="14286">
                  <a:srgbClr val="390000">
                    <a:alpha val="30764"/>
                  </a:srgbClr>
                </a:gs>
                <a:gs pos="28571">
                  <a:srgbClr val="390000">
                    <a:alpha val="24833"/>
                  </a:srgbClr>
                </a:gs>
                <a:gs pos="42857">
                  <a:srgbClr val="390000">
                    <a:alpha val="17075"/>
                  </a:srgbClr>
                </a:gs>
                <a:gs pos="57143">
                  <a:srgbClr val="390000">
                    <a:alpha val="9855"/>
                  </a:srgbClr>
                </a:gs>
                <a:gs pos="71429">
                  <a:srgbClr val="390000">
                    <a:alpha val="4740"/>
                  </a:srgbClr>
                </a:gs>
                <a:gs pos="85714">
                  <a:srgbClr val="390000">
                    <a:alpha val="1902"/>
                  </a:srgbClr>
                </a:gs>
                <a:gs pos="100000">
                  <a:srgbClr val="3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1" name="Splat 991"/>
            <p:cNvSpPr>
              <a:spLocks noGrp="1"/>
            </p:cNvSpPr>
            <p:nvPr/>
          </p:nvSpPr>
          <p:spPr>
            <a:xfrm rot="-9937502">
              <a:off x="2224911" y="1986780"/>
              <a:ext cx="267416" cy="196346"/>
            </a:xfrm>
            <a:prstGeom prst="ellipse">
              <a:avLst/>
            </a:prstGeom>
            <a:gradFill>
              <a:gsLst>
                <a:gs pos="0">
                  <a:srgbClr val="A6FF4B">
                    <a:alpha val="3036"/>
                  </a:srgbClr>
                </a:gs>
                <a:gs pos="14286">
                  <a:srgbClr val="A6FF4B">
                    <a:alpha val="2794"/>
                  </a:srgbClr>
                </a:gs>
                <a:gs pos="28571">
                  <a:srgbClr val="A6FF4B">
                    <a:alpha val="2176"/>
                  </a:srgbClr>
                </a:gs>
                <a:gs pos="42857">
                  <a:srgbClr val="A6FF4B">
                    <a:alpha val="1433"/>
                  </a:srgbClr>
                </a:gs>
                <a:gs pos="57143">
                  <a:srgbClr val="A6FF4B">
                    <a:alpha val="797"/>
                  </a:srgbClr>
                </a:gs>
                <a:gs pos="71429">
                  <a:srgbClr val="A6FF4B">
                    <a:alpha val="374"/>
                  </a:srgbClr>
                </a:gs>
                <a:gs pos="85714">
                  <a:srgbClr val="A6FF4B">
                    <a:alpha val="148"/>
                  </a:srgbClr>
                </a:gs>
                <a:gs pos="100000">
                  <a:srgbClr val="A6FF4B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2" name="Splat 992"/>
            <p:cNvSpPr>
              <a:spLocks noGrp="1"/>
            </p:cNvSpPr>
            <p:nvPr/>
          </p:nvSpPr>
          <p:spPr>
            <a:xfrm rot="2706251">
              <a:off x="2973200" y="1725377"/>
              <a:ext cx="328612" cy="105893"/>
            </a:xfrm>
            <a:prstGeom prst="ellipse">
              <a:avLst/>
            </a:prstGeom>
            <a:gradFill>
              <a:gsLst>
                <a:gs pos="0">
                  <a:srgbClr val="710000">
                    <a:alpha val="32968"/>
                  </a:srgbClr>
                </a:gs>
                <a:gs pos="14286">
                  <a:srgbClr val="710000">
                    <a:alpha val="30764"/>
                  </a:srgbClr>
                </a:gs>
                <a:gs pos="28571">
                  <a:srgbClr val="710000">
                    <a:alpha val="24833"/>
                  </a:srgbClr>
                </a:gs>
                <a:gs pos="42857">
                  <a:srgbClr val="710000">
                    <a:alpha val="17075"/>
                  </a:srgbClr>
                </a:gs>
                <a:gs pos="57143">
                  <a:srgbClr val="710000">
                    <a:alpha val="9855"/>
                  </a:srgbClr>
                </a:gs>
                <a:gs pos="71429">
                  <a:srgbClr val="710000">
                    <a:alpha val="4740"/>
                  </a:srgbClr>
                </a:gs>
                <a:gs pos="85714">
                  <a:srgbClr val="710000">
                    <a:alpha val="1902"/>
                  </a:srgbClr>
                </a:gs>
                <a:gs pos="100000">
                  <a:srgbClr val="7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3" name="Splat 993"/>
            <p:cNvSpPr>
              <a:spLocks noGrp="1"/>
            </p:cNvSpPr>
            <p:nvPr/>
          </p:nvSpPr>
          <p:spPr>
            <a:xfrm rot="3334807">
              <a:off x="876318" y="1421276"/>
              <a:ext cx="262362" cy="116170"/>
            </a:xfrm>
            <a:prstGeom prst="ellipse">
              <a:avLst/>
            </a:prstGeom>
            <a:gradFill>
              <a:gsLst>
                <a:gs pos="0">
                  <a:srgbClr val="91FFFF">
                    <a:alpha val="23313"/>
                  </a:srgbClr>
                </a:gs>
                <a:gs pos="14286">
                  <a:srgbClr val="91FFFF">
                    <a:alpha val="21649"/>
                  </a:srgbClr>
                </a:gs>
                <a:gs pos="28571">
                  <a:srgbClr val="91FFFF">
                    <a:alpha val="17257"/>
                  </a:srgbClr>
                </a:gs>
                <a:gs pos="42857">
                  <a:srgbClr val="91FFFF">
                    <a:alpha val="11684"/>
                  </a:srgbClr>
                </a:gs>
                <a:gs pos="57143">
                  <a:srgbClr val="91FFFF">
                    <a:alpha val="6653"/>
                  </a:srgbClr>
                </a:gs>
                <a:gs pos="71429">
                  <a:srgbClr val="91FFFF">
                    <a:alpha val="3171"/>
                  </a:srgbClr>
                </a:gs>
                <a:gs pos="85714">
                  <a:srgbClr val="91FFFF">
                    <a:alpha val="1266"/>
                  </a:srgbClr>
                </a:gs>
                <a:gs pos="100000">
                  <a:srgbClr val="91FFFF">
                    <a:alpha val="4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Splat 994"/>
            <p:cNvSpPr>
              <a:spLocks noGrp="1"/>
            </p:cNvSpPr>
            <p:nvPr/>
          </p:nvSpPr>
          <p:spPr>
            <a:xfrm rot="5400000">
              <a:off x="1269874" y="2793378"/>
              <a:ext cx="397761" cy="397761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Splat 995"/>
            <p:cNvSpPr>
              <a:spLocks noGrp="1"/>
            </p:cNvSpPr>
            <p:nvPr/>
          </p:nvSpPr>
          <p:spPr>
            <a:xfrm rot="5400000">
              <a:off x="1984118" y="3424129"/>
              <a:ext cx="431797" cy="431797"/>
            </a:xfrm>
            <a:prstGeom prst="ellipse">
              <a:avLst/>
            </a:prstGeom>
            <a:gradFill>
              <a:gsLst>
                <a:gs pos="0">
                  <a:srgbClr val="520087">
                    <a:alpha val="25315"/>
                  </a:srgbClr>
                </a:gs>
                <a:gs pos="14286">
                  <a:srgbClr val="520087">
                    <a:alpha val="23531"/>
                  </a:srgbClr>
                </a:gs>
                <a:gs pos="28571">
                  <a:srgbClr val="520087">
                    <a:alpha val="18804"/>
                  </a:srgbClr>
                </a:gs>
                <a:gs pos="42857">
                  <a:srgbClr val="520087">
                    <a:alpha val="12771"/>
                  </a:srgbClr>
                </a:gs>
                <a:gs pos="57143">
                  <a:srgbClr val="520087">
                    <a:alpha val="7291"/>
                  </a:srgbClr>
                </a:gs>
                <a:gs pos="71429">
                  <a:srgbClr val="520087">
                    <a:alpha val="3482"/>
                  </a:srgbClr>
                </a:gs>
                <a:gs pos="85714">
                  <a:srgbClr val="520087">
                    <a:alpha val="1392"/>
                  </a:srgbClr>
                </a:gs>
                <a:gs pos="100000">
                  <a:srgbClr val="520087">
                    <a:alpha val="4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Splat 996"/>
            <p:cNvSpPr>
              <a:spLocks noGrp="1"/>
            </p:cNvSpPr>
            <p:nvPr/>
          </p:nvSpPr>
          <p:spPr>
            <a:xfrm rot="5400000">
              <a:off x="1455064" y="1633853"/>
              <a:ext cx="260638" cy="260638"/>
            </a:xfrm>
            <a:prstGeom prst="ellipse">
              <a:avLst/>
            </a:prstGeom>
            <a:gradFill>
              <a:gsLst>
                <a:gs pos="0">
                  <a:srgbClr val="00E7FF">
                    <a:alpha val="32968"/>
                  </a:srgbClr>
                </a:gs>
                <a:gs pos="14286">
                  <a:srgbClr val="00E7FF">
                    <a:alpha val="30764"/>
                  </a:srgbClr>
                </a:gs>
                <a:gs pos="28571">
                  <a:srgbClr val="00E7FF">
                    <a:alpha val="24833"/>
                  </a:srgbClr>
                </a:gs>
                <a:gs pos="42857">
                  <a:srgbClr val="00E7FF">
                    <a:alpha val="17075"/>
                  </a:srgbClr>
                </a:gs>
                <a:gs pos="57143">
                  <a:srgbClr val="00E7FF">
                    <a:alpha val="9855"/>
                  </a:srgbClr>
                </a:gs>
                <a:gs pos="71429">
                  <a:srgbClr val="00E7FF">
                    <a:alpha val="4740"/>
                  </a:srgbClr>
                </a:gs>
                <a:gs pos="85714">
                  <a:srgbClr val="00E7FF">
                    <a:alpha val="1902"/>
                  </a:srgbClr>
                </a:gs>
                <a:gs pos="100000">
                  <a:srgbClr val="00E7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7" name="Splat 997"/>
            <p:cNvSpPr>
              <a:spLocks noGrp="1"/>
            </p:cNvSpPr>
            <p:nvPr/>
          </p:nvSpPr>
          <p:spPr>
            <a:xfrm rot="5400000">
              <a:off x="262067" y="4175903"/>
              <a:ext cx="334014" cy="334014"/>
            </a:xfrm>
            <a:prstGeom prst="ellipse">
              <a:avLst/>
            </a:prstGeom>
            <a:gradFill>
              <a:gsLst>
                <a:gs pos="0">
                  <a:srgbClr val="D800ED">
                    <a:alpha val="4902"/>
                  </a:srgbClr>
                </a:gs>
                <a:gs pos="14286">
                  <a:srgbClr val="D800ED">
                    <a:alpha val="4515"/>
                  </a:srgbClr>
                </a:gs>
                <a:gs pos="28571">
                  <a:srgbClr val="D800ED">
                    <a:alpha val="3524"/>
                  </a:srgbClr>
                </a:gs>
                <a:gs pos="42857">
                  <a:srgbClr val="D800ED">
                    <a:alpha val="2325"/>
                  </a:srgbClr>
                </a:gs>
                <a:gs pos="57143">
                  <a:srgbClr val="D800ED">
                    <a:alpha val="1295"/>
                  </a:srgbClr>
                </a:gs>
                <a:gs pos="71429">
                  <a:srgbClr val="D800ED">
                    <a:alpha val="608"/>
                  </a:srgbClr>
                </a:gs>
                <a:gs pos="85714">
                  <a:srgbClr val="D800ED">
                    <a:alpha val="241"/>
                  </a:srgbClr>
                </a:gs>
                <a:gs pos="100000">
                  <a:srgbClr val="D800ED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8" name="Splat 998"/>
            <p:cNvSpPr>
              <a:spLocks noGrp="1"/>
            </p:cNvSpPr>
            <p:nvPr/>
          </p:nvSpPr>
          <p:spPr>
            <a:xfrm rot="5400000">
              <a:off x="3229741" y="1572925"/>
              <a:ext cx="291196" cy="291196"/>
            </a:xfrm>
            <a:prstGeom prst="ellipse">
              <a:avLst/>
            </a:prstGeom>
            <a:gradFill>
              <a:gsLst>
                <a:gs pos="0">
                  <a:srgbClr val="00BEFF">
                    <a:alpha val="32968"/>
                  </a:srgbClr>
                </a:gs>
                <a:gs pos="14286">
                  <a:srgbClr val="00BEFF">
                    <a:alpha val="30764"/>
                  </a:srgbClr>
                </a:gs>
                <a:gs pos="28571">
                  <a:srgbClr val="00BEFF">
                    <a:alpha val="24833"/>
                  </a:srgbClr>
                </a:gs>
                <a:gs pos="42857">
                  <a:srgbClr val="00BEFF">
                    <a:alpha val="17075"/>
                  </a:srgbClr>
                </a:gs>
                <a:gs pos="57143">
                  <a:srgbClr val="00BEFF">
                    <a:alpha val="9855"/>
                  </a:srgbClr>
                </a:gs>
                <a:gs pos="71429">
                  <a:srgbClr val="00BEFF">
                    <a:alpha val="4740"/>
                  </a:srgbClr>
                </a:gs>
                <a:gs pos="85714">
                  <a:srgbClr val="00BEFF">
                    <a:alpha val="1902"/>
                  </a:srgbClr>
                </a:gs>
                <a:gs pos="100000">
                  <a:srgbClr val="00B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9" name="Splat 999"/>
            <p:cNvSpPr>
              <a:spLocks noGrp="1"/>
            </p:cNvSpPr>
            <p:nvPr/>
          </p:nvSpPr>
          <p:spPr>
            <a:xfrm rot="5400000">
              <a:off x="1152562" y="1731499"/>
              <a:ext cx="285189" cy="28518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0" name="Splat 1000"/>
            <p:cNvSpPr>
              <a:spLocks noGrp="1"/>
            </p:cNvSpPr>
            <p:nvPr/>
          </p:nvSpPr>
          <p:spPr>
            <a:xfrm rot="5400000">
              <a:off x="3335097" y="1615818"/>
              <a:ext cx="366628" cy="366628"/>
            </a:xfrm>
            <a:prstGeom prst="ellipse">
              <a:avLst/>
            </a:prstGeom>
            <a:gradFill>
              <a:gsLst>
                <a:gs pos="0">
                  <a:srgbClr val="C9FFF3">
                    <a:alpha val="26249"/>
                  </a:srgbClr>
                </a:gs>
                <a:gs pos="14286">
                  <a:srgbClr val="C9FFF3">
                    <a:alpha val="24410"/>
                  </a:srgbClr>
                </a:gs>
                <a:gs pos="28571">
                  <a:srgbClr val="C9FFF3">
                    <a:alpha val="19530"/>
                  </a:srgbClr>
                </a:gs>
                <a:gs pos="42857">
                  <a:srgbClr val="C9FFF3">
                    <a:alpha val="13283"/>
                  </a:srgbClr>
                </a:gs>
                <a:gs pos="57143">
                  <a:srgbClr val="C9FFF3">
                    <a:alpha val="7593"/>
                  </a:srgbClr>
                </a:gs>
                <a:gs pos="71429">
                  <a:srgbClr val="C9FFF3">
                    <a:alpha val="3629"/>
                  </a:srgbClr>
                </a:gs>
                <a:gs pos="85714">
                  <a:srgbClr val="C9FFF3">
                    <a:alpha val="1451"/>
                  </a:srgbClr>
                </a:gs>
                <a:gs pos="100000">
                  <a:srgbClr val="C9FFF3">
                    <a:alpha val="4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1" name="Splat 1001"/>
            <p:cNvSpPr>
              <a:spLocks noGrp="1"/>
            </p:cNvSpPr>
            <p:nvPr/>
          </p:nvSpPr>
          <p:spPr>
            <a:xfrm rot="5400000">
              <a:off x="1813716" y="880653"/>
              <a:ext cx="263194" cy="263194"/>
            </a:xfrm>
            <a:prstGeom prst="ellipse">
              <a:avLst/>
            </a:prstGeom>
            <a:gradFill>
              <a:gsLst>
                <a:gs pos="0">
                  <a:srgbClr val="00F8FC">
                    <a:alpha val="24758"/>
                  </a:srgbClr>
                </a:gs>
                <a:gs pos="14286">
                  <a:srgbClr val="00F8FC">
                    <a:alpha val="23007"/>
                  </a:srgbClr>
                </a:gs>
                <a:gs pos="28571">
                  <a:srgbClr val="00F8FC">
                    <a:alpha val="18372"/>
                  </a:srgbClr>
                </a:gs>
                <a:gs pos="42857">
                  <a:srgbClr val="00F8FC">
                    <a:alpha val="12467"/>
                  </a:srgbClr>
                </a:gs>
                <a:gs pos="57143">
                  <a:srgbClr val="00F8FC">
                    <a:alpha val="7113"/>
                  </a:srgbClr>
                </a:gs>
                <a:gs pos="71429">
                  <a:srgbClr val="00F8FC">
                    <a:alpha val="3395"/>
                  </a:srgbClr>
                </a:gs>
                <a:gs pos="85714">
                  <a:srgbClr val="00F8FC">
                    <a:alpha val="1356"/>
                  </a:srgbClr>
                </a:gs>
                <a:gs pos="100000">
                  <a:srgbClr val="00F8FC">
                    <a:alpha val="4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2" name="Splat 1002"/>
            <p:cNvSpPr>
              <a:spLocks noGrp="1"/>
            </p:cNvSpPr>
            <p:nvPr/>
          </p:nvSpPr>
          <p:spPr>
            <a:xfrm rot="5400000">
              <a:off x="1093065" y="1579869"/>
              <a:ext cx="307159" cy="307159"/>
            </a:xfrm>
            <a:prstGeom prst="ellipse">
              <a:avLst/>
            </a:prstGeom>
            <a:gradFill>
              <a:gsLst>
                <a:gs pos="0">
                  <a:srgbClr val="004F66">
                    <a:alpha val="32968"/>
                  </a:srgbClr>
                </a:gs>
                <a:gs pos="14286">
                  <a:srgbClr val="004F66">
                    <a:alpha val="30764"/>
                  </a:srgbClr>
                </a:gs>
                <a:gs pos="28571">
                  <a:srgbClr val="004F66">
                    <a:alpha val="24833"/>
                  </a:srgbClr>
                </a:gs>
                <a:gs pos="42857">
                  <a:srgbClr val="004F66">
                    <a:alpha val="17075"/>
                  </a:srgbClr>
                </a:gs>
                <a:gs pos="57143">
                  <a:srgbClr val="004F66">
                    <a:alpha val="9855"/>
                  </a:srgbClr>
                </a:gs>
                <a:gs pos="71429">
                  <a:srgbClr val="004F66">
                    <a:alpha val="4740"/>
                  </a:srgbClr>
                </a:gs>
                <a:gs pos="85714">
                  <a:srgbClr val="004F66">
                    <a:alpha val="1902"/>
                  </a:srgbClr>
                </a:gs>
                <a:gs pos="100000">
                  <a:srgbClr val="004F6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3" name="Splat 1003"/>
            <p:cNvSpPr>
              <a:spLocks noGrp="1"/>
            </p:cNvSpPr>
            <p:nvPr/>
          </p:nvSpPr>
          <p:spPr>
            <a:xfrm rot="9917109">
              <a:off x="1665979" y="2016062"/>
              <a:ext cx="211643" cy="102168"/>
            </a:xfrm>
            <a:prstGeom prst="ellipse">
              <a:avLst/>
            </a:prstGeom>
            <a:gradFill>
              <a:gsLst>
                <a:gs pos="0">
                  <a:srgbClr val="CF2400">
                    <a:alpha val="23191"/>
                  </a:srgbClr>
                </a:gs>
                <a:gs pos="14286">
                  <a:srgbClr val="CF2400">
                    <a:alpha val="21534"/>
                  </a:srgbClr>
                </a:gs>
                <a:gs pos="28571">
                  <a:srgbClr val="CF2400">
                    <a:alpha val="17163"/>
                  </a:srgbClr>
                </a:gs>
                <a:gs pos="42857">
                  <a:srgbClr val="CF2400">
                    <a:alpha val="11618"/>
                  </a:srgbClr>
                </a:gs>
                <a:gs pos="57143">
                  <a:srgbClr val="CF2400">
                    <a:alpha val="6615"/>
                  </a:srgbClr>
                </a:gs>
                <a:gs pos="71429">
                  <a:srgbClr val="CF2400">
                    <a:alpha val="3153"/>
                  </a:srgbClr>
                </a:gs>
                <a:gs pos="85714">
                  <a:srgbClr val="CF2400">
                    <a:alpha val="1259"/>
                  </a:srgbClr>
                </a:gs>
                <a:gs pos="100000">
                  <a:srgbClr val="CF2400">
                    <a:alpha val="4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4" name="Splat 1004"/>
            <p:cNvSpPr>
              <a:spLocks noGrp="1"/>
            </p:cNvSpPr>
            <p:nvPr/>
          </p:nvSpPr>
          <p:spPr>
            <a:xfrm rot="10237610">
              <a:off x="2064040" y="1094797"/>
              <a:ext cx="328612" cy="102865"/>
            </a:xfrm>
            <a:prstGeom prst="ellipse">
              <a:avLst/>
            </a:prstGeom>
            <a:gradFill>
              <a:gsLst>
                <a:gs pos="0">
                  <a:srgbClr val="009800">
                    <a:alpha val="32968"/>
                  </a:srgbClr>
                </a:gs>
                <a:gs pos="14286">
                  <a:srgbClr val="009800">
                    <a:alpha val="30764"/>
                  </a:srgbClr>
                </a:gs>
                <a:gs pos="28571">
                  <a:srgbClr val="009800">
                    <a:alpha val="24833"/>
                  </a:srgbClr>
                </a:gs>
                <a:gs pos="42857">
                  <a:srgbClr val="009800">
                    <a:alpha val="17075"/>
                  </a:srgbClr>
                </a:gs>
                <a:gs pos="57143">
                  <a:srgbClr val="009800">
                    <a:alpha val="9855"/>
                  </a:srgbClr>
                </a:gs>
                <a:gs pos="71429">
                  <a:srgbClr val="009800">
                    <a:alpha val="4740"/>
                  </a:srgbClr>
                </a:gs>
                <a:gs pos="85714">
                  <a:srgbClr val="009800">
                    <a:alpha val="1902"/>
                  </a:srgbClr>
                </a:gs>
                <a:gs pos="100000">
                  <a:srgbClr val="009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5" name="Splat 1005"/>
            <p:cNvSpPr>
              <a:spLocks noGrp="1"/>
            </p:cNvSpPr>
            <p:nvPr/>
          </p:nvSpPr>
          <p:spPr>
            <a:xfrm rot="-8706648">
              <a:off x="2606805" y="1779243"/>
              <a:ext cx="328612" cy="91281"/>
            </a:xfrm>
            <a:prstGeom prst="ellipse">
              <a:avLst/>
            </a:prstGeom>
            <a:gradFill>
              <a:gsLst>
                <a:gs pos="0">
                  <a:srgbClr val="380000">
                    <a:alpha val="32968"/>
                  </a:srgbClr>
                </a:gs>
                <a:gs pos="14286">
                  <a:srgbClr val="380000">
                    <a:alpha val="30764"/>
                  </a:srgbClr>
                </a:gs>
                <a:gs pos="28571">
                  <a:srgbClr val="380000">
                    <a:alpha val="24833"/>
                  </a:srgbClr>
                </a:gs>
                <a:gs pos="42857">
                  <a:srgbClr val="380000">
                    <a:alpha val="17075"/>
                  </a:srgbClr>
                </a:gs>
                <a:gs pos="57143">
                  <a:srgbClr val="380000">
                    <a:alpha val="9855"/>
                  </a:srgbClr>
                </a:gs>
                <a:gs pos="71429">
                  <a:srgbClr val="380000">
                    <a:alpha val="4740"/>
                  </a:srgbClr>
                </a:gs>
                <a:gs pos="85714">
                  <a:srgbClr val="380000">
                    <a:alpha val="1902"/>
                  </a:srgbClr>
                </a:gs>
                <a:gs pos="100000">
                  <a:srgbClr val="3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6" name="Splat 1006"/>
            <p:cNvSpPr>
              <a:spLocks noGrp="1"/>
            </p:cNvSpPr>
            <p:nvPr/>
          </p:nvSpPr>
          <p:spPr>
            <a:xfrm rot="-10253284">
              <a:off x="1569244" y="1402159"/>
              <a:ext cx="328612" cy="91281"/>
            </a:xfrm>
            <a:prstGeom prst="ellipse">
              <a:avLst/>
            </a:prstGeom>
            <a:gradFill>
              <a:gsLst>
                <a:gs pos="0">
                  <a:srgbClr val="E2F5FF">
                    <a:alpha val="32968"/>
                  </a:srgbClr>
                </a:gs>
                <a:gs pos="14286">
                  <a:srgbClr val="E2F5FF">
                    <a:alpha val="30764"/>
                  </a:srgbClr>
                </a:gs>
                <a:gs pos="28571">
                  <a:srgbClr val="E2F5FF">
                    <a:alpha val="24833"/>
                  </a:srgbClr>
                </a:gs>
                <a:gs pos="42857">
                  <a:srgbClr val="E2F5FF">
                    <a:alpha val="17075"/>
                  </a:srgbClr>
                </a:gs>
                <a:gs pos="57143">
                  <a:srgbClr val="E2F5FF">
                    <a:alpha val="9855"/>
                  </a:srgbClr>
                </a:gs>
                <a:gs pos="71429">
                  <a:srgbClr val="E2F5FF">
                    <a:alpha val="4740"/>
                  </a:srgbClr>
                </a:gs>
                <a:gs pos="85714">
                  <a:srgbClr val="E2F5FF">
                    <a:alpha val="1902"/>
                  </a:srgbClr>
                </a:gs>
                <a:gs pos="100000">
                  <a:srgbClr val="E2F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Splat 1007"/>
            <p:cNvSpPr>
              <a:spLocks noGrp="1"/>
            </p:cNvSpPr>
            <p:nvPr/>
          </p:nvSpPr>
          <p:spPr>
            <a:xfrm rot="4912916">
              <a:off x="2078162" y="749006"/>
              <a:ext cx="328613" cy="127510"/>
            </a:xfrm>
            <a:prstGeom prst="ellipse">
              <a:avLst/>
            </a:prstGeom>
            <a:gradFill>
              <a:gsLst>
                <a:gs pos="0">
                  <a:srgbClr val="2C0000">
                    <a:alpha val="32968"/>
                  </a:srgbClr>
                </a:gs>
                <a:gs pos="14286">
                  <a:srgbClr val="2C0000">
                    <a:alpha val="30764"/>
                  </a:srgbClr>
                </a:gs>
                <a:gs pos="28571">
                  <a:srgbClr val="2C0000">
                    <a:alpha val="24833"/>
                  </a:srgbClr>
                </a:gs>
                <a:gs pos="42857">
                  <a:srgbClr val="2C0000">
                    <a:alpha val="17075"/>
                  </a:srgbClr>
                </a:gs>
                <a:gs pos="57143">
                  <a:srgbClr val="2C0000">
                    <a:alpha val="9855"/>
                  </a:srgbClr>
                </a:gs>
                <a:gs pos="71429">
                  <a:srgbClr val="2C0000">
                    <a:alpha val="4740"/>
                  </a:srgbClr>
                </a:gs>
                <a:gs pos="85714">
                  <a:srgbClr val="2C0000">
                    <a:alpha val="1902"/>
                  </a:srgbClr>
                </a:gs>
                <a:gs pos="100000">
                  <a:srgbClr val="2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8" name="Splat 1008"/>
            <p:cNvSpPr>
              <a:spLocks noGrp="1"/>
            </p:cNvSpPr>
            <p:nvPr/>
          </p:nvSpPr>
          <p:spPr>
            <a:xfrm rot="5400000">
              <a:off x="3889382" y="2299315"/>
              <a:ext cx="387051" cy="387051"/>
            </a:xfrm>
            <a:prstGeom prst="ellipse">
              <a:avLst/>
            </a:prstGeom>
            <a:gradFill>
              <a:gsLst>
                <a:gs pos="0">
                  <a:srgbClr val="E6FFFF">
                    <a:alpha val="32968"/>
                  </a:srgbClr>
                </a:gs>
                <a:gs pos="14286">
                  <a:srgbClr val="E6FFFF">
                    <a:alpha val="30764"/>
                  </a:srgbClr>
                </a:gs>
                <a:gs pos="28571">
                  <a:srgbClr val="E6FFFF">
                    <a:alpha val="24833"/>
                  </a:srgbClr>
                </a:gs>
                <a:gs pos="42857">
                  <a:srgbClr val="E6FFFF">
                    <a:alpha val="17075"/>
                  </a:srgbClr>
                </a:gs>
                <a:gs pos="57143">
                  <a:srgbClr val="E6FFFF">
                    <a:alpha val="9855"/>
                  </a:srgbClr>
                </a:gs>
                <a:gs pos="71429">
                  <a:srgbClr val="E6FFFF">
                    <a:alpha val="4740"/>
                  </a:srgbClr>
                </a:gs>
                <a:gs pos="85714">
                  <a:srgbClr val="E6FFFF">
                    <a:alpha val="1902"/>
                  </a:srgbClr>
                </a:gs>
                <a:gs pos="100000">
                  <a:srgbClr val="E6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9" name="Splat 1009"/>
            <p:cNvSpPr>
              <a:spLocks noGrp="1"/>
            </p:cNvSpPr>
            <p:nvPr/>
          </p:nvSpPr>
          <p:spPr>
            <a:xfrm rot="-9282303">
              <a:off x="1498584" y="955366"/>
              <a:ext cx="328612" cy="198022"/>
            </a:xfrm>
            <a:prstGeom prst="ellipse">
              <a:avLst/>
            </a:prstGeom>
            <a:gradFill>
              <a:gsLst>
                <a:gs pos="0">
                  <a:srgbClr val="740036">
                    <a:alpha val="32051"/>
                  </a:srgbClr>
                </a:gs>
                <a:gs pos="14286">
                  <a:srgbClr val="740036">
                    <a:alpha val="29893"/>
                  </a:srgbClr>
                </a:gs>
                <a:gs pos="28571">
                  <a:srgbClr val="740036">
                    <a:alpha val="24100"/>
                  </a:srgbClr>
                </a:gs>
                <a:gs pos="42857">
                  <a:srgbClr val="740036">
                    <a:alpha val="16546"/>
                  </a:srgbClr>
                </a:gs>
                <a:gs pos="57143">
                  <a:srgbClr val="740036">
                    <a:alpha val="9536"/>
                  </a:srgbClr>
                </a:gs>
                <a:gs pos="71429">
                  <a:srgbClr val="740036">
                    <a:alpha val="4583"/>
                  </a:srgbClr>
                </a:gs>
                <a:gs pos="85714">
                  <a:srgbClr val="740036">
                    <a:alpha val="1838"/>
                  </a:srgbClr>
                </a:gs>
                <a:gs pos="100000">
                  <a:srgbClr val="740036">
                    <a:alpha val="6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0" name="Splat 1010"/>
            <p:cNvSpPr>
              <a:spLocks noGrp="1"/>
            </p:cNvSpPr>
            <p:nvPr/>
          </p:nvSpPr>
          <p:spPr>
            <a:xfrm rot="5400000">
              <a:off x="4122272" y="2214494"/>
              <a:ext cx="370714" cy="37071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1" name="Splat 1011"/>
            <p:cNvSpPr>
              <a:spLocks noGrp="1"/>
            </p:cNvSpPr>
            <p:nvPr/>
          </p:nvSpPr>
          <p:spPr>
            <a:xfrm rot="10379193">
              <a:off x="1853249" y="1107463"/>
              <a:ext cx="311070" cy="86408"/>
            </a:xfrm>
            <a:prstGeom prst="ellipse">
              <a:avLst/>
            </a:prstGeom>
            <a:gradFill>
              <a:gsLst>
                <a:gs pos="0">
                  <a:srgbClr val="59D0C1">
                    <a:alpha val="32968"/>
                  </a:srgbClr>
                </a:gs>
                <a:gs pos="14286">
                  <a:srgbClr val="59D0C1">
                    <a:alpha val="30764"/>
                  </a:srgbClr>
                </a:gs>
                <a:gs pos="28571">
                  <a:srgbClr val="59D0C1">
                    <a:alpha val="24833"/>
                  </a:srgbClr>
                </a:gs>
                <a:gs pos="42857">
                  <a:srgbClr val="59D0C1">
                    <a:alpha val="17075"/>
                  </a:srgbClr>
                </a:gs>
                <a:gs pos="57143">
                  <a:srgbClr val="59D0C1">
                    <a:alpha val="9855"/>
                  </a:srgbClr>
                </a:gs>
                <a:gs pos="71429">
                  <a:srgbClr val="59D0C1">
                    <a:alpha val="4740"/>
                  </a:srgbClr>
                </a:gs>
                <a:gs pos="85714">
                  <a:srgbClr val="59D0C1">
                    <a:alpha val="1902"/>
                  </a:srgbClr>
                </a:gs>
                <a:gs pos="100000">
                  <a:srgbClr val="59D0C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Splat 1012"/>
            <p:cNvSpPr>
              <a:spLocks noGrp="1"/>
            </p:cNvSpPr>
            <p:nvPr/>
          </p:nvSpPr>
          <p:spPr>
            <a:xfrm rot="9102066">
              <a:off x="1274995" y="1814954"/>
              <a:ext cx="328612" cy="149330"/>
            </a:xfrm>
            <a:prstGeom prst="ellipse">
              <a:avLst/>
            </a:prstGeom>
            <a:gradFill>
              <a:gsLst>
                <a:gs pos="0">
                  <a:srgbClr val="38DDFF">
                    <a:alpha val="32968"/>
                  </a:srgbClr>
                </a:gs>
                <a:gs pos="14286">
                  <a:srgbClr val="38DDFF">
                    <a:alpha val="30764"/>
                  </a:srgbClr>
                </a:gs>
                <a:gs pos="28571">
                  <a:srgbClr val="38DDFF">
                    <a:alpha val="24833"/>
                  </a:srgbClr>
                </a:gs>
                <a:gs pos="42857">
                  <a:srgbClr val="38DDFF">
                    <a:alpha val="17075"/>
                  </a:srgbClr>
                </a:gs>
                <a:gs pos="57143">
                  <a:srgbClr val="38DDFF">
                    <a:alpha val="9855"/>
                  </a:srgbClr>
                </a:gs>
                <a:gs pos="71429">
                  <a:srgbClr val="38DDFF">
                    <a:alpha val="4740"/>
                  </a:srgbClr>
                </a:gs>
                <a:gs pos="85714">
                  <a:srgbClr val="38DDFF">
                    <a:alpha val="1902"/>
                  </a:srgbClr>
                </a:gs>
                <a:gs pos="100000">
                  <a:srgbClr val="38D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3" name="Splat 1013"/>
            <p:cNvSpPr>
              <a:spLocks noGrp="1"/>
            </p:cNvSpPr>
            <p:nvPr/>
          </p:nvSpPr>
          <p:spPr>
            <a:xfrm rot="9487830">
              <a:off x="1919227" y="1231126"/>
              <a:ext cx="299549" cy="85939"/>
            </a:xfrm>
            <a:prstGeom prst="ellipse">
              <a:avLst/>
            </a:prstGeom>
            <a:gradFill>
              <a:gsLst>
                <a:gs pos="0">
                  <a:srgbClr val="600000">
                    <a:alpha val="32968"/>
                  </a:srgbClr>
                </a:gs>
                <a:gs pos="14286">
                  <a:srgbClr val="600000">
                    <a:alpha val="30764"/>
                  </a:srgbClr>
                </a:gs>
                <a:gs pos="28571">
                  <a:srgbClr val="600000">
                    <a:alpha val="24833"/>
                  </a:srgbClr>
                </a:gs>
                <a:gs pos="42857">
                  <a:srgbClr val="600000">
                    <a:alpha val="17075"/>
                  </a:srgbClr>
                </a:gs>
                <a:gs pos="57143">
                  <a:srgbClr val="600000">
                    <a:alpha val="9855"/>
                  </a:srgbClr>
                </a:gs>
                <a:gs pos="71429">
                  <a:srgbClr val="600000">
                    <a:alpha val="4740"/>
                  </a:srgbClr>
                </a:gs>
                <a:gs pos="85714">
                  <a:srgbClr val="600000">
                    <a:alpha val="1902"/>
                  </a:srgbClr>
                </a:gs>
                <a:gs pos="100000">
                  <a:srgbClr val="6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4" name="Splat 1014"/>
            <p:cNvSpPr>
              <a:spLocks noGrp="1"/>
            </p:cNvSpPr>
            <p:nvPr/>
          </p:nvSpPr>
          <p:spPr>
            <a:xfrm rot="5400000">
              <a:off x="1944595" y="2205022"/>
              <a:ext cx="236781" cy="236781"/>
            </a:xfrm>
            <a:prstGeom prst="ellipse">
              <a:avLst/>
            </a:prstGeom>
            <a:gradFill>
              <a:gsLst>
                <a:gs pos="0">
                  <a:srgbClr val="FBD5FF">
                    <a:alpha val="13753"/>
                  </a:srgbClr>
                </a:gs>
                <a:gs pos="14286">
                  <a:srgbClr val="FBD5FF">
                    <a:alpha val="12714"/>
                  </a:srgbClr>
                </a:gs>
                <a:gs pos="28571">
                  <a:srgbClr val="FBD5FF">
                    <a:alpha val="10020"/>
                  </a:srgbClr>
                </a:gs>
                <a:gs pos="42857">
                  <a:srgbClr val="FBD5FF">
                    <a:alpha val="6691"/>
                  </a:srgbClr>
                </a:gs>
                <a:gs pos="57143">
                  <a:srgbClr val="FBD5FF">
                    <a:alpha val="3765"/>
                  </a:srgbClr>
                </a:gs>
                <a:gs pos="71429">
                  <a:srgbClr val="FBD5FF">
                    <a:alpha val="1780"/>
                  </a:srgbClr>
                </a:gs>
                <a:gs pos="85714">
                  <a:srgbClr val="FBD5FF">
                    <a:alpha val="708"/>
                  </a:srgbClr>
                </a:gs>
                <a:gs pos="100000">
                  <a:srgbClr val="FBD5FF">
                    <a:alpha val="2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5" name="Splat 1015"/>
            <p:cNvSpPr>
              <a:spLocks noGrp="1"/>
            </p:cNvSpPr>
            <p:nvPr/>
          </p:nvSpPr>
          <p:spPr>
            <a:xfrm rot="9607228">
              <a:off x="314338" y="4209854"/>
              <a:ext cx="328612" cy="91281"/>
            </a:xfrm>
            <a:prstGeom prst="ellipse">
              <a:avLst/>
            </a:prstGeom>
            <a:gradFill>
              <a:gsLst>
                <a:gs pos="0">
                  <a:srgbClr val="E9FFFF">
                    <a:alpha val="32968"/>
                  </a:srgbClr>
                </a:gs>
                <a:gs pos="14286">
                  <a:srgbClr val="E9FFFF">
                    <a:alpha val="30764"/>
                  </a:srgbClr>
                </a:gs>
                <a:gs pos="28571">
                  <a:srgbClr val="E9FFFF">
                    <a:alpha val="24833"/>
                  </a:srgbClr>
                </a:gs>
                <a:gs pos="42857">
                  <a:srgbClr val="E9FFFF">
                    <a:alpha val="17075"/>
                  </a:srgbClr>
                </a:gs>
                <a:gs pos="57143">
                  <a:srgbClr val="E9FFFF">
                    <a:alpha val="9855"/>
                  </a:srgbClr>
                </a:gs>
                <a:gs pos="71429">
                  <a:srgbClr val="E9FFFF">
                    <a:alpha val="4740"/>
                  </a:srgbClr>
                </a:gs>
                <a:gs pos="85714">
                  <a:srgbClr val="E9FFFF">
                    <a:alpha val="1902"/>
                  </a:srgbClr>
                </a:gs>
                <a:gs pos="100000">
                  <a:srgbClr val="E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6" name="Splat 1016"/>
            <p:cNvSpPr>
              <a:spLocks noGrp="1"/>
            </p:cNvSpPr>
            <p:nvPr/>
          </p:nvSpPr>
          <p:spPr>
            <a:xfrm rot="10516621">
              <a:off x="1993933" y="1136641"/>
              <a:ext cx="437121" cy="121423"/>
            </a:xfrm>
            <a:prstGeom prst="ellipse">
              <a:avLst/>
            </a:prstGeom>
            <a:gradFill>
              <a:gsLst>
                <a:gs pos="0">
                  <a:srgbClr val="65A3C1">
                    <a:alpha val="32968"/>
                  </a:srgbClr>
                </a:gs>
                <a:gs pos="14286">
                  <a:srgbClr val="65A3C1">
                    <a:alpha val="30764"/>
                  </a:srgbClr>
                </a:gs>
                <a:gs pos="28571">
                  <a:srgbClr val="65A3C1">
                    <a:alpha val="24833"/>
                  </a:srgbClr>
                </a:gs>
                <a:gs pos="42857">
                  <a:srgbClr val="65A3C1">
                    <a:alpha val="17075"/>
                  </a:srgbClr>
                </a:gs>
                <a:gs pos="57143">
                  <a:srgbClr val="65A3C1">
                    <a:alpha val="9855"/>
                  </a:srgbClr>
                </a:gs>
                <a:gs pos="71429">
                  <a:srgbClr val="65A3C1">
                    <a:alpha val="4740"/>
                  </a:srgbClr>
                </a:gs>
                <a:gs pos="85714">
                  <a:srgbClr val="65A3C1">
                    <a:alpha val="1902"/>
                  </a:srgbClr>
                </a:gs>
                <a:gs pos="100000">
                  <a:srgbClr val="65A3C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7" name="Splat 1017"/>
            <p:cNvSpPr>
              <a:spLocks noGrp="1"/>
            </p:cNvSpPr>
            <p:nvPr/>
          </p:nvSpPr>
          <p:spPr>
            <a:xfrm rot="-10058597">
              <a:off x="2972076" y="1240171"/>
              <a:ext cx="347316" cy="151244"/>
            </a:xfrm>
            <a:prstGeom prst="ellipse">
              <a:avLst/>
            </a:prstGeom>
            <a:gradFill>
              <a:gsLst>
                <a:gs pos="0">
                  <a:srgbClr val="FFFFB9">
                    <a:alpha val="32968"/>
                  </a:srgbClr>
                </a:gs>
                <a:gs pos="14286">
                  <a:srgbClr val="FFFFB9">
                    <a:alpha val="30764"/>
                  </a:srgbClr>
                </a:gs>
                <a:gs pos="28571">
                  <a:srgbClr val="FFFFB9">
                    <a:alpha val="24833"/>
                  </a:srgbClr>
                </a:gs>
                <a:gs pos="42857">
                  <a:srgbClr val="FFFFB9">
                    <a:alpha val="17075"/>
                  </a:srgbClr>
                </a:gs>
                <a:gs pos="57143">
                  <a:srgbClr val="FFFFB9">
                    <a:alpha val="9855"/>
                  </a:srgbClr>
                </a:gs>
                <a:gs pos="71429">
                  <a:srgbClr val="FFFFB9">
                    <a:alpha val="4740"/>
                  </a:srgbClr>
                </a:gs>
                <a:gs pos="85714">
                  <a:srgbClr val="FFFFB9">
                    <a:alpha val="1902"/>
                  </a:srgbClr>
                </a:gs>
                <a:gs pos="100000">
                  <a:srgbClr val="FFFFB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8" name="Splat 1018"/>
            <p:cNvSpPr>
              <a:spLocks noGrp="1"/>
            </p:cNvSpPr>
            <p:nvPr/>
          </p:nvSpPr>
          <p:spPr>
            <a:xfrm rot="7183533">
              <a:off x="1216260" y="1981582"/>
              <a:ext cx="328612" cy="92355"/>
            </a:xfrm>
            <a:prstGeom prst="ellipse">
              <a:avLst/>
            </a:prstGeom>
            <a:gradFill>
              <a:gsLst>
                <a:gs pos="0">
                  <a:srgbClr val="D4E8EB">
                    <a:alpha val="31882"/>
                  </a:srgbClr>
                </a:gs>
                <a:gs pos="14286">
                  <a:srgbClr val="D4E8EB">
                    <a:alpha val="29734"/>
                  </a:srgbClr>
                </a:gs>
                <a:gs pos="28571">
                  <a:srgbClr val="D4E8EB">
                    <a:alpha val="23966"/>
                  </a:srgbClr>
                </a:gs>
                <a:gs pos="42857">
                  <a:srgbClr val="D4E8EB">
                    <a:alpha val="16449"/>
                  </a:srgbClr>
                </a:gs>
                <a:gs pos="57143">
                  <a:srgbClr val="D4E8EB">
                    <a:alpha val="9478"/>
                  </a:srgbClr>
                </a:gs>
                <a:gs pos="71429">
                  <a:srgbClr val="D4E8EB">
                    <a:alpha val="4554"/>
                  </a:srgbClr>
                </a:gs>
                <a:gs pos="85714">
                  <a:srgbClr val="D4E8EB">
                    <a:alpha val="1826"/>
                  </a:srgbClr>
                </a:gs>
                <a:gs pos="100000">
                  <a:srgbClr val="D4E8EB">
                    <a:alpha val="6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9" name="Splat 1019"/>
            <p:cNvSpPr>
              <a:spLocks noGrp="1"/>
            </p:cNvSpPr>
            <p:nvPr/>
          </p:nvSpPr>
          <p:spPr>
            <a:xfrm rot="-10721403">
              <a:off x="2611685" y="2073128"/>
              <a:ext cx="328612" cy="120333"/>
            </a:xfrm>
            <a:prstGeom prst="ellipse">
              <a:avLst/>
            </a:prstGeom>
            <a:gradFill>
              <a:gsLst>
                <a:gs pos="0">
                  <a:srgbClr val="E7FFFF">
                    <a:alpha val="23047"/>
                  </a:srgbClr>
                </a:gs>
                <a:gs pos="14286">
                  <a:srgbClr val="E7FFFF">
                    <a:alpha val="21399"/>
                  </a:srgbClr>
                </a:gs>
                <a:gs pos="28571">
                  <a:srgbClr val="E7FFFF">
                    <a:alpha val="17052"/>
                  </a:srgbClr>
                </a:gs>
                <a:gs pos="42857">
                  <a:srgbClr val="E7FFFF">
                    <a:alpha val="11541"/>
                  </a:srgbClr>
                </a:gs>
                <a:gs pos="57143">
                  <a:srgbClr val="E7FFFF">
                    <a:alpha val="6569"/>
                  </a:srgbClr>
                </a:gs>
                <a:gs pos="71429">
                  <a:srgbClr val="E7FFFF">
                    <a:alpha val="3131"/>
                  </a:srgbClr>
                </a:gs>
                <a:gs pos="85714">
                  <a:srgbClr val="E7FFFF">
                    <a:alpha val="1250"/>
                  </a:srgbClr>
                </a:gs>
                <a:gs pos="100000">
                  <a:srgbClr val="E7FFFF">
                    <a:alpha val="4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0" name="Splat 1020"/>
            <p:cNvSpPr>
              <a:spLocks noGrp="1"/>
            </p:cNvSpPr>
            <p:nvPr/>
          </p:nvSpPr>
          <p:spPr>
            <a:xfrm rot="5400000">
              <a:off x="3055144" y="1188244"/>
              <a:ext cx="328612" cy="328612"/>
            </a:xfrm>
            <a:prstGeom prst="ellipse">
              <a:avLst/>
            </a:prstGeom>
            <a:gradFill>
              <a:gsLst>
                <a:gs pos="0">
                  <a:srgbClr val="00004E">
                    <a:alpha val="24924"/>
                  </a:srgbClr>
                </a:gs>
                <a:gs pos="14286">
                  <a:srgbClr val="00004E">
                    <a:alpha val="23163"/>
                  </a:srgbClr>
                </a:gs>
                <a:gs pos="28571">
                  <a:srgbClr val="00004E">
                    <a:alpha val="18501"/>
                  </a:srgbClr>
                </a:gs>
                <a:gs pos="42857">
                  <a:srgbClr val="00004E">
                    <a:alpha val="12558"/>
                  </a:srgbClr>
                </a:gs>
                <a:gs pos="57143">
                  <a:srgbClr val="00004E">
                    <a:alpha val="7166"/>
                  </a:srgbClr>
                </a:gs>
                <a:gs pos="71429">
                  <a:srgbClr val="00004E">
                    <a:alpha val="3421"/>
                  </a:srgbClr>
                </a:gs>
                <a:gs pos="85714">
                  <a:srgbClr val="00004E">
                    <a:alpha val="1367"/>
                  </a:srgbClr>
                </a:gs>
                <a:gs pos="100000">
                  <a:srgbClr val="00004E">
                    <a:alpha val="4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1" name="Splat 1021"/>
            <p:cNvSpPr>
              <a:spLocks noGrp="1"/>
            </p:cNvSpPr>
            <p:nvPr/>
          </p:nvSpPr>
          <p:spPr>
            <a:xfrm rot="5400000">
              <a:off x="1718180" y="3625530"/>
              <a:ext cx="273058" cy="273058"/>
            </a:xfrm>
            <a:prstGeom prst="ellipse">
              <a:avLst/>
            </a:prstGeom>
            <a:gradFill>
              <a:gsLst>
                <a:gs pos="0">
                  <a:srgbClr val="D6DBFF">
                    <a:alpha val="32968"/>
                  </a:srgbClr>
                </a:gs>
                <a:gs pos="14286">
                  <a:srgbClr val="D6DBFF">
                    <a:alpha val="30764"/>
                  </a:srgbClr>
                </a:gs>
                <a:gs pos="28571">
                  <a:srgbClr val="D6DBFF">
                    <a:alpha val="24833"/>
                  </a:srgbClr>
                </a:gs>
                <a:gs pos="42857">
                  <a:srgbClr val="D6DBFF">
                    <a:alpha val="17075"/>
                  </a:srgbClr>
                </a:gs>
                <a:gs pos="57143">
                  <a:srgbClr val="D6DBFF">
                    <a:alpha val="9855"/>
                  </a:srgbClr>
                </a:gs>
                <a:gs pos="71429">
                  <a:srgbClr val="D6DBFF">
                    <a:alpha val="4740"/>
                  </a:srgbClr>
                </a:gs>
                <a:gs pos="85714">
                  <a:srgbClr val="D6DBFF">
                    <a:alpha val="1902"/>
                  </a:srgbClr>
                </a:gs>
                <a:gs pos="100000">
                  <a:srgbClr val="D6D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2" name="Splat 1022"/>
            <p:cNvSpPr>
              <a:spLocks noGrp="1"/>
            </p:cNvSpPr>
            <p:nvPr/>
          </p:nvSpPr>
          <p:spPr>
            <a:xfrm rot="5400000">
              <a:off x="362071" y="4104184"/>
              <a:ext cx="426275" cy="426275"/>
            </a:xfrm>
            <a:prstGeom prst="ellipse">
              <a:avLst/>
            </a:prstGeom>
            <a:gradFill>
              <a:gsLst>
                <a:gs pos="0">
                  <a:srgbClr val="FFFFFF">
                    <a:alpha val="3968"/>
                  </a:srgbClr>
                </a:gs>
                <a:gs pos="14286">
                  <a:srgbClr val="FFFFFF">
                    <a:alpha val="3653"/>
                  </a:srgbClr>
                </a:gs>
                <a:gs pos="28571">
                  <a:srgbClr val="FFFFFF">
                    <a:alpha val="2848"/>
                  </a:srgbClr>
                </a:gs>
                <a:gs pos="42857">
                  <a:srgbClr val="FFFFFF">
                    <a:alpha val="1877"/>
                  </a:srgbClr>
                </a:gs>
                <a:gs pos="57143">
                  <a:srgbClr val="FFFFFF">
                    <a:alpha val="1045"/>
                  </a:srgbClr>
                </a:gs>
                <a:gs pos="71429">
                  <a:srgbClr val="FFFFFF">
                    <a:alpha val="490"/>
                  </a:srgbClr>
                </a:gs>
                <a:gs pos="85714">
                  <a:srgbClr val="FFFFFF">
                    <a:alpha val="194"/>
                  </a:srgbClr>
                </a:gs>
                <a:gs pos="100000">
                  <a:srgbClr val="FFFFFF">
                    <a:alpha val="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3" name="Splat 1023"/>
            <p:cNvSpPr>
              <a:spLocks noGrp="1"/>
            </p:cNvSpPr>
            <p:nvPr/>
          </p:nvSpPr>
          <p:spPr>
            <a:xfrm rot="6786310">
              <a:off x="3062636" y="2164866"/>
              <a:ext cx="328612" cy="91281"/>
            </a:xfrm>
            <a:prstGeom prst="ellipse">
              <a:avLst/>
            </a:prstGeom>
            <a:gradFill>
              <a:gsLst>
                <a:gs pos="0">
                  <a:srgbClr val="0000FD">
                    <a:alpha val="10811"/>
                  </a:srgbClr>
                </a:gs>
                <a:gs pos="14286">
                  <a:srgbClr val="0000FD">
                    <a:alpha val="9981"/>
                  </a:srgbClr>
                </a:gs>
                <a:gs pos="28571">
                  <a:srgbClr val="0000FD">
                    <a:alpha val="7840"/>
                  </a:srgbClr>
                </a:gs>
                <a:gs pos="42857">
                  <a:srgbClr val="0000FD">
                    <a:alpha val="5214"/>
                  </a:srgbClr>
                </a:gs>
                <a:gs pos="57143">
                  <a:srgbClr val="0000FD">
                    <a:alpha val="2924"/>
                  </a:srgbClr>
                </a:gs>
                <a:gs pos="71429">
                  <a:srgbClr val="0000FD">
                    <a:alpha val="1379"/>
                  </a:srgbClr>
                </a:gs>
                <a:gs pos="85714">
                  <a:srgbClr val="0000FD">
                    <a:alpha val="548"/>
                  </a:srgbClr>
                </a:gs>
                <a:gs pos="100000">
                  <a:srgbClr val="0000FD">
                    <a:alpha val="1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4" name="Splat 1024"/>
            <p:cNvSpPr>
              <a:spLocks noGrp="1"/>
            </p:cNvSpPr>
            <p:nvPr/>
          </p:nvSpPr>
          <p:spPr>
            <a:xfrm rot="5400000">
              <a:off x="2282657" y="1818008"/>
              <a:ext cx="262552" cy="262552"/>
            </a:xfrm>
            <a:prstGeom prst="ellipse">
              <a:avLst/>
            </a:prstGeom>
            <a:gradFill>
              <a:gsLst>
                <a:gs pos="0">
                  <a:srgbClr val="000039">
                    <a:alpha val="32968"/>
                  </a:srgbClr>
                </a:gs>
                <a:gs pos="14286">
                  <a:srgbClr val="000039">
                    <a:alpha val="30764"/>
                  </a:srgbClr>
                </a:gs>
                <a:gs pos="28571">
                  <a:srgbClr val="000039">
                    <a:alpha val="24833"/>
                  </a:srgbClr>
                </a:gs>
                <a:gs pos="42857">
                  <a:srgbClr val="000039">
                    <a:alpha val="17075"/>
                  </a:srgbClr>
                </a:gs>
                <a:gs pos="57143">
                  <a:srgbClr val="000039">
                    <a:alpha val="9855"/>
                  </a:srgbClr>
                </a:gs>
                <a:gs pos="71429">
                  <a:srgbClr val="000039">
                    <a:alpha val="4740"/>
                  </a:srgbClr>
                </a:gs>
                <a:gs pos="85714">
                  <a:srgbClr val="000039">
                    <a:alpha val="1902"/>
                  </a:srgbClr>
                </a:gs>
                <a:gs pos="100000">
                  <a:srgbClr val="00003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5" name="Splat 1025"/>
            <p:cNvSpPr>
              <a:spLocks noGrp="1"/>
            </p:cNvSpPr>
            <p:nvPr/>
          </p:nvSpPr>
          <p:spPr>
            <a:xfrm rot="5400000">
              <a:off x="4223615" y="2171805"/>
              <a:ext cx="390383" cy="390383"/>
            </a:xfrm>
            <a:prstGeom prst="ellipse">
              <a:avLst/>
            </a:prstGeom>
            <a:gradFill>
              <a:gsLst>
                <a:gs pos="0">
                  <a:srgbClr val="F9FFFF">
                    <a:alpha val="32968"/>
                  </a:srgbClr>
                </a:gs>
                <a:gs pos="14286">
                  <a:srgbClr val="F9FFFF">
                    <a:alpha val="30764"/>
                  </a:srgbClr>
                </a:gs>
                <a:gs pos="28571">
                  <a:srgbClr val="F9FFFF">
                    <a:alpha val="24833"/>
                  </a:srgbClr>
                </a:gs>
                <a:gs pos="42857">
                  <a:srgbClr val="F9FFFF">
                    <a:alpha val="17075"/>
                  </a:srgbClr>
                </a:gs>
                <a:gs pos="57143">
                  <a:srgbClr val="F9FFFF">
                    <a:alpha val="9855"/>
                  </a:srgbClr>
                </a:gs>
                <a:gs pos="71429">
                  <a:srgbClr val="F9FFFF">
                    <a:alpha val="4740"/>
                  </a:srgbClr>
                </a:gs>
                <a:gs pos="85714">
                  <a:srgbClr val="F9FFFF">
                    <a:alpha val="1902"/>
                  </a:srgbClr>
                </a:gs>
                <a:gs pos="100000">
                  <a:srgbClr val="F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6" name="Splat 1026"/>
            <p:cNvSpPr>
              <a:spLocks noGrp="1"/>
            </p:cNvSpPr>
            <p:nvPr/>
          </p:nvSpPr>
          <p:spPr>
            <a:xfrm rot="-10615766">
              <a:off x="744360" y="1344290"/>
              <a:ext cx="283146" cy="174856"/>
            </a:xfrm>
            <a:prstGeom prst="ellipse">
              <a:avLst/>
            </a:prstGeom>
            <a:gradFill>
              <a:gsLst>
                <a:gs pos="0">
                  <a:srgbClr val="00D0FF">
                    <a:alpha val="29457"/>
                  </a:srgbClr>
                </a:gs>
                <a:gs pos="14286">
                  <a:srgbClr val="00D0FF">
                    <a:alpha val="27438"/>
                  </a:srgbClr>
                </a:gs>
                <a:gs pos="28571">
                  <a:srgbClr val="00D0FF">
                    <a:alpha val="22044"/>
                  </a:srgbClr>
                </a:gs>
                <a:gs pos="42857">
                  <a:srgbClr val="00D0FF">
                    <a:alpha val="15070"/>
                  </a:srgbClr>
                </a:gs>
                <a:gs pos="57143">
                  <a:srgbClr val="00D0FF">
                    <a:alpha val="8653"/>
                  </a:srgbClr>
                </a:gs>
                <a:gs pos="71429">
                  <a:srgbClr val="00D0FF">
                    <a:alpha val="4148"/>
                  </a:srgbClr>
                </a:gs>
                <a:gs pos="85714">
                  <a:srgbClr val="00D0FF">
                    <a:alpha val="1661"/>
                  </a:srgbClr>
                </a:gs>
                <a:gs pos="100000">
                  <a:srgbClr val="00D0FF">
                    <a:alpha val="5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7" name="Splat 1027"/>
            <p:cNvSpPr>
              <a:spLocks noGrp="1"/>
            </p:cNvSpPr>
            <p:nvPr/>
          </p:nvSpPr>
          <p:spPr>
            <a:xfrm rot="5400000">
              <a:off x="1362644" y="944825"/>
              <a:ext cx="342122" cy="342122"/>
            </a:xfrm>
            <a:prstGeom prst="ellipse">
              <a:avLst/>
            </a:prstGeom>
            <a:gradFill>
              <a:gsLst>
                <a:gs pos="0">
                  <a:srgbClr val="0ACFFF">
                    <a:alpha val="22885"/>
                  </a:srgbClr>
                </a:gs>
                <a:gs pos="14286">
                  <a:srgbClr val="0ACFFF">
                    <a:alpha val="21247"/>
                  </a:srgbClr>
                </a:gs>
                <a:gs pos="28571">
                  <a:srgbClr val="0ACFFF">
                    <a:alpha val="16928"/>
                  </a:srgbClr>
                </a:gs>
                <a:gs pos="42857">
                  <a:srgbClr val="0ACFFF">
                    <a:alpha val="11454"/>
                  </a:srgbClr>
                </a:gs>
                <a:gs pos="57143">
                  <a:srgbClr val="0ACFFF">
                    <a:alpha val="6518"/>
                  </a:srgbClr>
                </a:gs>
                <a:gs pos="71429">
                  <a:srgbClr val="0ACFFF">
                    <a:alpha val="3106"/>
                  </a:srgbClr>
                </a:gs>
                <a:gs pos="85714">
                  <a:srgbClr val="0ACFFF">
                    <a:alpha val="1240"/>
                  </a:srgbClr>
                </a:gs>
                <a:gs pos="100000">
                  <a:srgbClr val="0ACFFF">
                    <a:alpha val="4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8" name="Splat 1028"/>
            <p:cNvSpPr>
              <a:spLocks noGrp="1"/>
            </p:cNvSpPr>
            <p:nvPr/>
          </p:nvSpPr>
          <p:spPr>
            <a:xfrm rot="8849053">
              <a:off x="4055419" y="2247015"/>
              <a:ext cx="388280" cy="10785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9" name="Splat 1029"/>
            <p:cNvSpPr>
              <a:spLocks noGrp="1"/>
            </p:cNvSpPr>
            <p:nvPr/>
          </p:nvSpPr>
          <p:spPr>
            <a:xfrm rot="3967753">
              <a:off x="616166" y="4062956"/>
              <a:ext cx="483415" cy="134282"/>
            </a:xfrm>
            <a:prstGeom prst="ellipse">
              <a:avLst/>
            </a:prstGeom>
            <a:gradFill>
              <a:gsLst>
                <a:gs pos="0">
                  <a:srgbClr val="FFEDF2">
                    <a:alpha val="18488"/>
                  </a:srgbClr>
                </a:gs>
                <a:gs pos="14286">
                  <a:srgbClr val="FFEDF2">
                    <a:alpha val="17129"/>
                  </a:srgbClr>
                </a:gs>
                <a:gs pos="28571">
                  <a:srgbClr val="FFEDF2">
                    <a:alpha val="13574"/>
                  </a:srgbClr>
                </a:gs>
                <a:gs pos="42857">
                  <a:srgbClr val="FFEDF2">
                    <a:alpha val="9125"/>
                  </a:srgbClr>
                </a:gs>
                <a:gs pos="57143">
                  <a:srgbClr val="FFEDF2">
                    <a:alpha val="5164"/>
                  </a:srgbClr>
                </a:gs>
                <a:gs pos="71429">
                  <a:srgbClr val="FFEDF2">
                    <a:alpha val="2451"/>
                  </a:srgbClr>
                </a:gs>
                <a:gs pos="85714">
                  <a:srgbClr val="FFEDF2">
                    <a:alpha val="977"/>
                  </a:srgbClr>
                </a:gs>
                <a:gs pos="100000">
                  <a:srgbClr val="FFEDF2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0" name="Splat 1030"/>
            <p:cNvSpPr>
              <a:spLocks noGrp="1"/>
            </p:cNvSpPr>
            <p:nvPr/>
          </p:nvSpPr>
          <p:spPr>
            <a:xfrm rot="5400000">
              <a:off x="1302544" y="1664494"/>
              <a:ext cx="328612" cy="328612"/>
            </a:xfrm>
            <a:prstGeom prst="ellipse">
              <a:avLst/>
            </a:prstGeom>
            <a:gradFill>
              <a:gsLst>
                <a:gs pos="0">
                  <a:srgbClr val="00B0FF">
                    <a:alpha val="32968"/>
                  </a:srgbClr>
                </a:gs>
                <a:gs pos="14286">
                  <a:srgbClr val="00B0FF">
                    <a:alpha val="30764"/>
                  </a:srgbClr>
                </a:gs>
                <a:gs pos="28571">
                  <a:srgbClr val="00B0FF">
                    <a:alpha val="24833"/>
                  </a:srgbClr>
                </a:gs>
                <a:gs pos="42857">
                  <a:srgbClr val="00B0FF">
                    <a:alpha val="17075"/>
                  </a:srgbClr>
                </a:gs>
                <a:gs pos="57143">
                  <a:srgbClr val="00B0FF">
                    <a:alpha val="9855"/>
                  </a:srgbClr>
                </a:gs>
                <a:gs pos="71429">
                  <a:srgbClr val="00B0FF">
                    <a:alpha val="4740"/>
                  </a:srgbClr>
                </a:gs>
                <a:gs pos="85714">
                  <a:srgbClr val="00B0FF">
                    <a:alpha val="1902"/>
                  </a:srgbClr>
                </a:gs>
                <a:gs pos="100000">
                  <a:srgbClr val="00B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1" name="Splat 1031"/>
            <p:cNvSpPr>
              <a:spLocks noGrp="1"/>
            </p:cNvSpPr>
            <p:nvPr/>
          </p:nvSpPr>
          <p:spPr>
            <a:xfrm rot="5400000">
              <a:off x="2265456" y="670830"/>
              <a:ext cx="318004" cy="318004"/>
            </a:xfrm>
            <a:prstGeom prst="ellipse">
              <a:avLst/>
            </a:prstGeom>
            <a:gradFill>
              <a:gsLst>
                <a:gs pos="0">
                  <a:srgbClr val="00F0F7">
                    <a:alpha val="32968"/>
                  </a:srgbClr>
                </a:gs>
                <a:gs pos="14286">
                  <a:srgbClr val="00F0F7">
                    <a:alpha val="30764"/>
                  </a:srgbClr>
                </a:gs>
                <a:gs pos="28571">
                  <a:srgbClr val="00F0F7">
                    <a:alpha val="24833"/>
                  </a:srgbClr>
                </a:gs>
                <a:gs pos="42857">
                  <a:srgbClr val="00F0F7">
                    <a:alpha val="17075"/>
                  </a:srgbClr>
                </a:gs>
                <a:gs pos="57143">
                  <a:srgbClr val="00F0F7">
                    <a:alpha val="9855"/>
                  </a:srgbClr>
                </a:gs>
                <a:gs pos="71429">
                  <a:srgbClr val="00F0F7">
                    <a:alpha val="4740"/>
                  </a:srgbClr>
                </a:gs>
                <a:gs pos="85714">
                  <a:srgbClr val="00F0F7">
                    <a:alpha val="1902"/>
                  </a:srgbClr>
                </a:gs>
                <a:gs pos="100000">
                  <a:srgbClr val="00F0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2" name="Splat 1032"/>
            <p:cNvSpPr>
              <a:spLocks noGrp="1"/>
            </p:cNvSpPr>
            <p:nvPr/>
          </p:nvSpPr>
          <p:spPr>
            <a:xfrm rot="5400000">
              <a:off x="1196426" y="1130486"/>
              <a:ext cx="317456" cy="317456"/>
            </a:xfrm>
            <a:prstGeom prst="ellipse">
              <a:avLst/>
            </a:prstGeom>
            <a:gradFill>
              <a:gsLst>
                <a:gs pos="0">
                  <a:srgbClr val="920000">
                    <a:alpha val="30455"/>
                  </a:srgbClr>
                </a:gs>
                <a:gs pos="14286">
                  <a:srgbClr val="920000">
                    <a:alpha val="28382"/>
                  </a:srgbClr>
                </a:gs>
                <a:gs pos="28571">
                  <a:srgbClr val="920000">
                    <a:alpha val="22833"/>
                  </a:srgbClr>
                </a:gs>
                <a:gs pos="42857">
                  <a:srgbClr val="920000">
                    <a:alpha val="15634"/>
                  </a:srgbClr>
                </a:gs>
                <a:gs pos="57143">
                  <a:srgbClr val="920000">
                    <a:alpha val="8990"/>
                  </a:srgbClr>
                </a:gs>
                <a:gs pos="71429">
                  <a:srgbClr val="920000">
                    <a:alpha val="4314"/>
                  </a:srgbClr>
                </a:gs>
                <a:gs pos="85714">
                  <a:srgbClr val="920000">
                    <a:alpha val="1729"/>
                  </a:srgbClr>
                </a:gs>
                <a:gs pos="100000">
                  <a:srgbClr val="920000">
                    <a:alpha val="5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3" name="Splat 1033"/>
            <p:cNvSpPr>
              <a:spLocks noGrp="1"/>
            </p:cNvSpPr>
            <p:nvPr/>
          </p:nvSpPr>
          <p:spPr>
            <a:xfrm rot="5400000">
              <a:off x="3168708" y="1102863"/>
              <a:ext cx="206492" cy="206492"/>
            </a:xfrm>
            <a:prstGeom prst="ellipse">
              <a:avLst/>
            </a:prstGeom>
            <a:gradFill>
              <a:gsLst>
                <a:gs pos="0">
                  <a:srgbClr val="EE002E">
                    <a:alpha val="2818"/>
                  </a:srgbClr>
                </a:gs>
                <a:gs pos="14286">
                  <a:srgbClr val="EE002E">
                    <a:alpha val="2593"/>
                  </a:srgbClr>
                </a:gs>
                <a:gs pos="28571">
                  <a:srgbClr val="EE002E">
                    <a:alpha val="2020"/>
                  </a:srgbClr>
                </a:gs>
                <a:gs pos="42857">
                  <a:srgbClr val="EE002E">
                    <a:alpha val="1329"/>
                  </a:srgbClr>
                </a:gs>
                <a:gs pos="57143">
                  <a:srgbClr val="EE002E">
                    <a:alpha val="739"/>
                  </a:srgbClr>
                </a:gs>
                <a:gs pos="71429">
                  <a:srgbClr val="EE002E">
                    <a:alpha val="346"/>
                  </a:srgbClr>
                </a:gs>
                <a:gs pos="85714">
                  <a:srgbClr val="EE002E">
                    <a:alpha val="137"/>
                  </a:srgbClr>
                </a:gs>
                <a:gs pos="100000">
                  <a:srgbClr val="EE002E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4" name="Splat 1034"/>
            <p:cNvSpPr>
              <a:spLocks noGrp="1"/>
            </p:cNvSpPr>
            <p:nvPr/>
          </p:nvSpPr>
          <p:spPr>
            <a:xfrm rot="5400000">
              <a:off x="3547323" y="2448225"/>
              <a:ext cx="343176" cy="343176"/>
            </a:xfrm>
            <a:prstGeom prst="ellipse">
              <a:avLst/>
            </a:prstGeom>
            <a:gradFill>
              <a:gsLst>
                <a:gs pos="0">
                  <a:srgbClr val="EAFFFF">
                    <a:alpha val="32968"/>
                  </a:srgbClr>
                </a:gs>
                <a:gs pos="14286">
                  <a:srgbClr val="EAFFFF">
                    <a:alpha val="30764"/>
                  </a:srgbClr>
                </a:gs>
                <a:gs pos="28571">
                  <a:srgbClr val="EAFFFF">
                    <a:alpha val="24833"/>
                  </a:srgbClr>
                </a:gs>
                <a:gs pos="42857">
                  <a:srgbClr val="EAFFFF">
                    <a:alpha val="17075"/>
                  </a:srgbClr>
                </a:gs>
                <a:gs pos="57143">
                  <a:srgbClr val="EAFFFF">
                    <a:alpha val="9855"/>
                  </a:srgbClr>
                </a:gs>
                <a:gs pos="71429">
                  <a:srgbClr val="EAFFFF">
                    <a:alpha val="4740"/>
                  </a:srgbClr>
                </a:gs>
                <a:gs pos="85714">
                  <a:srgbClr val="EAFFFF">
                    <a:alpha val="1902"/>
                  </a:srgbClr>
                </a:gs>
                <a:gs pos="100000">
                  <a:srgbClr val="EA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5" name="Splat 1035"/>
            <p:cNvSpPr>
              <a:spLocks noGrp="1"/>
            </p:cNvSpPr>
            <p:nvPr/>
          </p:nvSpPr>
          <p:spPr>
            <a:xfrm rot="-10617506">
              <a:off x="1585986" y="1139738"/>
              <a:ext cx="328613" cy="150817"/>
            </a:xfrm>
            <a:prstGeom prst="ellipse">
              <a:avLst/>
            </a:prstGeom>
            <a:gradFill>
              <a:gsLst>
                <a:gs pos="0">
                  <a:srgbClr val="6ABBDC">
                    <a:alpha val="32968"/>
                  </a:srgbClr>
                </a:gs>
                <a:gs pos="14286">
                  <a:srgbClr val="6ABBDC">
                    <a:alpha val="30764"/>
                  </a:srgbClr>
                </a:gs>
                <a:gs pos="28571">
                  <a:srgbClr val="6ABBDC">
                    <a:alpha val="24833"/>
                  </a:srgbClr>
                </a:gs>
                <a:gs pos="42857">
                  <a:srgbClr val="6ABBDC">
                    <a:alpha val="17075"/>
                  </a:srgbClr>
                </a:gs>
                <a:gs pos="57143">
                  <a:srgbClr val="6ABBDC">
                    <a:alpha val="9855"/>
                  </a:srgbClr>
                </a:gs>
                <a:gs pos="71429">
                  <a:srgbClr val="6ABBDC">
                    <a:alpha val="4740"/>
                  </a:srgbClr>
                </a:gs>
                <a:gs pos="85714">
                  <a:srgbClr val="6ABBDC">
                    <a:alpha val="1902"/>
                  </a:srgbClr>
                </a:gs>
                <a:gs pos="100000">
                  <a:srgbClr val="6ABBD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6" name="Splat 1036"/>
            <p:cNvSpPr>
              <a:spLocks noGrp="1"/>
            </p:cNvSpPr>
            <p:nvPr/>
          </p:nvSpPr>
          <p:spPr>
            <a:xfrm rot="5400000">
              <a:off x="840894" y="1524063"/>
              <a:ext cx="262431" cy="2624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7" name="Splat 1037"/>
            <p:cNvSpPr>
              <a:spLocks noGrp="1"/>
            </p:cNvSpPr>
            <p:nvPr/>
          </p:nvSpPr>
          <p:spPr>
            <a:xfrm rot="4983443">
              <a:off x="2428064" y="1234712"/>
              <a:ext cx="505804" cy="221509"/>
            </a:xfrm>
            <a:prstGeom prst="ellipse">
              <a:avLst/>
            </a:prstGeom>
            <a:gradFill>
              <a:gsLst>
                <a:gs pos="0">
                  <a:srgbClr val="003A52">
                    <a:alpha val="25783"/>
                  </a:srgbClr>
                </a:gs>
                <a:gs pos="14286">
                  <a:srgbClr val="003A52">
                    <a:alpha val="23971"/>
                  </a:srgbClr>
                </a:gs>
                <a:gs pos="28571">
                  <a:srgbClr val="003A52">
                    <a:alpha val="19168"/>
                  </a:srgbClr>
                </a:gs>
                <a:gs pos="42857">
                  <a:srgbClr val="003A52">
                    <a:alpha val="13027"/>
                  </a:srgbClr>
                </a:gs>
                <a:gs pos="57143">
                  <a:srgbClr val="003A52">
                    <a:alpha val="7442"/>
                  </a:srgbClr>
                </a:gs>
                <a:gs pos="71429">
                  <a:srgbClr val="003A52">
                    <a:alpha val="3555"/>
                  </a:srgbClr>
                </a:gs>
                <a:gs pos="85714">
                  <a:srgbClr val="003A52">
                    <a:alpha val="1421"/>
                  </a:srgbClr>
                </a:gs>
                <a:gs pos="100000">
                  <a:srgbClr val="003A52">
                    <a:alpha val="4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8" name="Splat 1038"/>
            <p:cNvSpPr>
              <a:spLocks noGrp="1"/>
            </p:cNvSpPr>
            <p:nvPr/>
          </p:nvSpPr>
          <p:spPr>
            <a:xfrm rot="-10423064">
              <a:off x="1445419" y="750922"/>
              <a:ext cx="328612" cy="155505"/>
            </a:xfrm>
            <a:prstGeom prst="ellipse">
              <a:avLst/>
            </a:prstGeom>
            <a:gradFill>
              <a:gsLst>
                <a:gs pos="0">
                  <a:srgbClr val="00D4F9">
                    <a:alpha val="32968"/>
                  </a:srgbClr>
                </a:gs>
                <a:gs pos="14286">
                  <a:srgbClr val="00D4F9">
                    <a:alpha val="30764"/>
                  </a:srgbClr>
                </a:gs>
                <a:gs pos="28571">
                  <a:srgbClr val="00D4F9">
                    <a:alpha val="24833"/>
                  </a:srgbClr>
                </a:gs>
                <a:gs pos="42857">
                  <a:srgbClr val="00D4F9">
                    <a:alpha val="17075"/>
                  </a:srgbClr>
                </a:gs>
                <a:gs pos="57143">
                  <a:srgbClr val="00D4F9">
                    <a:alpha val="9855"/>
                  </a:srgbClr>
                </a:gs>
                <a:gs pos="71429">
                  <a:srgbClr val="00D4F9">
                    <a:alpha val="4740"/>
                  </a:srgbClr>
                </a:gs>
                <a:gs pos="85714">
                  <a:srgbClr val="00D4F9">
                    <a:alpha val="1902"/>
                  </a:srgbClr>
                </a:gs>
                <a:gs pos="100000">
                  <a:srgbClr val="00D4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9" name="Splat 1039"/>
            <p:cNvSpPr>
              <a:spLocks noGrp="1"/>
            </p:cNvSpPr>
            <p:nvPr/>
          </p:nvSpPr>
          <p:spPr>
            <a:xfrm rot="9596238">
              <a:off x="2902744" y="2042491"/>
              <a:ext cx="328613" cy="201269"/>
            </a:xfrm>
            <a:prstGeom prst="ellipse">
              <a:avLst/>
            </a:prstGeom>
            <a:gradFill>
              <a:gsLst>
                <a:gs pos="0">
                  <a:srgbClr val="FFFF9E">
                    <a:alpha val="10766"/>
                  </a:srgbClr>
                </a:gs>
                <a:gs pos="14286">
                  <a:srgbClr val="FFFF9E">
                    <a:alpha val="9940"/>
                  </a:srgbClr>
                </a:gs>
                <a:gs pos="28571">
                  <a:srgbClr val="FFFF9E">
                    <a:alpha val="7807"/>
                  </a:srgbClr>
                </a:gs>
                <a:gs pos="42857">
                  <a:srgbClr val="FFFF9E">
                    <a:alpha val="5192"/>
                  </a:srgbClr>
                </a:gs>
                <a:gs pos="57143">
                  <a:srgbClr val="FFFF9E">
                    <a:alpha val="2911"/>
                  </a:srgbClr>
                </a:gs>
                <a:gs pos="71429">
                  <a:srgbClr val="FFFF9E">
                    <a:alpha val="1373"/>
                  </a:srgbClr>
                </a:gs>
                <a:gs pos="85714">
                  <a:srgbClr val="FFFF9E">
                    <a:alpha val="545"/>
                  </a:srgbClr>
                </a:gs>
                <a:gs pos="100000">
                  <a:srgbClr val="FFFF9E">
                    <a:alpha val="1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0" name="Splat 1040"/>
            <p:cNvSpPr>
              <a:spLocks noGrp="1"/>
            </p:cNvSpPr>
            <p:nvPr/>
          </p:nvSpPr>
          <p:spPr>
            <a:xfrm rot="5400000">
              <a:off x="1431813" y="1613988"/>
              <a:ext cx="271553" cy="271553"/>
            </a:xfrm>
            <a:prstGeom prst="ellipse">
              <a:avLst/>
            </a:prstGeom>
            <a:gradFill>
              <a:gsLst>
                <a:gs pos="0">
                  <a:srgbClr val="00E3FF">
                    <a:alpha val="32968"/>
                  </a:srgbClr>
                </a:gs>
                <a:gs pos="14286">
                  <a:srgbClr val="00E3FF">
                    <a:alpha val="30764"/>
                  </a:srgbClr>
                </a:gs>
                <a:gs pos="28571">
                  <a:srgbClr val="00E3FF">
                    <a:alpha val="24833"/>
                  </a:srgbClr>
                </a:gs>
                <a:gs pos="42857">
                  <a:srgbClr val="00E3FF">
                    <a:alpha val="17075"/>
                  </a:srgbClr>
                </a:gs>
                <a:gs pos="57143">
                  <a:srgbClr val="00E3FF">
                    <a:alpha val="9855"/>
                  </a:srgbClr>
                </a:gs>
                <a:gs pos="71429">
                  <a:srgbClr val="00E3FF">
                    <a:alpha val="4740"/>
                  </a:srgbClr>
                </a:gs>
                <a:gs pos="85714">
                  <a:srgbClr val="00E3FF">
                    <a:alpha val="1902"/>
                  </a:srgbClr>
                </a:gs>
                <a:gs pos="100000">
                  <a:srgbClr val="00E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1" name="Splat 1041"/>
            <p:cNvSpPr>
              <a:spLocks noGrp="1"/>
            </p:cNvSpPr>
            <p:nvPr/>
          </p:nvSpPr>
          <p:spPr>
            <a:xfrm rot="-10082512">
              <a:off x="2963487" y="1021259"/>
              <a:ext cx="470897" cy="130805"/>
            </a:xfrm>
            <a:prstGeom prst="ellipse">
              <a:avLst/>
            </a:prstGeom>
            <a:gradFill>
              <a:gsLst>
                <a:gs pos="0">
                  <a:srgbClr val="C8FF00">
                    <a:alpha val="7303"/>
                  </a:srgbClr>
                </a:gs>
                <a:gs pos="14286">
                  <a:srgbClr val="C8FF00">
                    <a:alpha val="6733"/>
                  </a:srgbClr>
                </a:gs>
                <a:gs pos="28571">
                  <a:srgbClr val="C8FF00">
                    <a:alpha val="5268"/>
                  </a:srgbClr>
                </a:gs>
                <a:gs pos="42857">
                  <a:srgbClr val="C8FF00">
                    <a:alpha val="3488"/>
                  </a:srgbClr>
                </a:gs>
                <a:gs pos="57143">
                  <a:srgbClr val="C8FF00">
                    <a:alpha val="1948"/>
                  </a:srgbClr>
                </a:gs>
                <a:gs pos="71429">
                  <a:srgbClr val="C8FF00">
                    <a:alpha val="916"/>
                  </a:srgbClr>
                </a:gs>
                <a:gs pos="85714">
                  <a:srgbClr val="C8FF00">
                    <a:alpha val="363"/>
                  </a:srgbClr>
                </a:gs>
                <a:gs pos="100000">
                  <a:srgbClr val="C8FF00">
                    <a:alpha val="1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2" name="Splat 1042"/>
            <p:cNvSpPr>
              <a:spLocks noGrp="1"/>
            </p:cNvSpPr>
            <p:nvPr/>
          </p:nvSpPr>
          <p:spPr>
            <a:xfrm rot="8924410">
              <a:off x="2183404" y="1321118"/>
              <a:ext cx="271696" cy="75471"/>
            </a:xfrm>
            <a:prstGeom prst="ellipse">
              <a:avLst/>
            </a:prstGeom>
            <a:gradFill>
              <a:gsLst>
                <a:gs pos="0">
                  <a:srgbClr val="000000">
                    <a:alpha val="3124"/>
                  </a:srgbClr>
                </a:gs>
                <a:gs pos="14286">
                  <a:srgbClr val="000000">
                    <a:alpha val="2875"/>
                  </a:srgbClr>
                </a:gs>
                <a:gs pos="28571">
                  <a:srgbClr val="000000">
                    <a:alpha val="2239"/>
                  </a:srgbClr>
                </a:gs>
                <a:gs pos="42857">
                  <a:srgbClr val="000000">
                    <a:alpha val="1475"/>
                  </a:srgbClr>
                </a:gs>
                <a:gs pos="57143">
                  <a:srgbClr val="000000">
                    <a:alpha val="820"/>
                  </a:srgbClr>
                </a:gs>
                <a:gs pos="71429">
                  <a:srgbClr val="000000">
                    <a:alpha val="385"/>
                  </a:srgbClr>
                </a:gs>
                <a:gs pos="85714">
                  <a:srgbClr val="000000">
                    <a:alpha val="152"/>
                  </a:srgbClr>
                </a:gs>
                <a:gs pos="100000">
                  <a:srgbClr val="000000">
                    <a:alpha val="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3" name="Splat 1043"/>
            <p:cNvSpPr>
              <a:spLocks noGrp="1"/>
            </p:cNvSpPr>
            <p:nvPr/>
          </p:nvSpPr>
          <p:spPr>
            <a:xfrm rot="10255377">
              <a:off x="2137273" y="1166843"/>
              <a:ext cx="328612" cy="134252"/>
            </a:xfrm>
            <a:prstGeom prst="ellipse">
              <a:avLst/>
            </a:prstGeom>
            <a:gradFill>
              <a:gsLst>
                <a:gs pos="0">
                  <a:srgbClr val="62928D">
                    <a:alpha val="30154"/>
                  </a:srgbClr>
                </a:gs>
                <a:gs pos="14286">
                  <a:srgbClr val="62928D">
                    <a:alpha val="28097"/>
                  </a:srgbClr>
                </a:gs>
                <a:gs pos="28571">
                  <a:srgbClr val="62928D">
                    <a:alpha val="22594"/>
                  </a:srgbClr>
                </a:gs>
                <a:gs pos="42857">
                  <a:srgbClr val="62928D">
                    <a:alpha val="15463"/>
                  </a:srgbClr>
                </a:gs>
                <a:gs pos="57143">
                  <a:srgbClr val="62928D">
                    <a:alpha val="8888"/>
                  </a:srgbClr>
                </a:gs>
                <a:gs pos="71429">
                  <a:srgbClr val="62928D">
                    <a:alpha val="4264"/>
                  </a:srgbClr>
                </a:gs>
                <a:gs pos="85714">
                  <a:srgbClr val="62928D">
                    <a:alpha val="1708"/>
                  </a:srgbClr>
                </a:gs>
                <a:gs pos="100000">
                  <a:srgbClr val="62928D">
                    <a:alpha val="5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4" name="Splat 1044"/>
            <p:cNvSpPr>
              <a:spLocks noGrp="1"/>
            </p:cNvSpPr>
            <p:nvPr/>
          </p:nvSpPr>
          <p:spPr>
            <a:xfrm rot="10722507">
              <a:off x="2603553" y="739834"/>
              <a:ext cx="274150" cy="76153"/>
            </a:xfrm>
            <a:prstGeom prst="ellipse">
              <a:avLst/>
            </a:prstGeom>
            <a:gradFill>
              <a:gsLst>
                <a:gs pos="0">
                  <a:srgbClr val="2CB3DF">
                    <a:alpha val="32968"/>
                  </a:srgbClr>
                </a:gs>
                <a:gs pos="14286">
                  <a:srgbClr val="2CB3DF">
                    <a:alpha val="30764"/>
                  </a:srgbClr>
                </a:gs>
                <a:gs pos="28571">
                  <a:srgbClr val="2CB3DF">
                    <a:alpha val="24833"/>
                  </a:srgbClr>
                </a:gs>
                <a:gs pos="42857">
                  <a:srgbClr val="2CB3DF">
                    <a:alpha val="17075"/>
                  </a:srgbClr>
                </a:gs>
                <a:gs pos="57143">
                  <a:srgbClr val="2CB3DF">
                    <a:alpha val="9855"/>
                  </a:srgbClr>
                </a:gs>
                <a:gs pos="71429">
                  <a:srgbClr val="2CB3DF">
                    <a:alpha val="4740"/>
                  </a:srgbClr>
                </a:gs>
                <a:gs pos="85714">
                  <a:srgbClr val="2CB3DF">
                    <a:alpha val="1902"/>
                  </a:srgbClr>
                </a:gs>
                <a:gs pos="100000">
                  <a:srgbClr val="2CB3D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5" name="Splat 1045"/>
            <p:cNvSpPr>
              <a:spLocks noGrp="1"/>
            </p:cNvSpPr>
            <p:nvPr/>
          </p:nvSpPr>
          <p:spPr>
            <a:xfrm rot="5400000">
              <a:off x="967129" y="1935527"/>
              <a:ext cx="350238" cy="350238"/>
            </a:xfrm>
            <a:prstGeom prst="ellipse">
              <a:avLst/>
            </a:prstGeom>
            <a:gradFill>
              <a:gsLst>
                <a:gs pos="0">
                  <a:srgbClr val="FFF9FF">
                    <a:alpha val="10699"/>
                  </a:srgbClr>
                </a:gs>
                <a:gs pos="14286">
                  <a:srgbClr val="FFF9FF">
                    <a:alpha val="9878"/>
                  </a:srgbClr>
                </a:gs>
                <a:gs pos="28571">
                  <a:srgbClr val="FFF9FF">
                    <a:alpha val="7758"/>
                  </a:srgbClr>
                </a:gs>
                <a:gs pos="42857">
                  <a:srgbClr val="FFF9FF">
                    <a:alpha val="5159"/>
                  </a:srgbClr>
                </a:gs>
                <a:gs pos="57143">
                  <a:srgbClr val="FFF9FF">
                    <a:alpha val="2892"/>
                  </a:srgbClr>
                </a:gs>
                <a:gs pos="71429">
                  <a:srgbClr val="FFF9FF">
                    <a:alpha val="1365"/>
                  </a:srgbClr>
                </a:gs>
                <a:gs pos="85714">
                  <a:srgbClr val="FFF9FF">
                    <a:alpha val="542"/>
                  </a:srgbClr>
                </a:gs>
                <a:gs pos="100000">
                  <a:srgbClr val="FFF9FF">
                    <a:alpha val="1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6" name="Splat 1046"/>
            <p:cNvSpPr>
              <a:spLocks noGrp="1"/>
            </p:cNvSpPr>
            <p:nvPr/>
          </p:nvSpPr>
          <p:spPr>
            <a:xfrm rot="-8709486">
              <a:off x="2064881" y="1736702"/>
              <a:ext cx="407303" cy="114961"/>
            </a:xfrm>
            <a:prstGeom prst="ellipse">
              <a:avLst/>
            </a:prstGeom>
            <a:gradFill>
              <a:gsLst>
                <a:gs pos="0">
                  <a:srgbClr val="00FFFF">
                    <a:alpha val="5821"/>
                  </a:srgbClr>
                </a:gs>
                <a:gs pos="14286">
                  <a:srgbClr val="00FFFF">
                    <a:alpha val="5363"/>
                  </a:srgbClr>
                </a:gs>
                <a:gs pos="28571">
                  <a:srgbClr val="00FFFF">
                    <a:alpha val="4190"/>
                  </a:srgbClr>
                </a:gs>
                <a:gs pos="42857">
                  <a:srgbClr val="00FFFF">
                    <a:alpha val="2768"/>
                  </a:srgbClr>
                </a:gs>
                <a:gs pos="57143">
                  <a:srgbClr val="00FFFF">
                    <a:alpha val="1544"/>
                  </a:srgbClr>
                </a:gs>
                <a:gs pos="71429">
                  <a:srgbClr val="00FFFF">
                    <a:alpha val="726"/>
                  </a:srgbClr>
                </a:gs>
                <a:gs pos="85714">
                  <a:srgbClr val="00FFFF">
                    <a:alpha val="288"/>
                  </a:srgbClr>
                </a:gs>
                <a:gs pos="100000">
                  <a:srgbClr val="00FFFF">
                    <a:alpha val="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7" name="Splat 1047"/>
            <p:cNvSpPr>
              <a:spLocks noGrp="1"/>
            </p:cNvSpPr>
            <p:nvPr/>
          </p:nvSpPr>
          <p:spPr>
            <a:xfrm rot="5400000">
              <a:off x="2102644" y="635794"/>
              <a:ext cx="328612" cy="328612"/>
            </a:xfrm>
            <a:prstGeom prst="ellipse">
              <a:avLst/>
            </a:prstGeom>
            <a:gradFill>
              <a:gsLst>
                <a:gs pos="0">
                  <a:srgbClr val="00B5D0">
                    <a:alpha val="31622"/>
                  </a:srgbClr>
                </a:gs>
                <a:gs pos="14286">
                  <a:srgbClr val="00B5D0">
                    <a:alpha val="29487"/>
                  </a:srgbClr>
                </a:gs>
                <a:gs pos="28571">
                  <a:srgbClr val="00B5D0">
                    <a:alpha val="23759"/>
                  </a:srgbClr>
                </a:gs>
                <a:gs pos="42857">
                  <a:srgbClr val="00B5D0">
                    <a:alpha val="16300"/>
                  </a:srgbClr>
                </a:gs>
                <a:gs pos="57143">
                  <a:srgbClr val="00B5D0">
                    <a:alpha val="9389"/>
                  </a:srgbClr>
                </a:gs>
                <a:gs pos="71429">
                  <a:srgbClr val="00B5D0">
                    <a:alpha val="4510"/>
                  </a:srgbClr>
                </a:gs>
                <a:gs pos="85714">
                  <a:srgbClr val="00B5D0">
                    <a:alpha val="1808"/>
                  </a:srgbClr>
                </a:gs>
                <a:gs pos="100000">
                  <a:srgbClr val="00B5D0">
                    <a:alpha val="6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8" name="Splat 1048"/>
            <p:cNvSpPr>
              <a:spLocks noGrp="1"/>
            </p:cNvSpPr>
            <p:nvPr/>
          </p:nvSpPr>
          <p:spPr>
            <a:xfrm rot="5400000">
              <a:off x="1713455" y="858544"/>
              <a:ext cx="321102" cy="321102"/>
            </a:xfrm>
            <a:prstGeom prst="ellipse">
              <a:avLst/>
            </a:prstGeom>
            <a:gradFill>
              <a:gsLst>
                <a:gs pos="0">
                  <a:srgbClr val="00E2E8">
                    <a:alpha val="32968"/>
                  </a:srgbClr>
                </a:gs>
                <a:gs pos="14286">
                  <a:srgbClr val="00E2E8">
                    <a:alpha val="30764"/>
                  </a:srgbClr>
                </a:gs>
                <a:gs pos="28571">
                  <a:srgbClr val="00E2E8">
                    <a:alpha val="24833"/>
                  </a:srgbClr>
                </a:gs>
                <a:gs pos="42857">
                  <a:srgbClr val="00E2E8">
                    <a:alpha val="17075"/>
                  </a:srgbClr>
                </a:gs>
                <a:gs pos="57143">
                  <a:srgbClr val="00E2E8">
                    <a:alpha val="9855"/>
                  </a:srgbClr>
                </a:gs>
                <a:gs pos="71429">
                  <a:srgbClr val="00E2E8">
                    <a:alpha val="4740"/>
                  </a:srgbClr>
                </a:gs>
                <a:gs pos="85714">
                  <a:srgbClr val="00E2E8">
                    <a:alpha val="1902"/>
                  </a:srgbClr>
                </a:gs>
                <a:gs pos="100000">
                  <a:srgbClr val="00E2E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9" name="Splat 1049"/>
            <p:cNvSpPr>
              <a:spLocks noGrp="1"/>
            </p:cNvSpPr>
            <p:nvPr/>
          </p:nvSpPr>
          <p:spPr>
            <a:xfrm rot="-8132890">
              <a:off x="1521619" y="1068784"/>
              <a:ext cx="328612" cy="91281"/>
            </a:xfrm>
            <a:prstGeom prst="ellipse">
              <a:avLst/>
            </a:prstGeom>
            <a:gradFill>
              <a:gsLst>
                <a:gs pos="0">
                  <a:srgbClr val="4885C8">
                    <a:alpha val="32968"/>
                  </a:srgbClr>
                </a:gs>
                <a:gs pos="14286">
                  <a:srgbClr val="4885C8">
                    <a:alpha val="30764"/>
                  </a:srgbClr>
                </a:gs>
                <a:gs pos="28571">
                  <a:srgbClr val="4885C8">
                    <a:alpha val="24833"/>
                  </a:srgbClr>
                </a:gs>
                <a:gs pos="42857">
                  <a:srgbClr val="4885C8">
                    <a:alpha val="17075"/>
                  </a:srgbClr>
                </a:gs>
                <a:gs pos="57143">
                  <a:srgbClr val="4885C8">
                    <a:alpha val="9855"/>
                  </a:srgbClr>
                </a:gs>
                <a:gs pos="71429">
                  <a:srgbClr val="4885C8">
                    <a:alpha val="4740"/>
                  </a:srgbClr>
                </a:gs>
                <a:gs pos="85714">
                  <a:srgbClr val="4885C8">
                    <a:alpha val="1902"/>
                  </a:srgbClr>
                </a:gs>
                <a:gs pos="100000">
                  <a:srgbClr val="4885C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0" name="Splat 1050"/>
            <p:cNvSpPr>
              <a:spLocks noGrp="1"/>
            </p:cNvSpPr>
            <p:nvPr/>
          </p:nvSpPr>
          <p:spPr>
            <a:xfrm rot="8998721">
              <a:off x="3500876" y="2562566"/>
              <a:ext cx="328612" cy="912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1" name="Splat 1051"/>
            <p:cNvSpPr>
              <a:spLocks noGrp="1"/>
            </p:cNvSpPr>
            <p:nvPr/>
          </p:nvSpPr>
          <p:spPr>
            <a:xfrm rot="10320401">
              <a:off x="2150269" y="857025"/>
              <a:ext cx="328612" cy="114750"/>
            </a:xfrm>
            <a:prstGeom prst="ellipse">
              <a:avLst/>
            </a:prstGeom>
            <a:gradFill>
              <a:gsLst>
                <a:gs pos="0">
                  <a:srgbClr val="0080D7">
                    <a:alpha val="32968"/>
                  </a:srgbClr>
                </a:gs>
                <a:gs pos="14286">
                  <a:srgbClr val="0080D7">
                    <a:alpha val="30764"/>
                  </a:srgbClr>
                </a:gs>
                <a:gs pos="28571">
                  <a:srgbClr val="0080D7">
                    <a:alpha val="24833"/>
                  </a:srgbClr>
                </a:gs>
                <a:gs pos="42857">
                  <a:srgbClr val="0080D7">
                    <a:alpha val="17075"/>
                  </a:srgbClr>
                </a:gs>
                <a:gs pos="57143">
                  <a:srgbClr val="0080D7">
                    <a:alpha val="9855"/>
                  </a:srgbClr>
                </a:gs>
                <a:gs pos="71429">
                  <a:srgbClr val="0080D7">
                    <a:alpha val="4740"/>
                  </a:srgbClr>
                </a:gs>
                <a:gs pos="85714">
                  <a:srgbClr val="0080D7">
                    <a:alpha val="1902"/>
                  </a:srgbClr>
                </a:gs>
                <a:gs pos="100000">
                  <a:srgbClr val="0080D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2" name="Splat 1052"/>
            <p:cNvSpPr>
              <a:spLocks noGrp="1"/>
            </p:cNvSpPr>
            <p:nvPr/>
          </p:nvSpPr>
          <p:spPr>
            <a:xfrm rot="5400000">
              <a:off x="2850696" y="1660518"/>
              <a:ext cx="424374" cy="424374"/>
            </a:xfrm>
            <a:prstGeom prst="ellipse">
              <a:avLst/>
            </a:prstGeom>
            <a:gradFill>
              <a:gsLst>
                <a:gs pos="0">
                  <a:srgbClr val="000052">
                    <a:alpha val="32968"/>
                  </a:srgbClr>
                </a:gs>
                <a:gs pos="14286">
                  <a:srgbClr val="000052">
                    <a:alpha val="30764"/>
                  </a:srgbClr>
                </a:gs>
                <a:gs pos="28571">
                  <a:srgbClr val="000052">
                    <a:alpha val="24833"/>
                  </a:srgbClr>
                </a:gs>
                <a:gs pos="42857">
                  <a:srgbClr val="000052">
                    <a:alpha val="17075"/>
                  </a:srgbClr>
                </a:gs>
                <a:gs pos="57143">
                  <a:srgbClr val="000052">
                    <a:alpha val="9855"/>
                  </a:srgbClr>
                </a:gs>
                <a:gs pos="71429">
                  <a:srgbClr val="000052">
                    <a:alpha val="4740"/>
                  </a:srgbClr>
                </a:gs>
                <a:gs pos="85714">
                  <a:srgbClr val="000052">
                    <a:alpha val="1902"/>
                  </a:srgbClr>
                </a:gs>
                <a:gs pos="100000">
                  <a:srgbClr val="00005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3" name="Splat 1053"/>
            <p:cNvSpPr>
              <a:spLocks noGrp="1"/>
            </p:cNvSpPr>
            <p:nvPr/>
          </p:nvSpPr>
          <p:spPr>
            <a:xfrm rot="10327832">
              <a:off x="2388394" y="2042378"/>
              <a:ext cx="328613" cy="125294"/>
            </a:xfrm>
            <a:prstGeom prst="ellipse">
              <a:avLst/>
            </a:prstGeom>
            <a:gradFill>
              <a:gsLst>
                <a:gs pos="0">
                  <a:srgbClr val="B47F90">
                    <a:alpha val="18060"/>
                  </a:srgbClr>
                </a:gs>
                <a:gs pos="14286">
                  <a:srgbClr val="B47F90">
                    <a:alpha val="16729"/>
                  </a:srgbClr>
                </a:gs>
                <a:gs pos="28571">
                  <a:srgbClr val="B47F90">
                    <a:alpha val="13251"/>
                  </a:srgbClr>
                </a:gs>
                <a:gs pos="42857">
                  <a:srgbClr val="B47F90">
                    <a:alpha val="8902"/>
                  </a:srgbClr>
                </a:gs>
                <a:gs pos="57143">
                  <a:srgbClr val="B47F90">
                    <a:alpha val="5035"/>
                  </a:srgbClr>
                </a:gs>
                <a:gs pos="71429">
                  <a:srgbClr val="B47F90">
                    <a:alpha val="2389"/>
                  </a:srgbClr>
                </a:gs>
                <a:gs pos="85714">
                  <a:srgbClr val="B47F90">
                    <a:alpha val="952"/>
                  </a:srgbClr>
                </a:gs>
                <a:gs pos="100000">
                  <a:srgbClr val="B47F90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4" name="Splat 1054"/>
            <p:cNvSpPr>
              <a:spLocks noGrp="1"/>
            </p:cNvSpPr>
            <p:nvPr/>
          </p:nvSpPr>
          <p:spPr>
            <a:xfrm rot="-10729761">
              <a:off x="1794715" y="901285"/>
              <a:ext cx="328612" cy="110040"/>
            </a:xfrm>
            <a:prstGeom prst="ellipse">
              <a:avLst/>
            </a:prstGeom>
            <a:gradFill>
              <a:gsLst>
                <a:gs pos="0">
                  <a:srgbClr val="007363">
                    <a:alpha val="32968"/>
                  </a:srgbClr>
                </a:gs>
                <a:gs pos="14286">
                  <a:srgbClr val="007363">
                    <a:alpha val="30764"/>
                  </a:srgbClr>
                </a:gs>
                <a:gs pos="28571">
                  <a:srgbClr val="007363">
                    <a:alpha val="24833"/>
                  </a:srgbClr>
                </a:gs>
                <a:gs pos="42857">
                  <a:srgbClr val="007363">
                    <a:alpha val="17075"/>
                  </a:srgbClr>
                </a:gs>
                <a:gs pos="57143">
                  <a:srgbClr val="007363">
                    <a:alpha val="9855"/>
                  </a:srgbClr>
                </a:gs>
                <a:gs pos="71429">
                  <a:srgbClr val="007363">
                    <a:alpha val="4740"/>
                  </a:srgbClr>
                </a:gs>
                <a:gs pos="85714">
                  <a:srgbClr val="007363">
                    <a:alpha val="1902"/>
                  </a:srgbClr>
                </a:gs>
                <a:gs pos="100000">
                  <a:srgbClr val="00736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5" name="Splat 1055"/>
            <p:cNvSpPr>
              <a:spLocks noGrp="1"/>
            </p:cNvSpPr>
            <p:nvPr/>
          </p:nvSpPr>
          <p:spPr>
            <a:xfrm rot="-10643038">
              <a:off x="2150269" y="1506934"/>
              <a:ext cx="328612" cy="91281"/>
            </a:xfrm>
            <a:prstGeom prst="ellipse">
              <a:avLst/>
            </a:prstGeom>
            <a:gradFill>
              <a:gsLst>
                <a:gs pos="0">
                  <a:srgbClr val="004094">
                    <a:alpha val="21909"/>
                  </a:srgbClr>
                </a:gs>
                <a:gs pos="14286">
                  <a:srgbClr val="004094">
                    <a:alpha val="20332"/>
                  </a:srgbClr>
                </a:gs>
                <a:gs pos="28571">
                  <a:srgbClr val="004094">
                    <a:alpha val="16179"/>
                  </a:srgbClr>
                </a:gs>
                <a:gs pos="42857">
                  <a:srgbClr val="004094">
                    <a:alpha val="10931"/>
                  </a:srgbClr>
                </a:gs>
                <a:gs pos="57143">
                  <a:srgbClr val="004094">
                    <a:alpha val="6213"/>
                  </a:srgbClr>
                </a:gs>
                <a:gs pos="71429">
                  <a:srgbClr val="004094">
                    <a:alpha val="2958"/>
                  </a:srgbClr>
                </a:gs>
                <a:gs pos="85714">
                  <a:srgbClr val="004094">
                    <a:alpha val="1180"/>
                  </a:srgbClr>
                </a:gs>
                <a:gs pos="100000">
                  <a:srgbClr val="004094">
                    <a:alpha val="3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6" name="Splat 1056"/>
            <p:cNvSpPr>
              <a:spLocks noGrp="1"/>
            </p:cNvSpPr>
            <p:nvPr/>
          </p:nvSpPr>
          <p:spPr>
            <a:xfrm rot="5400000">
              <a:off x="1320757" y="1333668"/>
              <a:ext cx="267567" cy="267567"/>
            </a:xfrm>
            <a:prstGeom prst="ellipse">
              <a:avLst/>
            </a:prstGeom>
            <a:gradFill>
              <a:gsLst>
                <a:gs pos="0">
                  <a:srgbClr val="422B00">
                    <a:alpha val="32968"/>
                  </a:srgbClr>
                </a:gs>
                <a:gs pos="14286">
                  <a:srgbClr val="422B00">
                    <a:alpha val="30764"/>
                  </a:srgbClr>
                </a:gs>
                <a:gs pos="28571">
                  <a:srgbClr val="422B00">
                    <a:alpha val="24833"/>
                  </a:srgbClr>
                </a:gs>
                <a:gs pos="42857">
                  <a:srgbClr val="422B00">
                    <a:alpha val="17075"/>
                  </a:srgbClr>
                </a:gs>
                <a:gs pos="57143">
                  <a:srgbClr val="422B00">
                    <a:alpha val="9855"/>
                  </a:srgbClr>
                </a:gs>
                <a:gs pos="71429">
                  <a:srgbClr val="422B00">
                    <a:alpha val="4740"/>
                  </a:srgbClr>
                </a:gs>
                <a:gs pos="85714">
                  <a:srgbClr val="422B00">
                    <a:alpha val="1902"/>
                  </a:srgbClr>
                </a:gs>
                <a:gs pos="100000">
                  <a:srgbClr val="422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7" name="Splat 1057"/>
            <p:cNvSpPr>
              <a:spLocks noGrp="1"/>
            </p:cNvSpPr>
            <p:nvPr/>
          </p:nvSpPr>
          <p:spPr>
            <a:xfrm rot="9786145">
              <a:off x="2512219" y="762106"/>
              <a:ext cx="328612" cy="95038"/>
            </a:xfrm>
            <a:prstGeom prst="ellipse">
              <a:avLst/>
            </a:prstGeom>
            <a:gradFill>
              <a:gsLst>
                <a:gs pos="0">
                  <a:srgbClr val="009FB4">
                    <a:alpha val="32968"/>
                  </a:srgbClr>
                </a:gs>
                <a:gs pos="14286">
                  <a:srgbClr val="009FB4">
                    <a:alpha val="30764"/>
                  </a:srgbClr>
                </a:gs>
                <a:gs pos="28571">
                  <a:srgbClr val="009FB4">
                    <a:alpha val="24833"/>
                  </a:srgbClr>
                </a:gs>
                <a:gs pos="42857">
                  <a:srgbClr val="009FB4">
                    <a:alpha val="17075"/>
                  </a:srgbClr>
                </a:gs>
                <a:gs pos="57143">
                  <a:srgbClr val="009FB4">
                    <a:alpha val="9855"/>
                  </a:srgbClr>
                </a:gs>
                <a:gs pos="71429">
                  <a:srgbClr val="009FB4">
                    <a:alpha val="4740"/>
                  </a:srgbClr>
                </a:gs>
                <a:gs pos="85714">
                  <a:srgbClr val="009FB4">
                    <a:alpha val="1902"/>
                  </a:srgbClr>
                </a:gs>
                <a:gs pos="100000">
                  <a:srgbClr val="009FB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8" name="Splat 1058"/>
            <p:cNvSpPr>
              <a:spLocks noGrp="1"/>
            </p:cNvSpPr>
            <p:nvPr/>
          </p:nvSpPr>
          <p:spPr>
            <a:xfrm rot="5400000">
              <a:off x="2471944" y="1135980"/>
              <a:ext cx="324306" cy="324306"/>
            </a:xfrm>
            <a:prstGeom prst="ellipse">
              <a:avLst/>
            </a:prstGeom>
            <a:gradFill>
              <a:gsLst>
                <a:gs pos="0">
                  <a:srgbClr val="91556E">
                    <a:alpha val="32968"/>
                  </a:srgbClr>
                </a:gs>
                <a:gs pos="14286">
                  <a:srgbClr val="91556E">
                    <a:alpha val="30764"/>
                  </a:srgbClr>
                </a:gs>
                <a:gs pos="28571">
                  <a:srgbClr val="91556E">
                    <a:alpha val="24833"/>
                  </a:srgbClr>
                </a:gs>
                <a:gs pos="42857">
                  <a:srgbClr val="91556E">
                    <a:alpha val="17075"/>
                  </a:srgbClr>
                </a:gs>
                <a:gs pos="57143">
                  <a:srgbClr val="91556E">
                    <a:alpha val="9855"/>
                  </a:srgbClr>
                </a:gs>
                <a:gs pos="71429">
                  <a:srgbClr val="91556E">
                    <a:alpha val="4740"/>
                  </a:srgbClr>
                </a:gs>
                <a:gs pos="85714">
                  <a:srgbClr val="91556E">
                    <a:alpha val="1902"/>
                  </a:srgbClr>
                </a:gs>
                <a:gs pos="100000">
                  <a:srgbClr val="91556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9" name="Splat 1059"/>
            <p:cNvSpPr>
              <a:spLocks noGrp="1"/>
            </p:cNvSpPr>
            <p:nvPr/>
          </p:nvSpPr>
          <p:spPr>
            <a:xfrm rot="10637356">
              <a:off x="1832170" y="1841689"/>
              <a:ext cx="371773" cy="103270"/>
            </a:xfrm>
            <a:prstGeom prst="ellipse">
              <a:avLst/>
            </a:prstGeom>
            <a:gradFill>
              <a:gsLst>
                <a:gs pos="0">
                  <a:srgbClr val="00E1FF">
                    <a:alpha val="11176"/>
                  </a:srgbClr>
                </a:gs>
                <a:gs pos="14286">
                  <a:srgbClr val="00E1FF">
                    <a:alpha val="10320"/>
                  </a:srgbClr>
                </a:gs>
                <a:gs pos="28571">
                  <a:srgbClr val="00E1FF">
                    <a:alpha val="8110"/>
                  </a:srgbClr>
                </a:gs>
                <a:gs pos="42857">
                  <a:srgbClr val="00E1FF">
                    <a:alpha val="5396"/>
                  </a:srgbClr>
                </a:gs>
                <a:gs pos="57143">
                  <a:srgbClr val="00E1FF">
                    <a:alpha val="3027"/>
                  </a:srgbClr>
                </a:gs>
                <a:gs pos="71429">
                  <a:srgbClr val="00E1FF">
                    <a:alpha val="1429"/>
                  </a:srgbClr>
                </a:gs>
                <a:gs pos="85714">
                  <a:srgbClr val="00E1FF">
                    <a:alpha val="567"/>
                  </a:srgbClr>
                </a:gs>
                <a:gs pos="100000">
                  <a:srgbClr val="00E1FF">
                    <a:alpha val="1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0" name="Splat 1060"/>
            <p:cNvSpPr>
              <a:spLocks noGrp="1"/>
            </p:cNvSpPr>
            <p:nvPr/>
          </p:nvSpPr>
          <p:spPr>
            <a:xfrm rot="5400000">
              <a:off x="2254184" y="1420149"/>
              <a:ext cx="422169" cy="4221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1" name="Splat 1061"/>
            <p:cNvSpPr>
              <a:spLocks noGrp="1"/>
            </p:cNvSpPr>
            <p:nvPr/>
          </p:nvSpPr>
          <p:spPr>
            <a:xfrm rot="5400000">
              <a:off x="1603414" y="1713576"/>
              <a:ext cx="328612" cy="328612"/>
            </a:xfrm>
            <a:prstGeom prst="ellipse">
              <a:avLst/>
            </a:prstGeom>
            <a:gradFill>
              <a:gsLst>
                <a:gs pos="0">
                  <a:srgbClr val="000000">
                    <a:alpha val="24582"/>
                  </a:srgbClr>
                </a:gs>
                <a:gs pos="14286">
                  <a:srgbClr val="000000">
                    <a:alpha val="22841"/>
                  </a:srgbClr>
                </a:gs>
                <a:gs pos="28571">
                  <a:srgbClr val="000000">
                    <a:alpha val="18236"/>
                  </a:srgbClr>
                </a:gs>
                <a:gs pos="42857">
                  <a:srgbClr val="000000">
                    <a:alpha val="12371"/>
                  </a:srgbClr>
                </a:gs>
                <a:gs pos="57143">
                  <a:srgbClr val="000000">
                    <a:alpha val="7056"/>
                  </a:srgbClr>
                </a:gs>
                <a:gs pos="71429">
                  <a:srgbClr val="000000">
                    <a:alpha val="3367"/>
                  </a:srgbClr>
                </a:gs>
                <a:gs pos="85714">
                  <a:srgbClr val="000000">
                    <a:alpha val="1345"/>
                  </a:srgbClr>
                </a:gs>
                <a:gs pos="100000">
                  <a:srgbClr val="000000">
                    <a:alpha val="4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2" name="Splat 1062"/>
            <p:cNvSpPr>
              <a:spLocks noGrp="1"/>
            </p:cNvSpPr>
            <p:nvPr/>
          </p:nvSpPr>
          <p:spPr>
            <a:xfrm rot="9817595">
              <a:off x="2600294" y="2168577"/>
              <a:ext cx="334655" cy="220320"/>
            </a:xfrm>
            <a:prstGeom prst="ellipse">
              <a:avLst/>
            </a:prstGeom>
            <a:gradFill>
              <a:gsLst>
                <a:gs pos="0">
                  <a:srgbClr val="006AD6">
                    <a:alpha val="14055"/>
                  </a:srgbClr>
                </a:gs>
                <a:gs pos="14286">
                  <a:srgbClr val="006AD6">
                    <a:alpha val="12995"/>
                  </a:srgbClr>
                </a:gs>
                <a:gs pos="28571">
                  <a:srgbClr val="006AD6">
                    <a:alpha val="10245"/>
                  </a:srgbClr>
                </a:gs>
                <a:gs pos="42857">
                  <a:srgbClr val="006AD6">
                    <a:alpha val="6844"/>
                  </a:srgbClr>
                </a:gs>
                <a:gs pos="57143">
                  <a:srgbClr val="006AD6">
                    <a:alpha val="3852"/>
                  </a:srgbClr>
                </a:gs>
                <a:gs pos="71429">
                  <a:srgbClr val="006AD6">
                    <a:alpha val="1822"/>
                  </a:srgbClr>
                </a:gs>
                <a:gs pos="85714">
                  <a:srgbClr val="006AD6">
                    <a:alpha val="725"/>
                  </a:srgbClr>
                </a:gs>
                <a:gs pos="100000">
                  <a:srgbClr val="006AD6">
                    <a:alpha val="2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3" name="Splat 1063"/>
            <p:cNvSpPr>
              <a:spLocks noGrp="1"/>
            </p:cNvSpPr>
            <p:nvPr/>
          </p:nvSpPr>
          <p:spPr>
            <a:xfrm rot="8349360">
              <a:off x="2578894" y="950360"/>
              <a:ext cx="328613" cy="118581"/>
            </a:xfrm>
            <a:prstGeom prst="ellipse">
              <a:avLst/>
            </a:prstGeom>
            <a:gradFill>
              <a:gsLst>
                <a:gs pos="0">
                  <a:srgbClr val="150000">
                    <a:alpha val="32968"/>
                  </a:srgbClr>
                </a:gs>
                <a:gs pos="14286">
                  <a:srgbClr val="150000">
                    <a:alpha val="30764"/>
                  </a:srgbClr>
                </a:gs>
                <a:gs pos="28571">
                  <a:srgbClr val="150000">
                    <a:alpha val="24833"/>
                  </a:srgbClr>
                </a:gs>
                <a:gs pos="42857">
                  <a:srgbClr val="150000">
                    <a:alpha val="17075"/>
                  </a:srgbClr>
                </a:gs>
                <a:gs pos="57143">
                  <a:srgbClr val="150000">
                    <a:alpha val="9855"/>
                  </a:srgbClr>
                </a:gs>
                <a:gs pos="71429">
                  <a:srgbClr val="150000">
                    <a:alpha val="4740"/>
                  </a:srgbClr>
                </a:gs>
                <a:gs pos="85714">
                  <a:srgbClr val="150000">
                    <a:alpha val="1902"/>
                  </a:srgbClr>
                </a:gs>
                <a:gs pos="100000">
                  <a:srgbClr val="1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4" name="Splat 1064"/>
            <p:cNvSpPr>
              <a:spLocks noGrp="1"/>
            </p:cNvSpPr>
            <p:nvPr/>
          </p:nvSpPr>
          <p:spPr>
            <a:xfrm rot="-8858629">
              <a:off x="1426369" y="1021159"/>
              <a:ext cx="328612" cy="91281"/>
            </a:xfrm>
            <a:prstGeom prst="ellipse">
              <a:avLst/>
            </a:prstGeom>
            <a:gradFill>
              <a:gsLst>
                <a:gs pos="0">
                  <a:srgbClr val="86002F">
                    <a:alpha val="29506"/>
                  </a:srgbClr>
                </a:gs>
                <a:gs pos="14286">
                  <a:srgbClr val="86002F">
                    <a:alpha val="27484"/>
                  </a:srgbClr>
                </a:gs>
                <a:gs pos="28571">
                  <a:srgbClr val="86002F">
                    <a:alpha val="22082"/>
                  </a:srgbClr>
                </a:gs>
                <a:gs pos="42857">
                  <a:srgbClr val="86002F">
                    <a:alpha val="15097"/>
                  </a:srgbClr>
                </a:gs>
                <a:gs pos="57143">
                  <a:srgbClr val="86002F">
                    <a:alpha val="8670"/>
                  </a:srgbClr>
                </a:gs>
                <a:gs pos="71429">
                  <a:srgbClr val="86002F">
                    <a:alpha val="4156"/>
                  </a:srgbClr>
                </a:gs>
                <a:gs pos="85714">
                  <a:srgbClr val="86002F">
                    <a:alpha val="1665"/>
                  </a:srgbClr>
                </a:gs>
                <a:gs pos="100000">
                  <a:srgbClr val="86002F">
                    <a:alpha val="5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5" name="Splat 1065"/>
            <p:cNvSpPr>
              <a:spLocks noGrp="1"/>
            </p:cNvSpPr>
            <p:nvPr/>
          </p:nvSpPr>
          <p:spPr>
            <a:xfrm rot="9908957">
              <a:off x="2759869" y="735409"/>
              <a:ext cx="328612" cy="91281"/>
            </a:xfrm>
            <a:prstGeom prst="ellipse">
              <a:avLst/>
            </a:prstGeom>
            <a:gradFill>
              <a:gsLst>
                <a:gs pos="0">
                  <a:srgbClr val="D6FFFF">
                    <a:alpha val="27444"/>
                  </a:srgbClr>
                </a:gs>
                <a:gs pos="14286">
                  <a:srgbClr val="D6FFFF">
                    <a:alpha val="25537"/>
                  </a:srgbClr>
                </a:gs>
                <a:gs pos="28571">
                  <a:srgbClr val="D6FFFF">
                    <a:alpha val="20463"/>
                  </a:srgbClr>
                </a:gs>
                <a:gs pos="42857">
                  <a:srgbClr val="D6FFFF">
                    <a:alpha val="13944"/>
                  </a:srgbClr>
                </a:gs>
                <a:gs pos="57143">
                  <a:srgbClr val="D6FFFF">
                    <a:alpha val="7984"/>
                  </a:srgbClr>
                </a:gs>
                <a:gs pos="71429">
                  <a:srgbClr val="D6FFFF">
                    <a:alpha val="3820"/>
                  </a:srgbClr>
                </a:gs>
                <a:gs pos="85714">
                  <a:srgbClr val="D6FFFF">
                    <a:alpha val="1528"/>
                  </a:srgbClr>
                </a:gs>
                <a:gs pos="100000">
                  <a:srgbClr val="D6FFFF">
                    <a:alpha val="5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6" name="Splat 1066"/>
            <p:cNvSpPr>
              <a:spLocks noGrp="1"/>
            </p:cNvSpPr>
            <p:nvPr/>
          </p:nvSpPr>
          <p:spPr>
            <a:xfrm rot="5400000">
              <a:off x="1336689" y="2098678"/>
              <a:ext cx="295229" cy="295229"/>
            </a:xfrm>
            <a:prstGeom prst="ellipse">
              <a:avLst/>
            </a:prstGeom>
            <a:gradFill>
              <a:gsLst>
                <a:gs pos="0">
                  <a:srgbClr val="0080BE">
                    <a:alpha val="31849"/>
                  </a:srgbClr>
                </a:gs>
                <a:gs pos="14286">
                  <a:srgbClr val="0080BE">
                    <a:alpha val="29702"/>
                  </a:srgbClr>
                </a:gs>
                <a:gs pos="28571">
                  <a:srgbClr val="0080BE">
                    <a:alpha val="23940"/>
                  </a:srgbClr>
                </a:gs>
                <a:gs pos="42857">
                  <a:srgbClr val="0080BE">
                    <a:alpha val="16430"/>
                  </a:srgbClr>
                </a:gs>
                <a:gs pos="57143">
                  <a:srgbClr val="0080BE">
                    <a:alpha val="9467"/>
                  </a:srgbClr>
                </a:gs>
                <a:gs pos="71429">
                  <a:srgbClr val="0080BE">
                    <a:alpha val="4549"/>
                  </a:srgbClr>
                </a:gs>
                <a:gs pos="85714">
                  <a:srgbClr val="0080BE">
                    <a:alpha val="1824"/>
                  </a:srgbClr>
                </a:gs>
                <a:gs pos="100000">
                  <a:srgbClr val="0080BE">
                    <a:alpha val="6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7" name="Splat 1067"/>
            <p:cNvSpPr>
              <a:spLocks noGrp="1"/>
            </p:cNvSpPr>
            <p:nvPr/>
          </p:nvSpPr>
          <p:spPr>
            <a:xfrm rot="5400000">
              <a:off x="725712" y="3646967"/>
              <a:ext cx="386607" cy="386607"/>
            </a:xfrm>
            <a:prstGeom prst="ellipse">
              <a:avLst/>
            </a:prstGeom>
            <a:gradFill>
              <a:gsLst>
                <a:gs pos="0">
                  <a:srgbClr val="0053B0">
                    <a:alpha val="32968"/>
                  </a:srgbClr>
                </a:gs>
                <a:gs pos="14286">
                  <a:srgbClr val="0053B0">
                    <a:alpha val="30764"/>
                  </a:srgbClr>
                </a:gs>
                <a:gs pos="28571">
                  <a:srgbClr val="0053B0">
                    <a:alpha val="24833"/>
                  </a:srgbClr>
                </a:gs>
                <a:gs pos="42857">
                  <a:srgbClr val="0053B0">
                    <a:alpha val="17075"/>
                  </a:srgbClr>
                </a:gs>
                <a:gs pos="57143">
                  <a:srgbClr val="0053B0">
                    <a:alpha val="9855"/>
                  </a:srgbClr>
                </a:gs>
                <a:gs pos="71429">
                  <a:srgbClr val="0053B0">
                    <a:alpha val="4740"/>
                  </a:srgbClr>
                </a:gs>
                <a:gs pos="85714">
                  <a:srgbClr val="0053B0">
                    <a:alpha val="1902"/>
                  </a:srgbClr>
                </a:gs>
                <a:gs pos="100000">
                  <a:srgbClr val="0053B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8" name="Splat 1068"/>
            <p:cNvSpPr>
              <a:spLocks noGrp="1"/>
            </p:cNvSpPr>
            <p:nvPr/>
          </p:nvSpPr>
          <p:spPr>
            <a:xfrm rot="5654655">
              <a:off x="2684728" y="1622508"/>
              <a:ext cx="328612" cy="139628"/>
            </a:xfrm>
            <a:prstGeom prst="ellipse">
              <a:avLst/>
            </a:prstGeom>
            <a:gradFill>
              <a:gsLst>
                <a:gs pos="0">
                  <a:srgbClr val="995200">
                    <a:alpha val="32968"/>
                  </a:srgbClr>
                </a:gs>
                <a:gs pos="14286">
                  <a:srgbClr val="995200">
                    <a:alpha val="30764"/>
                  </a:srgbClr>
                </a:gs>
                <a:gs pos="28571">
                  <a:srgbClr val="995200">
                    <a:alpha val="24833"/>
                  </a:srgbClr>
                </a:gs>
                <a:gs pos="42857">
                  <a:srgbClr val="995200">
                    <a:alpha val="17075"/>
                  </a:srgbClr>
                </a:gs>
                <a:gs pos="57143">
                  <a:srgbClr val="995200">
                    <a:alpha val="9855"/>
                  </a:srgbClr>
                </a:gs>
                <a:gs pos="71429">
                  <a:srgbClr val="995200">
                    <a:alpha val="4740"/>
                  </a:srgbClr>
                </a:gs>
                <a:gs pos="85714">
                  <a:srgbClr val="995200">
                    <a:alpha val="1902"/>
                  </a:srgbClr>
                </a:gs>
                <a:gs pos="100000">
                  <a:srgbClr val="995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9" name="Splat 1069"/>
            <p:cNvSpPr>
              <a:spLocks noGrp="1"/>
            </p:cNvSpPr>
            <p:nvPr/>
          </p:nvSpPr>
          <p:spPr>
            <a:xfrm rot="7505027">
              <a:off x="1314627" y="1627985"/>
              <a:ext cx="328612" cy="92872"/>
            </a:xfrm>
            <a:prstGeom prst="ellipse">
              <a:avLst/>
            </a:prstGeom>
            <a:gradFill>
              <a:gsLst>
                <a:gs pos="0">
                  <a:srgbClr val="000062">
                    <a:alpha val="32968"/>
                  </a:srgbClr>
                </a:gs>
                <a:gs pos="14286">
                  <a:srgbClr val="000062">
                    <a:alpha val="30764"/>
                  </a:srgbClr>
                </a:gs>
                <a:gs pos="28571">
                  <a:srgbClr val="000062">
                    <a:alpha val="24833"/>
                  </a:srgbClr>
                </a:gs>
                <a:gs pos="42857">
                  <a:srgbClr val="000062">
                    <a:alpha val="17075"/>
                  </a:srgbClr>
                </a:gs>
                <a:gs pos="57143">
                  <a:srgbClr val="000062">
                    <a:alpha val="9855"/>
                  </a:srgbClr>
                </a:gs>
                <a:gs pos="71429">
                  <a:srgbClr val="000062">
                    <a:alpha val="4740"/>
                  </a:srgbClr>
                </a:gs>
                <a:gs pos="85714">
                  <a:srgbClr val="000062">
                    <a:alpha val="1902"/>
                  </a:srgbClr>
                </a:gs>
                <a:gs pos="100000">
                  <a:srgbClr val="00006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0" name="Splat 1070"/>
            <p:cNvSpPr>
              <a:spLocks noGrp="1"/>
            </p:cNvSpPr>
            <p:nvPr/>
          </p:nvSpPr>
          <p:spPr>
            <a:xfrm rot="5400000">
              <a:off x="1801456" y="650463"/>
              <a:ext cx="330932" cy="330932"/>
            </a:xfrm>
            <a:prstGeom prst="ellipse">
              <a:avLst/>
            </a:prstGeom>
            <a:gradFill>
              <a:gsLst>
                <a:gs pos="0">
                  <a:srgbClr val="97F4FF">
                    <a:alpha val="32968"/>
                  </a:srgbClr>
                </a:gs>
                <a:gs pos="14286">
                  <a:srgbClr val="97F4FF">
                    <a:alpha val="30764"/>
                  </a:srgbClr>
                </a:gs>
                <a:gs pos="28571">
                  <a:srgbClr val="97F4FF">
                    <a:alpha val="24833"/>
                  </a:srgbClr>
                </a:gs>
                <a:gs pos="42857">
                  <a:srgbClr val="97F4FF">
                    <a:alpha val="17075"/>
                  </a:srgbClr>
                </a:gs>
                <a:gs pos="57143">
                  <a:srgbClr val="97F4FF">
                    <a:alpha val="9855"/>
                  </a:srgbClr>
                </a:gs>
                <a:gs pos="71429">
                  <a:srgbClr val="97F4FF">
                    <a:alpha val="4740"/>
                  </a:srgbClr>
                </a:gs>
                <a:gs pos="85714">
                  <a:srgbClr val="97F4FF">
                    <a:alpha val="1902"/>
                  </a:srgbClr>
                </a:gs>
                <a:gs pos="100000">
                  <a:srgbClr val="97F4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1" name="Splat 1071"/>
            <p:cNvSpPr>
              <a:spLocks noGrp="1"/>
            </p:cNvSpPr>
            <p:nvPr/>
          </p:nvSpPr>
          <p:spPr>
            <a:xfrm rot="5400000">
              <a:off x="4200813" y="2060411"/>
              <a:ext cx="355341" cy="3553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2" name="Splat 1072"/>
            <p:cNvSpPr>
              <a:spLocks noGrp="1"/>
            </p:cNvSpPr>
            <p:nvPr/>
          </p:nvSpPr>
          <p:spPr>
            <a:xfrm rot="-8609063">
              <a:off x="2993553" y="2104033"/>
              <a:ext cx="343392" cy="95387"/>
            </a:xfrm>
            <a:prstGeom prst="ellipse">
              <a:avLst/>
            </a:prstGeom>
            <a:gradFill>
              <a:gsLst>
                <a:gs pos="0">
                  <a:srgbClr val="FFD96E">
                    <a:alpha val="25718"/>
                  </a:srgbClr>
                </a:gs>
                <a:gs pos="14286">
                  <a:srgbClr val="FFD96E">
                    <a:alpha val="23910"/>
                  </a:srgbClr>
                </a:gs>
                <a:gs pos="28571">
                  <a:srgbClr val="FFD96E">
                    <a:alpha val="19117"/>
                  </a:srgbClr>
                </a:gs>
                <a:gs pos="42857">
                  <a:srgbClr val="FFD96E">
                    <a:alpha val="12992"/>
                  </a:srgbClr>
                </a:gs>
                <a:gs pos="57143">
                  <a:srgbClr val="FFD96E">
                    <a:alpha val="7421"/>
                  </a:srgbClr>
                </a:gs>
                <a:gs pos="71429">
                  <a:srgbClr val="FFD96E">
                    <a:alpha val="3545"/>
                  </a:srgbClr>
                </a:gs>
                <a:gs pos="85714">
                  <a:srgbClr val="FFD96E">
                    <a:alpha val="1417"/>
                  </a:srgbClr>
                </a:gs>
                <a:gs pos="100000">
                  <a:srgbClr val="FFD96E">
                    <a:alpha val="4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3" name="Splat 1073"/>
            <p:cNvSpPr>
              <a:spLocks noGrp="1"/>
            </p:cNvSpPr>
            <p:nvPr/>
          </p:nvSpPr>
          <p:spPr>
            <a:xfrm rot="5400000">
              <a:off x="1215776" y="1467342"/>
              <a:ext cx="328612" cy="328612"/>
            </a:xfrm>
            <a:prstGeom prst="ellipse">
              <a:avLst/>
            </a:prstGeom>
            <a:gradFill>
              <a:gsLst>
                <a:gs pos="0">
                  <a:srgbClr val="000004">
                    <a:alpha val="32968"/>
                  </a:srgbClr>
                </a:gs>
                <a:gs pos="14286">
                  <a:srgbClr val="000004">
                    <a:alpha val="30764"/>
                  </a:srgbClr>
                </a:gs>
                <a:gs pos="28571">
                  <a:srgbClr val="000004">
                    <a:alpha val="24833"/>
                  </a:srgbClr>
                </a:gs>
                <a:gs pos="42857">
                  <a:srgbClr val="000004">
                    <a:alpha val="17075"/>
                  </a:srgbClr>
                </a:gs>
                <a:gs pos="57143">
                  <a:srgbClr val="000004">
                    <a:alpha val="9855"/>
                  </a:srgbClr>
                </a:gs>
                <a:gs pos="71429">
                  <a:srgbClr val="000004">
                    <a:alpha val="4740"/>
                  </a:srgbClr>
                </a:gs>
                <a:gs pos="85714">
                  <a:srgbClr val="000004">
                    <a:alpha val="1902"/>
                  </a:srgbClr>
                </a:gs>
                <a:gs pos="100000">
                  <a:srgbClr val="0000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4" name="Splat 1074"/>
            <p:cNvSpPr>
              <a:spLocks noGrp="1"/>
            </p:cNvSpPr>
            <p:nvPr/>
          </p:nvSpPr>
          <p:spPr>
            <a:xfrm rot="5400000">
              <a:off x="2849876" y="2081150"/>
              <a:ext cx="431581" cy="431581"/>
            </a:xfrm>
            <a:prstGeom prst="ellipse">
              <a:avLst/>
            </a:prstGeom>
            <a:gradFill>
              <a:gsLst>
                <a:gs pos="0">
                  <a:srgbClr val="000086">
                    <a:alpha val="28142"/>
                  </a:srgbClr>
                </a:gs>
                <a:gs pos="14286">
                  <a:srgbClr val="000086">
                    <a:alpha val="26196"/>
                  </a:srgbClr>
                </a:gs>
                <a:gs pos="28571">
                  <a:srgbClr val="000086">
                    <a:alpha val="21010"/>
                  </a:srgbClr>
                </a:gs>
                <a:gs pos="42857">
                  <a:srgbClr val="000086">
                    <a:alpha val="14333"/>
                  </a:srgbClr>
                </a:gs>
                <a:gs pos="57143">
                  <a:srgbClr val="000086">
                    <a:alpha val="8215"/>
                  </a:srgbClr>
                </a:gs>
                <a:gs pos="71429">
                  <a:srgbClr val="000086">
                    <a:alpha val="3933"/>
                  </a:srgbClr>
                </a:gs>
                <a:gs pos="85714">
                  <a:srgbClr val="000086">
                    <a:alpha val="1574"/>
                  </a:srgbClr>
                </a:gs>
                <a:gs pos="100000">
                  <a:srgbClr val="000086">
                    <a:alpha val="5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5" name="Splat 1075"/>
            <p:cNvSpPr>
              <a:spLocks noGrp="1"/>
            </p:cNvSpPr>
            <p:nvPr/>
          </p:nvSpPr>
          <p:spPr>
            <a:xfrm rot="5400000">
              <a:off x="1797939" y="2717654"/>
              <a:ext cx="435117" cy="435117"/>
            </a:xfrm>
            <a:prstGeom prst="ellipse">
              <a:avLst/>
            </a:prstGeom>
            <a:gradFill>
              <a:gsLst>
                <a:gs pos="0">
                  <a:srgbClr val="0000BB">
                    <a:alpha val="7582"/>
                  </a:srgbClr>
                </a:gs>
                <a:gs pos="14286">
                  <a:srgbClr val="0000BB">
                    <a:alpha val="6991"/>
                  </a:srgbClr>
                </a:gs>
                <a:gs pos="28571">
                  <a:srgbClr val="0000BB">
                    <a:alpha val="5472"/>
                  </a:srgbClr>
                </a:gs>
                <a:gs pos="42857">
                  <a:srgbClr val="0000BB">
                    <a:alpha val="3624"/>
                  </a:srgbClr>
                </a:gs>
                <a:gs pos="57143">
                  <a:srgbClr val="0000BB">
                    <a:alpha val="2024"/>
                  </a:srgbClr>
                </a:gs>
                <a:gs pos="71429">
                  <a:srgbClr val="0000BB">
                    <a:alpha val="953"/>
                  </a:srgbClr>
                </a:gs>
                <a:gs pos="85714">
                  <a:srgbClr val="0000BB">
                    <a:alpha val="378"/>
                  </a:srgbClr>
                </a:gs>
                <a:gs pos="100000">
                  <a:srgbClr val="0000BB">
                    <a:alpha val="1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6" name="Splat 1076"/>
            <p:cNvSpPr>
              <a:spLocks noGrp="1"/>
            </p:cNvSpPr>
            <p:nvPr/>
          </p:nvSpPr>
          <p:spPr>
            <a:xfrm rot="7635898">
              <a:off x="1470511" y="1394470"/>
              <a:ext cx="341539" cy="94872"/>
            </a:xfrm>
            <a:prstGeom prst="ellipse">
              <a:avLst/>
            </a:prstGeom>
            <a:gradFill>
              <a:gsLst>
                <a:gs pos="0">
                  <a:srgbClr val="6C00AD">
                    <a:alpha val="15011"/>
                  </a:srgbClr>
                </a:gs>
                <a:gs pos="14286">
                  <a:srgbClr val="6C00AD">
                    <a:alpha val="13885"/>
                  </a:srgbClr>
                </a:gs>
                <a:gs pos="28571">
                  <a:srgbClr val="6C00AD">
                    <a:alpha val="10959"/>
                  </a:srgbClr>
                </a:gs>
                <a:gs pos="42857">
                  <a:srgbClr val="6C00AD">
                    <a:alpha val="7331"/>
                  </a:srgbClr>
                </a:gs>
                <a:gs pos="57143">
                  <a:srgbClr val="6C00AD">
                    <a:alpha val="4131"/>
                  </a:srgbClr>
                </a:gs>
                <a:gs pos="71429">
                  <a:srgbClr val="6C00AD">
                    <a:alpha val="1955"/>
                  </a:srgbClr>
                </a:gs>
                <a:gs pos="85714">
                  <a:srgbClr val="6C00AD">
                    <a:alpha val="778"/>
                  </a:srgbClr>
                </a:gs>
                <a:gs pos="100000">
                  <a:srgbClr val="6C00AD">
                    <a:alpha val="2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7" name="Splat 1077"/>
            <p:cNvSpPr>
              <a:spLocks noGrp="1"/>
            </p:cNvSpPr>
            <p:nvPr/>
          </p:nvSpPr>
          <p:spPr>
            <a:xfrm rot="5400000">
              <a:off x="3824325" y="2156824"/>
              <a:ext cx="436476" cy="436476"/>
            </a:xfrm>
            <a:prstGeom prst="ellipse">
              <a:avLst/>
            </a:prstGeom>
            <a:gradFill>
              <a:gsLst>
                <a:gs pos="0">
                  <a:srgbClr val="0C0000">
                    <a:alpha val="32968"/>
                  </a:srgbClr>
                </a:gs>
                <a:gs pos="14286">
                  <a:srgbClr val="0C0000">
                    <a:alpha val="30764"/>
                  </a:srgbClr>
                </a:gs>
                <a:gs pos="28571">
                  <a:srgbClr val="0C0000">
                    <a:alpha val="24833"/>
                  </a:srgbClr>
                </a:gs>
                <a:gs pos="42857">
                  <a:srgbClr val="0C0000">
                    <a:alpha val="17075"/>
                  </a:srgbClr>
                </a:gs>
                <a:gs pos="57143">
                  <a:srgbClr val="0C0000">
                    <a:alpha val="9855"/>
                  </a:srgbClr>
                </a:gs>
                <a:gs pos="71429">
                  <a:srgbClr val="0C0000">
                    <a:alpha val="4740"/>
                  </a:srgbClr>
                </a:gs>
                <a:gs pos="85714">
                  <a:srgbClr val="0C0000">
                    <a:alpha val="1902"/>
                  </a:srgbClr>
                </a:gs>
                <a:gs pos="100000">
                  <a:srgbClr val="0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8" name="Splat 1078"/>
            <p:cNvSpPr>
              <a:spLocks noGrp="1"/>
            </p:cNvSpPr>
            <p:nvPr/>
          </p:nvSpPr>
          <p:spPr>
            <a:xfrm rot="-8282829">
              <a:off x="1645444" y="1487884"/>
              <a:ext cx="328612" cy="91281"/>
            </a:xfrm>
            <a:prstGeom prst="ellipse">
              <a:avLst/>
            </a:prstGeom>
            <a:gradFill>
              <a:gsLst>
                <a:gs pos="0">
                  <a:srgbClr val="004673">
                    <a:alpha val="32968"/>
                  </a:srgbClr>
                </a:gs>
                <a:gs pos="14286">
                  <a:srgbClr val="004673">
                    <a:alpha val="30764"/>
                  </a:srgbClr>
                </a:gs>
                <a:gs pos="28571">
                  <a:srgbClr val="004673">
                    <a:alpha val="24833"/>
                  </a:srgbClr>
                </a:gs>
                <a:gs pos="42857">
                  <a:srgbClr val="004673">
                    <a:alpha val="17075"/>
                  </a:srgbClr>
                </a:gs>
                <a:gs pos="57143">
                  <a:srgbClr val="004673">
                    <a:alpha val="9855"/>
                  </a:srgbClr>
                </a:gs>
                <a:gs pos="71429">
                  <a:srgbClr val="004673">
                    <a:alpha val="4740"/>
                  </a:srgbClr>
                </a:gs>
                <a:gs pos="85714">
                  <a:srgbClr val="004673">
                    <a:alpha val="1902"/>
                  </a:srgbClr>
                </a:gs>
                <a:gs pos="100000">
                  <a:srgbClr val="00467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9" name="Splat 1079"/>
            <p:cNvSpPr>
              <a:spLocks noGrp="1"/>
            </p:cNvSpPr>
            <p:nvPr/>
          </p:nvSpPr>
          <p:spPr>
            <a:xfrm rot="10638923">
              <a:off x="1781110" y="1843034"/>
              <a:ext cx="382648" cy="126346"/>
            </a:xfrm>
            <a:prstGeom prst="ellipse">
              <a:avLst/>
            </a:prstGeom>
            <a:gradFill>
              <a:gsLst>
                <a:gs pos="0">
                  <a:srgbClr val="00007E">
                    <a:alpha val="25853"/>
                  </a:srgbClr>
                </a:gs>
                <a:gs pos="14286">
                  <a:srgbClr val="00007E">
                    <a:alpha val="24037"/>
                  </a:srgbClr>
                </a:gs>
                <a:gs pos="28571">
                  <a:srgbClr val="00007E">
                    <a:alpha val="19222"/>
                  </a:srgbClr>
                </a:gs>
                <a:gs pos="42857">
                  <a:srgbClr val="00007E">
                    <a:alpha val="13065"/>
                  </a:srgbClr>
                </a:gs>
                <a:gs pos="57143">
                  <a:srgbClr val="00007E">
                    <a:alpha val="7465"/>
                  </a:srgbClr>
                </a:gs>
                <a:gs pos="71429">
                  <a:srgbClr val="00007E">
                    <a:alpha val="3566"/>
                  </a:srgbClr>
                </a:gs>
                <a:gs pos="85714">
                  <a:srgbClr val="00007E">
                    <a:alpha val="1426"/>
                  </a:srgbClr>
                </a:gs>
                <a:gs pos="100000">
                  <a:srgbClr val="00007E">
                    <a:alpha val="4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0" name="Splat 1080"/>
            <p:cNvSpPr>
              <a:spLocks noGrp="1"/>
            </p:cNvSpPr>
            <p:nvPr/>
          </p:nvSpPr>
          <p:spPr>
            <a:xfrm rot="5400000">
              <a:off x="1237233" y="1626143"/>
              <a:ext cx="263240" cy="263240"/>
            </a:xfrm>
            <a:prstGeom prst="ellipse">
              <a:avLst/>
            </a:prstGeom>
            <a:gradFill>
              <a:gsLst>
                <a:gs pos="0">
                  <a:srgbClr val="002964">
                    <a:alpha val="8012"/>
                  </a:srgbClr>
                </a:gs>
                <a:gs pos="14286">
                  <a:srgbClr val="002964">
                    <a:alpha val="7389"/>
                  </a:srgbClr>
                </a:gs>
                <a:gs pos="28571">
                  <a:srgbClr val="002964">
                    <a:alpha val="5786"/>
                  </a:srgbClr>
                </a:gs>
                <a:gs pos="42857">
                  <a:srgbClr val="002964">
                    <a:alpha val="3834"/>
                  </a:srgbClr>
                </a:gs>
                <a:gs pos="57143">
                  <a:srgbClr val="002964">
                    <a:alpha val="2143"/>
                  </a:srgbClr>
                </a:gs>
                <a:gs pos="71429">
                  <a:srgbClr val="002964">
                    <a:alpha val="1009"/>
                  </a:srgbClr>
                </a:gs>
                <a:gs pos="85714">
                  <a:srgbClr val="002964">
                    <a:alpha val="400"/>
                  </a:srgbClr>
                </a:gs>
                <a:gs pos="100000">
                  <a:srgbClr val="002964">
                    <a:alpha val="1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1" name="Splat 1081"/>
            <p:cNvSpPr>
              <a:spLocks noGrp="1"/>
            </p:cNvSpPr>
            <p:nvPr/>
          </p:nvSpPr>
          <p:spPr>
            <a:xfrm rot="3085498">
              <a:off x="2984715" y="1937789"/>
              <a:ext cx="328130" cy="91147"/>
            </a:xfrm>
            <a:prstGeom prst="ellipse">
              <a:avLst/>
            </a:prstGeom>
            <a:gradFill>
              <a:gsLst>
                <a:gs pos="0">
                  <a:srgbClr val="FFFFB7">
                    <a:alpha val="32968"/>
                  </a:srgbClr>
                </a:gs>
                <a:gs pos="14286">
                  <a:srgbClr val="FFFFB7">
                    <a:alpha val="30764"/>
                  </a:srgbClr>
                </a:gs>
                <a:gs pos="28571">
                  <a:srgbClr val="FFFFB7">
                    <a:alpha val="24833"/>
                  </a:srgbClr>
                </a:gs>
                <a:gs pos="42857">
                  <a:srgbClr val="FFFFB7">
                    <a:alpha val="17075"/>
                  </a:srgbClr>
                </a:gs>
                <a:gs pos="57143">
                  <a:srgbClr val="FFFFB7">
                    <a:alpha val="9855"/>
                  </a:srgbClr>
                </a:gs>
                <a:gs pos="71429">
                  <a:srgbClr val="FFFFB7">
                    <a:alpha val="4740"/>
                  </a:srgbClr>
                </a:gs>
                <a:gs pos="85714">
                  <a:srgbClr val="FFFFB7">
                    <a:alpha val="1902"/>
                  </a:srgbClr>
                </a:gs>
                <a:gs pos="100000">
                  <a:srgbClr val="FFFFB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2" name="Splat 1082"/>
            <p:cNvSpPr>
              <a:spLocks noGrp="1"/>
            </p:cNvSpPr>
            <p:nvPr/>
          </p:nvSpPr>
          <p:spPr>
            <a:xfrm rot="8837645">
              <a:off x="2622283" y="926981"/>
              <a:ext cx="583177" cy="161994"/>
            </a:xfrm>
            <a:prstGeom prst="ellipse">
              <a:avLst/>
            </a:prstGeom>
            <a:gradFill>
              <a:gsLst>
                <a:gs pos="0">
                  <a:srgbClr val="FFDBC0">
                    <a:alpha val="32968"/>
                  </a:srgbClr>
                </a:gs>
                <a:gs pos="14286">
                  <a:srgbClr val="FFDBC0">
                    <a:alpha val="30764"/>
                  </a:srgbClr>
                </a:gs>
                <a:gs pos="28571">
                  <a:srgbClr val="FFDBC0">
                    <a:alpha val="24833"/>
                  </a:srgbClr>
                </a:gs>
                <a:gs pos="42857">
                  <a:srgbClr val="FFDBC0">
                    <a:alpha val="17075"/>
                  </a:srgbClr>
                </a:gs>
                <a:gs pos="57143">
                  <a:srgbClr val="FFDBC0">
                    <a:alpha val="9855"/>
                  </a:srgbClr>
                </a:gs>
                <a:gs pos="71429">
                  <a:srgbClr val="FFDBC0">
                    <a:alpha val="4740"/>
                  </a:srgbClr>
                </a:gs>
                <a:gs pos="85714">
                  <a:srgbClr val="FFDBC0">
                    <a:alpha val="1902"/>
                  </a:srgbClr>
                </a:gs>
                <a:gs pos="100000">
                  <a:srgbClr val="FFDBC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3" name="Splat 1083"/>
            <p:cNvSpPr>
              <a:spLocks noGrp="1"/>
            </p:cNvSpPr>
            <p:nvPr/>
          </p:nvSpPr>
          <p:spPr>
            <a:xfrm rot="-9530940">
              <a:off x="2048948" y="1221051"/>
              <a:ext cx="352148" cy="97819"/>
            </a:xfrm>
            <a:prstGeom prst="ellipse">
              <a:avLst/>
            </a:prstGeom>
            <a:gradFill>
              <a:gsLst>
                <a:gs pos="0">
                  <a:srgbClr val="00A687">
                    <a:alpha val="32968"/>
                  </a:srgbClr>
                </a:gs>
                <a:gs pos="14286">
                  <a:srgbClr val="00A687">
                    <a:alpha val="30764"/>
                  </a:srgbClr>
                </a:gs>
                <a:gs pos="28571">
                  <a:srgbClr val="00A687">
                    <a:alpha val="24833"/>
                  </a:srgbClr>
                </a:gs>
                <a:gs pos="42857">
                  <a:srgbClr val="00A687">
                    <a:alpha val="17075"/>
                  </a:srgbClr>
                </a:gs>
                <a:gs pos="57143">
                  <a:srgbClr val="00A687">
                    <a:alpha val="9855"/>
                  </a:srgbClr>
                </a:gs>
                <a:gs pos="71429">
                  <a:srgbClr val="00A687">
                    <a:alpha val="4740"/>
                  </a:srgbClr>
                </a:gs>
                <a:gs pos="85714">
                  <a:srgbClr val="00A687">
                    <a:alpha val="1902"/>
                  </a:srgbClr>
                </a:gs>
                <a:gs pos="100000">
                  <a:srgbClr val="00A68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4" name="Splat 1084"/>
            <p:cNvSpPr>
              <a:spLocks noGrp="1"/>
            </p:cNvSpPr>
            <p:nvPr/>
          </p:nvSpPr>
          <p:spPr>
            <a:xfrm rot="5400000">
              <a:off x="1793466" y="743834"/>
              <a:ext cx="274918" cy="274918"/>
            </a:xfrm>
            <a:prstGeom prst="ellipse">
              <a:avLst/>
            </a:prstGeom>
            <a:gradFill>
              <a:gsLst>
                <a:gs pos="0">
                  <a:srgbClr val="4BD386">
                    <a:alpha val="32968"/>
                  </a:srgbClr>
                </a:gs>
                <a:gs pos="14286">
                  <a:srgbClr val="4BD386">
                    <a:alpha val="30764"/>
                  </a:srgbClr>
                </a:gs>
                <a:gs pos="28571">
                  <a:srgbClr val="4BD386">
                    <a:alpha val="24833"/>
                  </a:srgbClr>
                </a:gs>
                <a:gs pos="42857">
                  <a:srgbClr val="4BD386">
                    <a:alpha val="17075"/>
                  </a:srgbClr>
                </a:gs>
                <a:gs pos="57143">
                  <a:srgbClr val="4BD386">
                    <a:alpha val="9855"/>
                  </a:srgbClr>
                </a:gs>
                <a:gs pos="71429">
                  <a:srgbClr val="4BD386">
                    <a:alpha val="4740"/>
                  </a:srgbClr>
                </a:gs>
                <a:gs pos="85714">
                  <a:srgbClr val="4BD386">
                    <a:alpha val="1902"/>
                  </a:srgbClr>
                </a:gs>
                <a:gs pos="100000">
                  <a:srgbClr val="4BD38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5" name="Splat 1085"/>
            <p:cNvSpPr>
              <a:spLocks noGrp="1"/>
            </p:cNvSpPr>
            <p:nvPr/>
          </p:nvSpPr>
          <p:spPr>
            <a:xfrm rot="9557764">
              <a:off x="1442995" y="2062512"/>
              <a:ext cx="214806" cy="63264"/>
            </a:xfrm>
            <a:prstGeom prst="ellipse">
              <a:avLst/>
            </a:prstGeom>
            <a:gradFill>
              <a:gsLst>
                <a:gs pos="0">
                  <a:srgbClr val="AA4F55">
                    <a:alpha val="7877"/>
                  </a:srgbClr>
                </a:gs>
                <a:gs pos="14286">
                  <a:srgbClr val="AA4F55">
                    <a:alpha val="7264"/>
                  </a:srgbClr>
                </a:gs>
                <a:gs pos="28571">
                  <a:srgbClr val="AA4F55">
                    <a:alpha val="5687"/>
                  </a:srgbClr>
                </a:gs>
                <a:gs pos="42857">
                  <a:srgbClr val="AA4F55">
                    <a:alpha val="3768"/>
                  </a:srgbClr>
                </a:gs>
                <a:gs pos="57143">
                  <a:srgbClr val="AA4F55">
                    <a:alpha val="2106"/>
                  </a:srgbClr>
                </a:gs>
                <a:gs pos="71429">
                  <a:srgbClr val="AA4F55">
                    <a:alpha val="991"/>
                  </a:srgbClr>
                </a:gs>
                <a:gs pos="85714">
                  <a:srgbClr val="AA4F55">
                    <a:alpha val="393"/>
                  </a:srgbClr>
                </a:gs>
                <a:gs pos="100000">
                  <a:srgbClr val="AA4F55">
                    <a:alpha val="1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6" name="Splat 1086"/>
            <p:cNvSpPr>
              <a:spLocks noGrp="1"/>
            </p:cNvSpPr>
            <p:nvPr/>
          </p:nvSpPr>
          <p:spPr>
            <a:xfrm rot="-8843943">
              <a:off x="1073979" y="1033240"/>
              <a:ext cx="381366" cy="199464"/>
            </a:xfrm>
            <a:prstGeom prst="ellipse">
              <a:avLst/>
            </a:prstGeom>
            <a:gradFill>
              <a:gsLst>
                <a:gs pos="0">
                  <a:srgbClr val="FFD1C8">
                    <a:alpha val="3015"/>
                  </a:srgbClr>
                </a:gs>
                <a:gs pos="14286">
                  <a:srgbClr val="FFD1C8">
                    <a:alpha val="2774"/>
                  </a:srgbClr>
                </a:gs>
                <a:gs pos="28571">
                  <a:srgbClr val="FFD1C8">
                    <a:alpha val="2161"/>
                  </a:srgbClr>
                </a:gs>
                <a:gs pos="42857">
                  <a:srgbClr val="FFD1C8">
                    <a:alpha val="1423"/>
                  </a:srgbClr>
                </a:gs>
                <a:gs pos="57143">
                  <a:srgbClr val="FFD1C8">
                    <a:alpha val="791"/>
                  </a:srgbClr>
                </a:gs>
                <a:gs pos="71429">
                  <a:srgbClr val="FFD1C8">
                    <a:alpha val="371"/>
                  </a:srgbClr>
                </a:gs>
                <a:gs pos="85714">
                  <a:srgbClr val="FFD1C8">
                    <a:alpha val="147"/>
                  </a:srgbClr>
                </a:gs>
                <a:gs pos="100000">
                  <a:srgbClr val="FFD1C8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7" name="Splat 1087"/>
            <p:cNvSpPr>
              <a:spLocks noGrp="1"/>
            </p:cNvSpPr>
            <p:nvPr/>
          </p:nvSpPr>
          <p:spPr>
            <a:xfrm rot="9462145">
              <a:off x="1456025" y="3789245"/>
              <a:ext cx="444025" cy="123340"/>
            </a:xfrm>
            <a:prstGeom prst="ellipse">
              <a:avLst/>
            </a:prstGeom>
            <a:gradFill>
              <a:gsLst>
                <a:gs pos="0">
                  <a:srgbClr val="DEE5FF">
                    <a:alpha val="32968"/>
                  </a:srgbClr>
                </a:gs>
                <a:gs pos="14286">
                  <a:srgbClr val="DEE5FF">
                    <a:alpha val="30764"/>
                  </a:srgbClr>
                </a:gs>
                <a:gs pos="28571">
                  <a:srgbClr val="DEE5FF">
                    <a:alpha val="24833"/>
                  </a:srgbClr>
                </a:gs>
                <a:gs pos="42857">
                  <a:srgbClr val="DEE5FF">
                    <a:alpha val="17075"/>
                  </a:srgbClr>
                </a:gs>
                <a:gs pos="57143">
                  <a:srgbClr val="DEE5FF">
                    <a:alpha val="9855"/>
                  </a:srgbClr>
                </a:gs>
                <a:gs pos="71429">
                  <a:srgbClr val="DEE5FF">
                    <a:alpha val="4740"/>
                  </a:srgbClr>
                </a:gs>
                <a:gs pos="85714">
                  <a:srgbClr val="DEE5FF">
                    <a:alpha val="1902"/>
                  </a:srgbClr>
                </a:gs>
                <a:gs pos="100000">
                  <a:srgbClr val="DEE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8" name="Splat 1088"/>
            <p:cNvSpPr>
              <a:spLocks noGrp="1"/>
            </p:cNvSpPr>
            <p:nvPr/>
          </p:nvSpPr>
          <p:spPr>
            <a:xfrm rot="-9006684">
              <a:off x="2796436" y="1960646"/>
              <a:ext cx="315679" cy="91444"/>
            </a:xfrm>
            <a:prstGeom prst="ellipse">
              <a:avLst/>
            </a:prstGeom>
            <a:gradFill>
              <a:gsLst>
                <a:gs pos="0">
                  <a:srgbClr val="FF0000">
                    <a:alpha val="2612"/>
                  </a:srgbClr>
                </a:gs>
                <a:gs pos="14286">
                  <a:srgbClr val="FF0000">
                    <a:alpha val="2403"/>
                  </a:srgbClr>
                </a:gs>
                <a:gs pos="28571">
                  <a:srgbClr val="FF0000">
                    <a:alpha val="1871"/>
                  </a:srgbClr>
                </a:gs>
                <a:gs pos="42857">
                  <a:srgbClr val="FF0000">
                    <a:alpha val="1231"/>
                  </a:srgbClr>
                </a:gs>
                <a:gs pos="57143">
                  <a:srgbClr val="FF0000">
                    <a:alpha val="684"/>
                  </a:srgbClr>
                </a:gs>
                <a:gs pos="71429">
                  <a:srgbClr val="FF0000">
                    <a:alpha val="321"/>
                  </a:srgbClr>
                </a:gs>
                <a:gs pos="85714">
                  <a:srgbClr val="FF0000">
                    <a:alpha val="127"/>
                  </a:srgbClr>
                </a:gs>
                <a:gs pos="100000">
                  <a:srgbClr val="FF0000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9" name="Splat 1089"/>
            <p:cNvSpPr>
              <a:spLocks noGrp="1"/>
            </p:cNvSpPr>
            <p:nvPr/>
          </p:nvSpPr>
          <p:spPr>
            <a:xfrm rot="7291656">
              <a:off x="1224009" y="1547710"/>
              <a:ext cx="328612" cy="116325"/>
            </a:xfrm>
            <a:prstGeom prst="ellipse">
              <a:avLst/>
            </a:prstGeom>
            <a:gradFill>
              <a:gsLst>
                <a:gs pos="0">
                  <a:srgbClr val="00002E">
                    <a:alpha val="32968"/>
                  </a:srgbClr>
                </a:gs>
                <a:gs pos="14286">
                  <a:srgbClr val="00002E">
                    <a:alpha val="30764"/>
                  </a:srgbClr>
                </a:gs>
                <a:gs pos="28571">
                  <a:srgbClr val="00002E">
                    <a:alpha val="24833"/>
                  </a:srgbClr>
                </a:gs>
                <a:gs pos="42857">
                  <a:srgbClr val="00002E">
                    <a:alpha val="17075"/>
                  </a:srgbClr>
                </a:gs>
                <a:gs pos="57143">
                  <a:srgbClr val="00002E">
                    <a:alpha val="9855"/>
                  </a:srgbClr>
                </a:gs>
                <a:gs pos="71429">
                  <a:srgbClr val="00002E">
                    <a:alpha val="4740"/>
                  </a:srgbClr>
                </a:gs>
                <a:gs pos="85714">
                  <a:srgbClr val="00002E">
                    <a:alpha val="1902"/>
                  </a:srgbClr>
                </a:gs>
                <a:gs pos="100000">
                  <a:srgbClr val="00002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0" name="Splat 1090"/>
            <p:cNvSpPr>
              <a:spLocks noGrp="1"/>
            </p:cNvSpPr>
            <p:nvPr/>
          </p:nvSpPr>
          <p:spPr>
            <a:xfrm rot="-9514061">
              <a:off x="1701568" y="705918"/>
              <a:ext cx="380082" cy="105578"/>
            </a:xfrm>
            <a:prstGeom prst="ellipse">
              <a:avLst/>
            </a:prstGeom>
            <a:gradFill>
              <a:gsLst>
                <a:gs pos="0">
                  <a:srgbClr val="FFEBFF">
                    <a:alpha val="32968"/>
                  </a:srgbClr>
                </a:gs>
                <a:gs pos="14286">
                  <a:srgbClr val="FFEBFF">
                    <a:alpha val="30764"/>
                  </a:srgbClr>
                </a:gs>
                <a:gs pos="28571">
                  <a:srgbClr val="FFEBFF">
                    <a:alpha val="24833"/>
                  </a:srgbClr>
                </a:gs>
                <a:gs pos="42857">
                  <a:srgbClr val="FFEBFF">
                    <a:alpha val="17075"/>
                  </a:srgbClr>
                </a:gs>
                <a:gs pos="57143">
                  <a:srgbClr val="FFEBFF">
                    <a:alpha val="9855"/>
                  </a:srgbClr>
                </a:gs>
                <a:gs pos="71429">
                  <a:srgbClr val="FFEBFF">
                    <a:alpha val="4740"/>
                  </a:srgbClr>
                </a:gs>
                <a:gs pos="85714">
                  <a:srgbClr val="FFEBFF">
                    <a:alpha val="1902"/>
                  </a:srgbClr>
                </a:gs>
                <a:gs pos="100000">
                  <a:srgbClr val="FFE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1" name="Splat 1091"/>
            <p:cNvSpPr>
              <a:spLocks noGrp="1"/>
            </p:cNvSpPr>
            <p:nvPr/>
          </p:nvSpPr>
          <p:spPr>
            <a:xfrm rot="5400000">
              <a:off x="3157896" y="1201262"/>
              <a:ext cx="334384" cy="334384"/>
            </a:xfrm>
            <a:prstGeom prst="ellipse">
              <a:avLst/>
            </a:prstGeom>
            <a:gradFill>
              <a:gsLst>
                <a:gs pos="0">
                  <a:srgbClr val="00DAF7">
                    <a:alpha val="32968"/>
                  </a:srgbClr>
                </a:gs>
                <a:gs pos="14286">
                  <a:srgbClr val="00DAF7">
                    <a:alpha val="30764"/>
                  </a:srgbClr>
                </a:gs>
                <a:gs pos="28571">
                  <a:srgbClr val="00DAF7">
                    <a:alpha val="24833"/>
                  </a:srgbClr>
                </a:gs>
                <a:gs pos="42857">
                  <a:srgbClr val="00DAF7">
                    <a:alpha val="17075"/>
                  </a:srgbClr>
                </a:gs>
                <a:gs pos="57143">
                  <a:srgbClr val="00DAF7">
                    <a:alpha val="9855"/>
                  </a:srgbClr>
                </a:gs>
                <a:gs pos="71429">
                  <a:srgbClr val="00DAF7">
                    <a:alpha val="4740"/>
                  </a:srgbClr>
                </a:gs>
                <a:gs pos="85714">
                  <a:srgbClr val="00DAF7">
                    <a:alpha val="1902"/>
                  </a:srgbClr>
                </a:gs>
                <a:gs pos="100000">
                  <a:srgbClr val="00DA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2" name="Splat 1092"/>
            <p:cNvSpPr>
              <a:spLocks noGrp="1"/>
            </p:cNvSpPr>
            <p:nvPr/>
          </p:nvSpPr>
          <p:spPr>
            <a:xfrm rot="5400000">
              <a:off x="2471068" y="1203780"/>
              <a:ext cx="333709" cy="333709"/>
            </a:xfrm>
            <a:prstGeom prst="ellipse">
              <a:avLst/>
            </a:prstGeom>
            <a:gradFill>
              <a:gsLst>
                <a:gs pos="0">
                  <a:srgbClr val="3E001C">
                    <a:alpha val="21499"/>
                  </a:srgbClr>
                </a:gs>
                <a:gs pos="14286">
                  <a:srgbClr val="3E001C">
                    <a:alpha val="19947"/>
                  </a:srgbClr>
                </a:gs>
                <a:gs pos="28571">
                  <a:srgbClr val="3E001C">
                    <a:alpha val="15865"/>
                  </a:srgbClr>
                </a:gs>
                <a:gs pos="42857">
                  <a:srgbClr val="3E001C">
                    <a:alpha val="10712"/>
                  </a:srgbClr>
                </a:gs>
                <a:gs pos="57143">
                  <a:srgbClr val="3E001C">
                    <a:alpha val="6085"/>
                  </a:srgbClr>
                </a:gs>
                <a:gs pos="71429">
                  <a:srgbClr val="3E001C">
                    <a:alpha val="2896"/>
                  </a:srgbClr>
                </a:gs>
                <a:gs pos="85714">
                  <a:srgbClr val="3E001C">
                    <a:alpha val="1155"/>
                  </a:srgbClr>
                </a:gs>
                <a:gs pos="100000">
                  <a:srgbClr val="3E001C">
                    <a:alpha val="3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3" name="Splat 1093"/>
            <p:cNvSpPr>
              <a:spLocks noGrp="1"/>
            </p:cNvSpPr>
            <p:nvPr/>
          </p:nvSpPr>
          <p:spPr>
            <a:xfrm rot="-9955574">
              <a:off x="1809370" y="712349"/>
              <a:ext cx="328612" cy="91281"/>
            </a:xfrm>
            <a:prstGeom prst="ellipse">
              <a:avLst/>
            </a:prstGeom>
            <a:gradFill>
              <a:gsLst>
                <a:gs pos="0">
                  <a:srgbClr val="60B3FF">
                    <a:alpha val="32432"/>
                  </a:srgbClr>
                </a:gs>
                <a:gs pos="14286">
                  <a:srgbClr val="60B3FF">
                    <a:alpha val="30255"/>
                  </a:srgbClr>
                </a:gs>
                <a:gs pos="28571">
                  <a:srgbClr val="60B3FF">
                    <a:alpha val="24404"/>
                  </a:srgbClr>
                </a:gs>
                <a:gs pos="42857">
                  <a:srgbClr val="60B3FF">
                    <a:alpha val="16765"/>
                  </a:srgbClr>
                </a:gs>
                <a:gs pos="57143">
                  <a:srgbClr val="60B3FF">
                    <a:alpha val="9668"/>
                  </a:srgbClr>
                </a:gs>
                <a:gs pos="71429">
                  <a:srgbClr val="60B3FF">
                    <a:alpha val="4648"/>
                  </a:srgbClr>
                </a:gs>
                <a:gs pos="85714">
                  <a:srgbClr val="60B3FF">
                    <a:alpha val="1865"/>
                  </a:srgbClr>
                </a:gs>
                <a:gs pos="100000">
                  <a:srgbClr val="60B3FF">
                    <a:alpha val="6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4" name="Splat 1094"/>
            <p:cNvSpPr>
              <a:spLocks noGrp="1"/>
            </p:cNvSpPr>
            <p:nvPr/>
          </p:nvSpPr>
          <p:spPr>
            <a:xfrm rot="5400000">
              <a:off x="789475" y="3232474"/>
              <a:ext cx="410707" cy="410707"/>
            </a:xfrm>
            <a:prstGeom prst="ellipse">
              <a:avLst/>
            </a:prstGeom>
            <a:gradFill>
              <a:gsLst>
                <a:gs pos="0">
                  <a:srgbClr val="000093">
                    <a:alpha val="32968"/>
                  </a:srgbClr>
                </a:gs>
                <a:gs pos="14286">
                  <a:srgbClr val="000093">
                    <a:alpha val="30764"/>
                  </a:srgbClr>
                </a:gs>
                <a:gs pos="28571">
                  <a:srgbClr val="000093">
                    <a:alpha val="24833"/>
                  </a:srgbClr>
                </a:gs>
                <a:gs pos="42857">
                  <a:srgbClr val="000093">
                    <a:alpha val="17075"/>
                  </a:srgbClr>
                </a:gs>
                <a:gs pos="57143">
                  <a:srgbClr val="000093">
                    <a:alpha val="9855"/>
                  </a:srgbClr>
                </a:gs>
                <a:gs pos="71429">
                  <a:srgbClr val="000093">
                    <a:alpha val="4740"/>
                  </a:srgbClr>
                </a:gs>
                <a:gs pos="85714">
                  <a:srgbClr val="000093">
                    <a:alpha val="1902"/>
                  </a:srgbClr>
                </a:gs>
                <a:gs pos="100000">
                  <a:srgbClr val="00009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5" name="Splat 1095"/>
            <p:cNvSpPr>
              <a:spLocks noGrp="1"/>
            </p:cNvSpPr>
            <p:nvPr/>
          </p:nvSpPr>
          <p:spPr>
            <a:xfrm rot="5400000">
              <a:off x="2602856" y="1985436"/>
              <a:ext cx="388651" cy="388651"/>
            </a:xfrm>
            <a:prstGeom prst="ellipse">
              <a:avLst/>
            </a:prstGeom>
            <a:gradFill>
              <a:gsLst>
                <a:gs pos="0">
                  <a:srgbClr val="0000B5">
                    <a:alpha val="10501"/>
                  </a:srgbClr>
                </a:gs>
                <a:gs pos="14286">
                  <a:srgbClr val="0000B5">
                    <a:alpha val="9694"/>
                  </a:srgbClr>
                </a:gs>
                <a:gs pos="28571">
                  <a:srgbClr val="0000B5">
                    <a:alpha val="7612"/>
                  </a:srgbClr>
                </a:gs>
                <a:gs pos="42857">
                  <a:srgbClr val="0000B5">
                    <a:alpha val="5061"/>
                  </a:srgbClr>
                </a:gs>
                <a:gs pos="57143">
                  <a:srgbClr val="0000B5">
                    <a:alpha val="2837"/>
                  </a:srgbClr>
                </a:gs>
                <a:gs pos="71429">
                  <a:srgbClr val="0000B5">
                    <a:alpha val="1338"/>
                  </a:srgbClr>
                </a:gs>
                <a:gs pos="85714">
                  <a:srgbClr val="0000B5">
                    <a:alpha val="531"/>
                  </a:srgbClr>
                </a:gs>
                <a:gs pos="100000">
                  <a:srgbClr val="0000B5">
                    <a:alpha val="1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6" name="Splat 1096"/>
            <p:cNvSpPr>
              <a:spLocks noGrp="1"/>
            </p:cNvSpPr>
            <p:nvPr/>
          </p:nvSpPr>
          <p:spPr>
            <a:xfrm rot="5400000">
              <a:off x="1604724" y="1466168"/>
              <a:ext cx="294165" cy="294165"/>
            </a:xfrm>
            <a:prstGeom prst="ellipse">
              <a:avLst/>
            </a:prstGeom>
            <a:gradFill>
              <a:gsLst>
                <a:gs pos="0">
                  <a:srgbClr val="0000E8">
                    <a:alpha val="5567"/>
                  </a:srgbClr>
                </a:gs>
                <a:gs pos="14286">
                  <a:srgbClr val="0000E8">
                    <a:alpha val="5129"/>
                  </a:srgbClr>
                </a:gs>
                <a:gs pos="28571">
                  <a:srgbClr val="0000E8">
                    <a:alpha val="4006"/>
                  </a:srgbClr>
                </a:gs>
                <a:gs pos="42857">
                  <a:srgbClr val="0000E8">
                    <a:alpha val="2646"/>
                  </a:srgbClr>
                </a:gs>
                <a:gs pos="57143">
                  <a:srgbClr val="0000E8">
                    <a:alpha val="1475"/>
                  </a:srgbClr>
                </a:gs>
                <a:gs pos="71429">
                  <a:srgbClr val="0000E8">
                    <a:alpha val="693"/>
                  </a:srgbClr>
                </a:gs>
                <a:gs pos="85714">
                  <a:srgbClr val="0000E8">
                    <a:alpha val="275"/>
                  </a:srgbClr>
                </a:gs>
                <a:gs pos="100000">
                  <a:srgbClr val="0000E8">
                    <a:alpha val="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7" name="Splat 1097"/>
            <p:cNvSpPr>
              <a:spLocks noGrp="1"/>
            </p:cNvSpPr>
            <p:nvPr/>
          </p:nvSpPr>
          <p:spPr>
            <a:xfrm rot="-10650099">
              <a:off x="1632820" y="1947025"/>
              <a:ext cx="489431" cy="178686"/>
            </a:xfrm>
            <a:prstGeom prst="ellipse">
              <a:avLst/>
            </a:prstGeom>
            <a:gradFill>
              <a:gsLst>
                <a:gs pos="0">
                  <a:srgbClr val="CBFFFF">
                    <a:alpha val="32968"/>
                  </a:srgbClr>
                </a:gs>
                <a:gs pos="14286">
                  <a:srgbClr val="CBFFFF">
                    <a:alpha val="30764"/>
                  </a:srgbClr>
                </a:gs>
                <a:gs pos="28571">
                  <a:srgbClr val="CBFFFF">
                    <a:alpha val="24833"/>
                  </a:srgbClr>
                </a:gs>
                <a:gs pos="42857">
                  <a:srgbClr val="CBFFFF">
                    <a:alpha val="17075"/>
                  </a:srgbClr>
                </a:gs>
                <a:gs pos="57143">
                  <a:srgbClr val="CBFFFF">
                    <a:alpha val="9855"/>
                  </a:srgbClr>
                </a:gs>
                <a:gs pos="71429">
                  <a:srgbClr val="CBFFFF">
                    <a:alpha val="4740"/>
                  </a:srgbClr>
                </a:gs>
                <a:gs pos="85714">
                  <a:srgbClr val="CBFFFF">
                    <a:alpha val="1902"/>
                  </a:srgbClr>
                </a:gs>
                <a:gs pos="100000">
                  <a:srgbClr val="CB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8" name="Splat 1098"/>
            <p:cNvSpPr>
              <a:spLocks noGrp="1"/>
            </p:cNvSpPr>
            <p:nvPr/>
          </p:nvSpPr>
          <p:spPr>
            <a:xfrm rot="5400000">
              <a:off x="601148" y="1698758"/>
              <a:ext cx="504423" cy="504423"/>
            </a:xfrm>
            <a:prstGeom prst="ellipse">
              <a:avLst/>
            </a:prstGeom>
            <a:gradFill>
              <a:gsLst>
                <a:gs pos="0">
                  <a:srgbClr val="D9006D">
                    <a:alpha val="20375"/>
                  </a:srgbClr>
                </a:gs>
                <a:gs pos="14286">
                  <a:srgbClr val="D9006D">
                    <a:alpha val="18894"/>
                  </a:srgbClr>
                </a:gs>
                <a:gs pos="28571">
                  <a:srgbClr val="D9006D">
                    <a:alpha val="15007"/>
                  </a:srgbClr>
                </a:gs>
                <a:gs pos="42857">
                  <a:srgbClr val="D9006D">
                    <a:alpha val="10116"/>
                  </a:srgbClr>
                </a:gs>
                <a:gs pos="57143">
                  <a:srgbClr val="D9006D">
                    <a:alpha val="5738"/>
                  </a:srgbClr>
                </a:gs>
                <a:gs pos="71429">
                  <a:srgbClr val="D9006D">
                    <a:alpha val="2728"/>
                  </a:srgbClr>
                </a:gs>
                <a:gs pos="85714">
                  <a:srgbClr val="D9006D">
                    <a:alpha val="1088"/>
                  </a:srgbClr>
                </a:gs>
                <a:gs pos="100000">
                  <a:srgbClr val="D9006D">
                    <a:alpha val="3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9" name="Splat 1099"/>
            <p:cNvSpPr>
              <a:spLocks noGrp="1"/>
            </p:cNvSpPr>
            <p:nvPr/>
          </p:nvSpPr>
          <p:spPr>
            <a:xfrm rot="5400000">
              <a:off x="2108340" y="392522"/>
              <a:ext cx="373934" cy="373934"/>
            </a:xfrm>
            <a:prstGeom prst="ellipse">
              <a:avLst/>
            </a:prstGeom>
            <a:gradFill>
              <a:gsLst>
                <a:gs pos="0">
                  <a:srgbClr val="00B4FF">
                    <a:alpha val="26249"/>
                  </a:srgbClr>
                </a:gs>
                <a:gs pos="14286">
                  <a:srgbClr val="00B4FF">
                    <a:alpha val="24410"/>
                  </a:srgbClr>
                </a:gs>
                <a:gs pos="28571">
                  <a:srgbClr val="00B4FF">
                    <a:alpha val="19530"/>
                  </a:srgbClr>
                </a:gs>
                <a:gs pos="42857">
                  <a:srgbClr val="00B4FF">
                    <a:alpha val="13283"/>
                  </a:srgbClr>
                </a:gs>
                <a:gs pos="57143">
                  <a:srgbClr val="00B4FF">
                    <a:alpha val="7593"/>
                  </a:srgbClr>
                </a:gs>
                <a:gs pos="71429">
                  <a:srgbClr val="00B4FF">
                    <a:alpha val="3629"/>
                  </a:srgbClr>
                </a:gs>
                <a:gs pos="85714">
                  <a:srgbClr val="00B4FF">
                    <a:alpha val="1451"/>
                  </a:srgbClr>
                </a:gs>
                <a:gs pos="100000">
                  <a:srgbClr val="00B4FF">
                    <a:alpha val="4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0" name="Splat 1100"/>
            <p:cNvSpPr>
              <a:spLocks noGrp="1"/>
            </p:cNvSpPr>
            <p:nvPr/>
          </p:nvSpPr>
          <p:spPr>
            <a:xfrm rot="2717110">
              <a:off x="1073944" y="2440384"/>
              <a:ext cx="328612" cy="91281"/>
            </a:xfrm>
            <a:prstGeom prst="ellipse">
              <a:avLst/>
            </a:prstGeom>
            <a:gradFill>
              <a:gsLst>
                <a:gs pos="0">
                  <a:srgbClr val="FFFF75">
                    <a:alpha val="32968"/>
                  </a:srgbClr>
                </a:gs>
                <a:gs pos="14286">
                  <a:srgbClr val="FFFF75">
                    <a:alpha val="30764"/>
                  </a:srgbClr>
                </a:gs>
                <a:gs pos="28571">
                  <a:srgbClr val="FFFF75">
                    <a:alpha val="24833"/>
                  </a:srgbClr>
                </a:gs>
                <a:gs pos="42857">
                  <a:srgbClr val="FFFF75">
                    <a:alpha val="17075"/>
                  </a:srgbClr>
                </a:gs>
                <a:gs pos="57143">
                  <a:srgbClr val="FFFF75">
                    <a:alpha val="9855"/>
                  </a:srgbClr>
                </a:gs>
                <a:gs pos="71429">
                  <a:srgbClr val="FFFF75">
                    <a:alpha val="4740"/>
                  </a:srgbClr>
                </a:gs>
                <a:gs pos="85714">
                  <a:srgbClr val="FFFF75">
                    <a:alpha val="1902"/>
                  </a:srgbClr>
                </a:gs>
                <a:gs pos="100000">
                  <a:srgbClr val="FFFF7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1" name="Splat 1101"/>
            <p:cNvSpPr>
              <a:spLocks noGrp="1"/>
            </p:cNvSpPr>
            <p:nvPr/>
          </p:nvSpPr>
          <p:spPr>
            <a:xfrm rot="4004010">
              <a:off x="1972570" y="3013072"/>
              <a:ext cx="328612" cy="912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2" name="Splat 1102"/>
            <p:cNvSpPr>
              <a:spLocks noGrp="1"/>
            </p:cNvSpPr>
            <p:nvPr/>
          </p:nvSpPr>
          <p:spPr>
            <a:xfrm rot="5400000">
              <a:off x="2045220" y="2967555"/>
              <a:ext cx="174296" cy="17429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3" name="Splat 1103"/>
            <p:cNvSpPr>
              <a:spLocks noGrp="1"/>
            </p:cNvSpPr>
            <p:nvPr/>
          </p:nvSpPr>
          <p:spPr>
            <a:xfrm rot="10302634">
              <a:off x="1675428" y="613005"/>
              <a:ext cx="328612" cy="91281"/>
            </a:xfrm>
            <a:prstGeom prst="ellipse">
              <a:avLst/>
            </a:prstGeom>
            <a:gradFill>
              <a:gsLst>
                <a:gs pos="0">
                  <a:srgbClr val="B1C0FF">
                    <a:alpha val="26478"/>
                  </a:srgbClr>
                </a:gs>
                <a:gs pos="14286">
                  <a:srgbClr val="B1C0FF">
                    <a:alpha val="24626"/>
                  </a:srgbClr>
                </a:gs>
                <a:gs pos="28571">
                  <a:srgbClr val="B1C0FF">
                    <a:alpha val="19708"/>
                  </a:srgbClr>
                </a:gs>
                <a:gs pos="42857">
                  <a:srgbClr val="B1C0FF">
                    <a:alpha val="13409"/>
                  </a:srgbClr>
                </a:gs>
                <a:gs pos="57143">
                  <a:srgbClr val="B1C0FF">
                    <a:alpha val="7668"/>
                  </a:srgbClr>
                </a:gs>
                <a:gs pos="71429">
                  <a:srgbClr val="B1C0FF">
                    <a:alpha val="3665"/>
                  </a:srgbClr>
                </a:gs>
                <a:gs pos="85714">
                  <a:srgbClr val="B1C0FF">
                    <a:alpha val="1466"/>
                  </a:srgbClr>
                </a:gs>
                <a:gs pos="100000">
                  <a:srgbClr val="B1C0FF">
                    <a:alpha val="4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4" name="Splat 1104"/>
            <p:cNvSpPr>
              <a:spLocks noGrp="1"/>
            </p:cNvSpPr>
            <p:nvPr/>
          </p:nvSpPr>
          <p:spPr>
            <a:xfrm rot="-10074965">
              <a:off x="2971142" y="2008025"/>
              <a:ext cx="295155" cy="81988"/>
            </a:xfrm>
            <a:prstGeom prst="ellipse">
              <a:avLst/>
            </a:prstGeom>
            <a:gradFill>
              <a:gsLst>
                <a:gs pos="0">
                  <a:srgbClr val="FFF0B9">
                    <a:alpha val="32968"/>
                  </a:srgbClr>
                </a:gs>
                <a:gs pos="14286">
                  <a:srgbClr val="FFF0B9">
                    <a:alpha val="30764"/>
                  </a:srgbClr>
                </a:gs>
                <a:gs pos="28571">
                  <a:srgbClr val="FFF0B9">
                    <a:alpha val="24833"/>
                  </a:srgbClr>
                </a:gs>
                <a:gs pos="42857">
                  <a:srgbClr val="FFF0B9">
                    <a:alpha val="17075"/>
                  </a:srgbClr>
                </a:gs>
                <a:gs pos="57143">
                  <a:srgbClr val="FFF0B9">
                    <a:alpha val="9855"/>
                  </a:srgbClr>
                </a:gs>
                <a:gs pos="71429">
                  <a:srgbClr val="FFF0B9">
                    <a:alpha val="4740"/>
                  </a:srgbClr>
                </a:gs>
                <a:gs pos="85714">
                  <a:srgbClr val="FFF0B9">
                    <a:alpha val="1902"/>
                  </a:srgbClr>
                </a:gs>
                <a:gs pos="100000">
                  <a:srgbClr val="FFF0B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5" name="Splat 1105"/>
            <p:cNvSpPr>
              <a:spLocks noGrp="1"/>
            </p:cNvSpPr>
            <p:nvPr/>
          </p:nvSpPr>
          <p:spPr>
            <a:xfrm rot="6327761">
              <a:off x="2537938" y="1073746"/>
              <a:ext cx="360565" cy="150358"/>
            </a:xfrm>
            <a:prstGeom prst="ellipse">
              <a:avLst/>
            </a:prstGeom>
            <a:gradFill>
              <a:gsLst>
                <a:gs pos="0">
                  <a:srgbClr val="00A0C7">
                    <a:alpha val="17414"/>
                  </a:srgbClr>
                </a:gs>
                <a:gs pos="14286">
                  <a:srgbClr val="00A0C7">
                    <a:alpha val="16126"/>
                  </a:srgbClr>
                </a:gs>
                <a:gs pos="28571">
                  <a:srgbClr val="00A0C7">
                    <a:alpha val="12763"/>
                  </a:srgbClr>
                </a:gs>
                <a:gs pos="42857">
                  <a:srgbClr val="00A0C7">
                    <a:alpha val="8567"/>
                  </a:srgbClr>
                </a:gs>
                <a:gs pos="57143">
                  <a:srgbClr val="00A0C7">
                    <a:alpha val="4842"/>
                  </a:srgbClr>
                </a:gs>
                <a:gs pos="71429">
                  <a:srgbClr val="00A0C7">
                    <a:alpha val="2296"/>
                  </a:srgbClr>
                </a:gs>
                <a:gs pos="85714">
                  <a:srgbClr val="00A0C7">
                    <a:alpha val="914"/>
                  </a:srgbClr>
                </a:gs>
                <a:gs pos="100000">
                  <a:srgbClr val="00A0C7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6" name="Splat 1106"/>
            <p:cNvSpPr>
              <a:spLocks noGrp="1"/>
            </p:cNvSpPr>
            <p:nvPr/>
          </p:nvSpPr>
          <p:spPr>
            <a:xfrm rot="5400000">
              <a:off x="3058514" y="1499263"/>
              <a:ext cx="355071" cy="355071"/>
            </a:xfrm>
            <a:prstGeom prst="ellipse">
              <a:avLst/>
            </a:prstGeom>
            <a:gradFill>
              <a:gsLst>
                <a:gs pos="0">
                  <a:srgbClr val="800000">
                    <a:alpha val="32968"/>
                  </a:srgbClr>
                </a:gs>
                <a:gs pos="14286">
                  <a:srgbClr val="800000">
                    <a:alpha val="30764"/>
                  </a:srgbClr>
                </a:gs>
                <a:gs pos="28571">
                  <a:srgbClr val="800000">
                    <a:alpha val="24833"/>
                  </a:srgbClr>
                </a:gs>
                <a:gs pos="42857">
                  <a:srgbClr val="800000">
                    <a:alpha val="17075"/>
                  </a:srgbClr>
                </a:gs>
                <a:gs pos="57143">
                  <a:srgbClr val="800000">
                    <a:alpha val="9855"/>
                  </a:srgbClr>
                </a:gs>
                <a:gs pos="71429">
                  <a:srgbClr val="800000">
                    <a:alpha val="4740"/>
                  </a:srgbClr>
                </a:gs>
                <a:gs pos="85714">
                  <a:srgbClr val="800000">
                    <a:alpha val="1902"/>
                  </a:srgbClr>
                </a:gs>
                <a:gs pos="100000">
                  <a:srgbClr val="8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7" name="Splat 1107"/>
            <p:cNvSpPr>
              <a:spLocks noGrp="1"/>
            </p:cNvSpPr>
            <p:nvPr/>
          </p:nvSpPr>
          <p:spPr>
            <a:xfrm rot="9269373">
              <a:off x="2950369" y="1561209"/>
              <a:ext cx="328612" cy="116081"/>
            </a:xfrm>
            <a:prstGeom prst="ellipse">
              <a:avLst/>
            </a:prstGeom>
            <a:gradFill>
              <a:gsLst>
                <a:gs pos="0">
                  <a:srgbClr val="E1EEFF">
                    <a:alpha val="30668"/>
                  </a:srgbClr>
                </a:gs>
                <a:gs pos="14286">
                  <a:srgbClr val="E1EEFF">
                    <a:alpha val="28583"/>
                  </a:srgbClr>
                </a:gs>
                <a:gs pos="28571">
                  <a:srgbClr val="E1EEFF">
                    <a:alpha val="23001"/>
                  </a:srgbClr>
                </a:gs>
                <a:gs pos="42857">
                  <a:srgbClr val="E1EEFF">
                    <a:alpha val="15755"/>
                  </a:srgbClr>
                </a:gs>
                <a:gs pos="57143">
                  <a:srgbClr val="E1EEFF">
                    <a:alpha val="9063"/>
                  </a:srgbClr>
                </a:gs>
                <a:gs pos="71429">
                  <a:srgbClr val="E1EEFF">
                    <a:alpha val="4349"/>
                  </a:srgbClr>
                </a:gs>
                <a:gs pos="85714">
                  <a:srgbClr val="E1EEFF">
                    <a:alpha val="1743"/>
                  </a:srgbClr>
                </a:gs>
                <a:gs pos="100000">
                  <a:srgbClr val="E1EEFF">
                    <a:alpha val="5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8" name="Splat 1108"/>
            <p:cNvSpPr>
              <a:spLocks noGrp="1"/>
            </p:cNvSpPr>
            <p:nvPr/>
          </p:nvSpPr>
          <p:spPr>
            <a:xfrm rot="5400000">
              <a:off x="2279140" y="800435"/>
              <a:ext cx="263246" cy="263246"/>
            </a:xfrm>
            <a:prstGeom prst="ellipse">
              <a:avLst/>
            </a:prstGeom>
            <a:gradFill>
              <a:gsLst>
                <a:gs pos="0">
                  <a:srgbClr val="0000B1">
                    <a:alpha val="32968"/>
                  </a:srgbClr>
                </a:gs>
                <a:gs pos="14286">
                  <a:srgbClr val="0000B1">
                    <a:alpha val="30764"/>
                  </a:srgbClr>
                </a:gs>
                <a:gs pos="28571">
                  <a:srgbClr val="0000B1">
                    <a:alpha val="24833"/>
                  </a:srgbClr>
                </a:gs>
                <a:gs pos="42857">
                  <a:srgbClr val="0000B1">
                    <a:alpha val="17075"/>
                  </a:srgbClr>
                </a:gs>
                <a:gs pos="57143">
                  <a:srgbClr val="0000B1">
                    <a:alpha val="9855"/>
                  </a:srgbClr>
                </a:gs>
                <a:gs pos="71429">
                  <a:srgbClr val="0000B1">
                    <a:alpha val="4740"/>
                  </a:srgbClr>
                </a:gs>
                <a:gs pos="85714">
                  <a:srgbClr val="0000B1">
                    <a:alpha val="1902"/>
                  </a:srgbClr>
                </a:gs>
                <a:gs pos="100000">
                  <a:srgbClr val="0000B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9" name="Splat 1109"/>
            <p:cNvSpPr>
              <a:spLocks noGrp="1"/>
            </p:cNvSpPr>
            <p:nvPr/>
          </p:nvSpPr>
          <p:spPr>
            <a:xfrm rot="4183460">
              <a:off x="2113584" y="2821866"/>
              <a:ext cx="328613" cy="117177"/>
            </a:xfrm>
            <a:prstGeom prst="ellipse">
              <a:avLst/>
            </a:prstGeom>
            <a:gradFill>
              <a:gsLst>
                <a:gs pos="0">
                  <a:srgbClr val="9E6A00">
                    <a:alpha val="20829"/>
                  </a:srgbClr>
                </a:gs>
                <a:gs pos="14286">
                  <a:srgbClr val="9E6A00">
                    <a:alpha val="19319"/>
                  </a:srgbClr>
                </a:gs>
                <a:gs pos="28571">
                  <a:srgbClr val="9E6A00">
                    <a:alpha val="15353"/>
                  </a:srgbClr>
                </a:gs>
                <a:gs pos="42857">
                  <a:srgbClr val="9E6A00">
                    <a:alpha val="10356"/>
                  </a:srgbClr>
                </a:gs>
                <a:gs pos="57143">
                  <a:srgbClr val="9E6A00">
                    <a:alpha val="5878"/>
                  </a:srgbClr>
                </a:gs>
                <a:gs pos="71429">
                  <a:srgbClr val="9E6A00">
                    <a:alpha val="2796"/>
                  </a:srgbClr>
                </a:gs>
                <a:gs pos="85714">
                  <a:srgbClr val="9E6A00">
                    <a:alpha val="1115"/>
                  </a:srgbClr>
                </a:gs>
                <a:gs pos="100000">
                  <a:srgbClr val="9E6A00">
                    <a:alpha val="3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0" name="Splat 1110"/>
            <p:cNvSpPr>
              <a:spLocks noGrp="1"/>
            </p:cNvSpPr>
            <p:nvPr/>
          </p:nvSpPr>
          <p:spPr>
            <a:xfrm rot="5400000">
              <a:off x="1622323" y="2213761"/>
              <a:ext cx="393020" cy="393020"/>
            </a:xfrm>
            <a:prstGeom prst="ellipse">
              <a:avLst/>
            </a:prstGeom>
            <a:gradFill>
              <a:gsLst>
                <a:gs pos="0">
                  <a:srgbClr val="B500E3">
                    <a:alpha val="14112"/>
                  </a:srgbClr>
                </a:gs>
                <a:gs pos="14286">
                  <a:srgbClr val="B500E3">
                    <a:alpha val="13049"/>
                  </a:srgbClr>
                </a:gs>
                <a:gs pos="28571">
                  <a:srgbClr val="B500E3">
                    <a:alpha val="10288"/>
                  </a:srgbClr>
                </a:gs>
                <a:gs pos="42857">
                  <a:srgbClr val="B500E3">
                    <a:alpha val="6873"/>
                  </a:srgbClr>
                </a:gs>
                <a:gs pos="57143">
                  <a:srgbClr val="B500E3">
                    <a:alpha val="3869"/>
                  </a:srgbClr>
                </a:gs>
                <a:gs pos="71429">
                  <a:srgbClr val="B500E3">
                    <a:alpha val="1830"/>
                  </a:srgbClr>
                </a:gs>
                <a:gs pos="85714">
                  <a:srgbClr val="B500E3">
                    <a:alpha val="728"/>
                  </a:srgbClr>
                </a:gs>
                <a:gs pos="100000">
                  <a:srgbClr val="B500E3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1" name="Splat 1111"/>
            <p:cNvSpPr>
              <a:spLocks noGrp="1"/>
            </p:cNvSpPr>
            <p:nvPr/>
          </p:nvSpPr>
          <p:spPr>
            <a:xfrm rot="-10050360">
              <a:off x="1834969" y="1235285"/>
              <a:ext cx="328612" cy="912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2" name="Splat 1112"/>
            <p:cNvSpPr>
              <a:spLocks noGrp="1"/>
            </p:cNvSpPr>
            <p:nvPr/>
          </p:nvSpPr>
          <p:spPr>
            <a:xfrm rot="5400000">
              <a:off x="2258274" y="3132903"/>
              <a:ext cx="383747" cy="383747"/>
            </a:xfrm>
            <a:prstGeom prst="ellipse">
              <a:avLst/>
            </a:prstGeom>
            <a:gradFill>
              <a:gsLst>
                <a:gs pos="0">
                  <a:srgbClr val="007BAC">
                    <a:alpha val="32968"/>
                  </a:srgbClr>
                </a:gs>
                <a:gs pos="14286">
                  <a:srgbClr val="007BAC">
                    <a:alpha val="30764"/>
                  </a:srgbClr>
                </a:gs>
                <a:gs pos="28571">
                  <a:srgbClr val="007BAC">
                    <a:alpha val="24833"/>
                  </a:srgbClr>
                </a:gs>
                <a:gs pos="42857">
                  <a:srgbClr val="007BAC">
                    <a:alpha val="17075"/>
                  </a:srgbClr>
                </a:gs>
                <a:gs pos="57143">
                  <a:srgbClr val="007BAC">
                    <a:alpha val="9855"/>
                  </a:srgbClr>
                </a:gs>
                <a:gs pos="71429">
                  <a:srgbClr val="007BAC">
                    <a:alpha val="4740"/>
                  </a:srgbClr>
                </a:gs>
                <a:gs pos="85714">
                  <a:srgbClr val="007BAC">
                    <a:alpha val="1902"/>
                  </a:srgbClr>
                </a:gs>
                <a:gs pos="100000">
                  <a:srgbClr val="007BA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3" name="Splat 1113"/>
            <p:cNvSpPr>
              <a:spLocks noGrp="1"/>
            </p:cNvSpPr>
            <p:nvPr/>
          </p:nvSpPr>
          <p:spPr>
            <a:xfrm rot="5400000">
              <a:off x="1605504" y="3461729"/>
              <a:ext cx="421174" cy="4211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4" name="Splat 1114"/>
            <p:cNvSpPr>
              <a:spLocks noGrp="1"/>
            </p:cNvSpPr>
            <p:nvPr/>
          </p:nvSpPr>
          <p:spPr>
            <a:xfrm rot="-10281629">
              <a:off x="906617" y="1017114"/>
              <a:ext cx="505054" cy="140293"/>
            </a:xfrm>
            <a:prstGeom prst="ellipse">
              <a:avLst/>
            </a:prstGeom>
            <a:gradFill>
              <a:gsLst>
                <a:gs pos="0">
                  <a:srgbClr val="FFFF78">
                    <a:alpha val="6683"/>
                  </a:srgbClr>
                </a:gs>
                <a:gs pos="14286">
                  <a:srgbClr val="FFFF78">
                    <a:alpha val="6160"/>
                  </a:srgbClr>
                </a:gs>
                <a:gs pos="28571">
                  <a:srgbClr val="FFFF78">
                    <a:alpha val="4817"/>
                  </a:srgbClr>
                </a:gs>
                <a:gs pos="42857">
                  <a:srgbClr val="FFFF78">
                    <a:alpha val="3186"/>
                  </a:srgbClr>
                </a:gs>
                <a:gs pos="57143">
                  <a:srgbClr val="FFFF78">
                    <a:alpha val="1778"/>
                  </a:srgbClr>
                </a:gs>
                <a:gs pos="71429">
                  <a:srgbClr val="FFFF78">
                    <a:alpha val="836"/>
                  </a:srgbClr>
                </a:gs>
                <a:gs pos="85714">
                  <a:srgbClr val="FFFF78">
                    <a:alpha val="332"/>
                  </a:srgbClr>
                </a:gs>
                <a:gs pos="100000">
                  <a:srgbClr val="FFFF78">
                    <a:alpha val="1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5" name="Splat 1115"/>
            <p:cNvSpPr>
              <a:spLocks noGrp="1"/>
            </p:cNvSpPr>
            <p:nvPr/>
          </p:nvSpPr>
          <p:spPr>
            <a:xfrm rot="-10039917">
              <a:off x="1984389" y="799581"/>
              <a:ext cx="328612" cy="91281"/>
            </a:xfrm>
            <a:prstGeom prst="ellipse">
              <a:avLst/>
            </a:prstGeom>
            <a:gradFill>
              <a:gsLst>
                <a:gs pos="0">
                  <a:srgbClr val="005463">
                    <a:alpha val="32968"/>
                  </a:srgbClr>
                </a:gs>
                <a:gs pos="14286">
                  <a:srgbClr val="005463">
                    <a:alpha val="30764"/>
                  </a:srgbClr>
                </a:gs>
                <a:gs pos="28571">
                  <a:srgbClr val="005463">
                    <a:alpha val="24833"/>
                  </a:srgbClr>
                </a:gs>
                <a:gs pos="42857">
                  <a:srgbClr val="005463">
                    <a:alpha val="17075"/>
                  </a:srgbClr>
                </a:gs>
                <a:gs pos="57143">
                  <a:srgbClr val="005463">
                    <a:alpha val="9855"/>
                  </a:srgbClr>
                </a:gs>
                <a:gs pos="71429">
                  <a:srgbClr val="005463">
                    <a:alpha val="4740"/>
                  </a:srgbClr>
                </a:gs>
                <a:gs pos="85714">
                  <a:srgbClr val="005463">
                    <a:alpha val="1902"/>
                  </a:srgbClr>
                </a:gs>
                <a:gs pos="100000">
                  <a:srgbClr val="00546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6" name="Splat 1116"/>
            <p:cNvSpPr>
              <a:spLocks noGrp="1"/>
            </p:cNvSpPr>
            <p:nvPr/>
          </p:nvSpPr>
          <p:spPr>
            <a:xfrm rot="9106419">
              <a:off x="3719225" y="2481489"/>
              <a:ext cx="328612" cy="912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7" name="Splat 1117"/>
            <p:cNvSpPr>
              <a:spLocks noGrp="1"/>
            </p:cNvSpPr>
            <p:nvPr/>
          </p:nvSpPr>
          <p:spPr>
            <a:xfrm rot="6792969">
              <a:off x="1246367" y="1634101"/>
              <a:ext cx="328612" cy="912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8" name="Splat 1118"/>
            <p:cNvSpPr>
              <a:spLocks noGrp="1"/>
            </p:cNvSpPr>
            <p:nvPr/>
          </p:nvSpPr>
          <p:spPr>
            <a:xfrm rot="5400000">
              <a:off x="1626928" y="654980"/>
              <a:ext cx="219805" cy="219805"/>
            </a:xfrm>
            <a:prstGeom prst="ellipse">
              <a:avLst/>
            </a:prstGeom>
            <a:gradFill>
              <a:gsLst>
                <a:gs pos="0">
                  <a:srgbClr val="85FFFF">
                    <a:alpha val="32968"/>
                  </a:srgbClr>
                </a:gs>
                <a:gs pos="14286">
                  <a:srgbClr val="85FFFF">
                    <a:alpha val="30764"/>
                  </a:srgbClr>
                </a:gs>
                <a:gs pos="28571">
                  <a:srgbClr val="85FFFF">
                    <a:alpha val="24833"/>
                  </a:srgbClr>
                </a:gs>
                <a:gs pos="42857">
                  <a:srgbClr val="85FFFF">
                    <a:alpha val="17075"/>
                  </a:srgbClr>
                </a:gs>
                <a:gs pos="57143">
                  <a:srgbClr val="85FFFF">
                    <a:alpha val="9855"/>
                  </a:srgbClr>
                </a:gs>
                <a:gs pos="71429">
                  <a:srgbClr val="85FFFF">
                    <a:alpha val="4740"/>
                  </a:srgbClr>
                </a:gs>
                <a:gs pos="85714">
                  <a:srgbClr val="85FFFF">
                    <a:alpha val="1902"/>
                  </a:srgbClr>
                </a:gs>
                <a:gs pos="100000">
                  <a:srgbClr val="85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9" name="Splat 1119"/>
            <p:cNvSpPr>
              <a:spLocks noGrp="1"/>
            </p:cNvSpPr>
            <p:nvPr/>
          </p:nvSpPr>
          <p:spPr>
            <a:xfrm rot="5400000">
              <a:off x="1331119" y="1921669"/>
              <a:ext cx="328612" cy="328612"/>
            </a:xfrm>
            <a:prstGeom prst="ellipse">
              <a:avLst/>
            </a:prstGeom>
            <a:gradFill>
              <a:gsLst>
                <a:gs pos="0">
                  <a:srgbClr val="DAFFF4">
                    <a:alpha val="32968"/>
                  </a:srgbClr>
                </a:gs>
                <a:gs pos="14286">
                  <a:srgbClr val="DAFFF4">
                    <a:alpha val="30764"/>
                  </a:srgbClr>
                </a:gs>
                <a:gs pos="28571">
                  <a:srgbClr val="DAFFF4">
                    <a:alpha val="24833"/>
                  </a:srgbClr>
                </a:gs>
                <a:gs pos="42857">
                  <a:srgbClr val="DAFFF4">
                    <a:alpha val="17075"/>
                  </a:srgbClr>
                </a:gs>
                <a:gs pos="57143">
                  <a:srgbClr val="DAFFF4">
                    <a:alpha val="9855"/>
                  </a:srgbClr>
                </a:gs>
                <a:gs pos="71429">
                  <a:srgbClr val="DAFFF4">
                    <a:alpha val="4740"/>
                  </a:srgbClr>
                </a:gs>
                <a:gs pos="85714">
                  <a:srgbClr val="DAFFF4">
                    <a:alpha val="1902"/>
                  </a:srgbClr>
                </a:gs>
                <a:gs pos="100000">
                  <a:srgbClr val="DAFFF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0" name="Splat 1120"/>
            <p:cNvSpPr>
              <a:spLocks noGrp="1"/>
            </p:cNvSpPr>
            <p:nvPr/>
          </p:nvSpPr>
          <p:spPr>
            <a:xfrm rot="-10412623">
              <a:off x="2519185" y="707460"/>
              <a:ext cx="328612" cy="96683"/>
            </a:xfrm>
            <a:prstGeom prst="ellipse">
              <a:avLst/>
            </a:prstGeom>
            <a:gradFill>
              <a:gsLst>
                <a:gs pos="0">
                  <a:srgbClr val="F0FFE9">
                    <a:alpha val="32968"/>
                  </a:srgbClr>
                </a:gs>
                <a:gs pos="14286">
                  <a:srgbClr val="F0FFE9">
                    <a:alpha val="30764"/>
                  </a:srgbClr>
                </a:gs>
                <a:gs pos="28571">
                  <a:srgbClr val="F0FFE9">
                    <a:alpha val="24833"/>
                  </a:srgbClr>
                </a:gs>
                <a:gs pos="42857">
                  <a:srgbClr val="F0FFE9">
                    <a:alpha val="17075"/>
                  </a:srgbClr>
                </a:gs>
                <a:gs pos="57143">
                  <a:srgbClr val="F0FFE9">
                    <a:alpha val="9855"/>
                  </a:srgbClr>
                </a:gs>
                <a:gs pos="71429">
                  <a:srgbClr val="F0FFE9">
                    <a:alpha val="4740"/>
                  </a:srgbClr>
                </a:gs>
                <a:gs pos="85714">
                  <a:srgbClr val="F0FFE9">
                    <a:alpha val="1902"/>
                  </a:srgbClr>
                </a:gs>
                <a:gs pos="100000">
                  <a:srgbClr val="F0FFE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1" name="Splat 1121"/>
            <p:cNvSpPr>
              <a:spLocks noGrp="1"/>
            </p:cNvSpPr>
            <p:nvPr/>
          </p:nvSpPr>
          <p:spPr>
            <a:xfrm rot="10064427">
              <a:off x="2292959" y="1003757"/>
              <a:ext cx="328613" cy="120042"/>
            </a:xfrm>
            <a:prstGeom prst="ellipse">
              <a:avLst/>
            </a:prstGeom>
            <a:gradFill>
              <a:gsLst>
                <a:gs pos="0">
                  <a:srgbClr val="8900D5">
                    <a:alpha val="28448"/>
                  </a:srgbClr>
                </a:gs>
                <a:gs pos="14286">
                  <a:srgbClr val="8900D5">
                    <a:alpha val="26485"/>
                  </a:srgbClr>
                </a:gs>
                <a:gs pos="28571">
                  <a:srgbClr val="8900D5">
                    <a:alpha val="21250"/>
                  </a:srgbClr>
                </a:gs>
                <a:gs pos="42857">
                  <a:srgbClr val="8900D5">
                    <a:alpha val="14504"/>
                  </a:srgbClr>
                </a:gs>
                <a:gs pos="57143">
                  <a:srgbClr val="8900D5">
                    <a:alpha val="8316"/>
                  </a:srgbClr>
                </a:gs>
                <a:gs pos="71429">
                  <a:srgbClr val="8900D5">
                    <a:alpha val="3983"/>
                  </a:srgbClr>
                </a:gs>
                <a:gs pos="85714">
                  <a:srgbClr val="8900D5">
                    <a:alpha val="1594"/>
                  </a:srgbClr>
                </a:gs>
                <a:gs pos="100000">
                  <a:srgbClr val="8900D5">
                    <a:alpha val="5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2" name="Splat 1122"/>
            <p:cNvSpPr>
              <a:spLocks noGrp="1"/>
            </p:cNvSpPr>
            <p:nvPr/>
          </p:nvSpPr>
          <p:spPr>
            <a:xfrm rot="5400000">
              <a:off x="2068061" y="1977034"/>
              <a:ext cx="287204" cy="287204"/>
            </a:xfrm>
            <a:prstGeom prst="ellipse">
              <a:avLst/>
            </a:prstGeom>
            <a:gradFill>
              <a:gsLst>
                <a:gs pos="0">
                  <a:srgbClr val="BB002A">
                    <a:alpha val="28410"/>
                  </a:srgbClr>
                </a:gs>
                <a:gs pos="14286">
                  <a:srgbClr val="BB002A">
                    <a:alpha val="26449"/>
                  </a:srgbClr>
                </a:gs>
                <a:gs pos="28571">
                  <a:srgbClr val="BB002A">
                    <a:alpha val="21220"/>
                  </a:srgbClr>
                </a:gs>
                <a:gs pos="42857">
                  <a:srgbClr val="BB002A">
                    <a:alpha val="14482"/>
                  </a:srgbClr>
                </a:gs>
                <a:gs pos="57143">
                  <a:srgbClr val="BB002A">
                    <a:alpha val="8304"/>
                  </a:srgbClr>
                </a:gs>
                <a:gs pos="71429">
                  <a:srgbClr val="BB002A">
                    <a:alpha val="3977"/>
                  </a:srgbClr>
                </a:gs>
                <a:gs pos="85714">
                  <a:srgbClr val="BB002A">
                    <a:alpha val="1592"/>
                  </a:srgbClr>
                </a:gs>
                <a:gs pos="100000">
                  <a:srgbClr val="BB002A">
                    <a:alpha val="5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3" name="Splat 1123"/>
            <p:cNvSpPr>
              <a:spLocks noGrp="1"/>
            </p:cNvSpPr>
            <p:nvPr/>
          </p:nvSpPr>
          <p:spPr>
            <a:xfrm rot="10204023">
              <a:off x="1129894" y="1895545"/>
              <a:ext cx="348792" cy="187555"/>
            </a:xfrm>
            <a:prstGeom prst="ellipse">
              <a:avLst/>
            </a:prstGeom>
            <a:gradFill>
              <a:gsLst>
                <a:gs pos="0">
                  <a:srgbClr val="EBFFB3">
                    <a:alpha val="32968"/>
                  </a:srgbClr>
                </a:gs>
                <a:gs pos="14286">
                  <a:srgbClr val="EBFFB3">
                    <a:alpha val="30764"/>
                  </a:srgbClr>
                </a:gs>
                <a:gs pos="28571">
                  <a:srgbClr val="EBFFB3">
                    <a:alpha val="24833"/>
                  </a:srgbClr>
                </a:gs>
                <a:gs pos="42857">
                  <a:srgbClr val="EBFFB3">
                    <a:alpha val="17075"/>
                  </a:srgbClr>
                </a:gs>
                <a:gs pos="57143">
                  <a:srgbClr val="EBFFB3">
                    <a:alpha val="9855"/>
                  </a:srgbClr>
                </a:gs>
                <a:gs pos="71429">
                  <a:srgbClr val="EBFFB3">
                    <a:alpha val="4740"/>
                  </a:srgbClr>
                </a:gs>
                <a:gs pos="85714">
                  <a:srgbClr val="EBFFB3">
                    <a:alpha val="1902"/>
                  </a:srgbClr>
                </a:gs>
                <a:gs pos="100000">
                  <a:srgbClr val="EBFFB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4" name="Splat 1124"/>
            <p:cNvSpPr>
              <a:spLocks noGrp="1"/>
            </p:cNvSpPr>
            <p:nvPr/>
          </p:nvSpPr>
          <p:spPr>
            <a:xfrm rot="9730363">
              <a:off x="1939267" y="1160839"/>
              <a:ext cx="328612" cy="91281"/>
            </a:xfrm>
            <a:prstGeom prst="ellipse">
              <a:avLst/>
            </a:prstGeom>
            <a:gradFill>
              <a:gsLst>
                <a:gs pos="0">
                  <a:srgbClr val="570000">
                    <a:alpha val="20282"/>
                  </a:srgbClr>
                </a:gs>
                <a:gs pos="14286">
                  <a:srgbClr val="570000">
                    <a:alpha val="18807"/>
                  </a:srgbClr>
                </a:gs>
                <a:gs pos="28571">
                  <a:srgbClr val="570000">
                    <a:alpha val="14936"/>
                  </a:srgbClr>
                </a:gs>
                <a:gs pos="42857">
                  <a:srgbClr val="570000">
                    <a:alpha val="10067"/>
                  </a:srgbClr>
                </a:gs>
                <a:gs pos="57143">
                  <a:srgbClr val="570000">
                    <a:alpha val="5710"/>
                  </a:srgbClr>
                </a:gs>
                <a:gs pos="71429">
                  <a:srgbClr val="570000">
                    <a:alpha val="2715"/>
                  </a:srgbClr>
                </a:gs>
                <a:gs pos="85714">
                  <a:srgbClr val="570000">
                    <a:alpha val="1082"/>
                  </a:srgbClr>
                </a:gs>
                <a:gs pos="100000">
                  <a:srgbClr val="570000">
                    <a:alpha val="3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5" name="Splat 1125"/>
            <p:cNvSpPr>
              <a:spLocks noGrp="1"/>
            </p:cNvSpPr>
            <p:nvPr/>
          </p:nvSpPr>
          <p:spPr>
            <a:xfrm rot="5400000">
              <a:off x="1760396" y="534330"/>
              <a:ext cx="315194" cy="315194"/>
            </a:xfrm>
            <a:prstGeom prst="ellipse">
              <a:avLst/>
            </a:prstGeom>
            <a:gradFill>
              <a:gsLst>
                <a:gs pos="0">
                  <a:srgbClr val="5FE8FF">
                    <a:alpha val="14321"/>
                  </a:srgbClr>
                </a:gs>
                <a:gs pos="14286">
                  <a:srgbClr val="5FE8FF">
                    <a:alpha val="13244"/>
                  </a:srgbClr>
                </a:gs>
                <a:gs pos="28571">
                  <a:srgbClr val="5FE8FF">
                    <a:alpha val="10444"/>
                  </a:srgbClr>
                </a:gs>
                <a:gs pos="42857">
                  <a:srgbClr val="5FE8FF">
                    <a:alpha val="6980"/>
                  </a:srgbClr>
                </a:gs>
                <a:gs pos="57143">
                  <a:srgbClr val="5FE8FF">
                    <a:alpha val="3930"/>
                  </a:srgbClr>
                </a:gs>
                <a:gs pos="71429">
                  <a:srgbClr val="5FE8FF">
                    <a:alpha val="1859"/>
                  </a:srgbClr>
                </a:gs>
                <a:gs pos="85714">
                  <a:srgbClr val="5FE8FF">
                    <a:alpha val="739"/>
                  </a:srgbClr>
                </a:gs>
                <a:gs pos="100000">
                  <a:srgbClr val="5FE8FF">
                    <a:alpha val="2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6" name="Splat 1126"/>
            <p:cNvSpPr>
              <a:spLocks noGrp="1"/>
            </p:cNvSpPr>
            <p:nvPr/>
          </p:nvSpPr>
          <p:spPr>
            <a:xfrm rot="5400000">
              <a:off x="1480541" y="1597282"/>
              <a:ext cx="326860" cy="326860"/>
            </a:xfrm>
            <a:prstGeom prst="ellipse">
              <a:avLst/>
            </a:prstGeom>
            <a:gradFill>
              <a:gsLst>
                <a:gs pos="0">
                  <a:srgbClr val="FFFDAC">
                    <a:alpha val="25107"/>
                  </a:srgbClr>
                </a:gs>
                <a:gs pos="14286">
                  <a:srgbClr val="FFFDAC">
                    <a:alpha val="23335"/>
                  </a:srgbClr>
                </a:gs>
                <a:gs pos="28571">
                  <a:srgbClr val="FFFDAC">
                    <a:alpha val="18643"/>
                  </a:srgbClr>
                </a:gs>
                <a:gs pos="42857">
                  <a:srgbClr val="FFFDAC">
                    <a:alpha val="12657"/>
                  </a:srgbClr>
                </a:gs>
                <a:gs pos="57143">
                  <a:srgbClr val="FFFDAC">
                    <a:alpha val="7224"/>
                  </a:srgbClr>
                </a:gs>
                <a:gs pos="71429">
                  <a:srgbClr val="FFFDAC">
                    <a:alpha val="3449"/>
                  </a:srgbClr>
                </a:gs>
                <a:gs pos="85714">
                  <a:srgbClr val="FFFDAC">
                    <a:alpha val="1378"/>
                  </a:srgbClr>
                </a:gs>
                <a:gs pos="100000">
                  <a:srgbClr val="FFFDAC">
                    <a:alpha val="4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7" name="Splat 1127"/>
            <p:cNvSpPr>
              <a:spLocks noGrp="1"/>
            </p:cNvSpPr>
            <p:nvPr/>
          </p:nvSpPr>
          <p:spPr>
            <a:xfrm rot="-9367626">
              <a:off x="1614302" y="1351837"/>
              <a:ext cx="328612" cy="91281"/>
            </a:xfrm>
            <a:prstGeom prst="ellipse">
              <a:avLst/>
            </a:prstGeom>
            <a:gradFill>
              <a:gsLst>
                <a:gs pos="0">
                  <a:srgbClr val="00AFBA">
                    <a:alpha val="29717"/>
                  </a:srgbClr>
                </a:gs>
                <a:gs pos="14286">
                  <a:srgbClr val="00AFBA">
                    <a:alpha val="27683"/>
                  </a:srgbClr>
                </a:gs>
                <a:gs pos="28571">
                  <a:srgbClr val="00AFBA">
                    <a:alpha val="22249"/>
                  </a:srgbClr>
                </a:gs>
                <a:gs pos="42857">
                  <a:srgbClr val="00AFBA">
                    <a:alpha val="15216"/>
                  </a:srgbClr>
                </a:gs>
                <a:gs pos="57143">
                  <a:srgbClr val="00AFBA">
                    <a:alpha val="8741"/>
                  </a:srgbClr>
                </a:gs>
                <a:gs pos="71429">
                  <a:srgbClr val="00AFBA">
                    <a:alpha val="4191"/>
                  </a:srgbClr>
                </a:gs>
                <a:gs pos="85714">
                  <a:srgbClr val="00AFBA">
                    <a:alpha val="1679"/>
                  </a:srgbClr>
                </a:gs>
                <a:gs pos="100000">
                  <a:srgbClr val="00AFBA">
                    <a:alpha val="5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8" name="Splat 1128"/>
            <p:cNvSpPr>
              <a:spLocks noGrp="1"/>
            </p:cNvSpPr>
            <p:nvPr/>
          </p:nvSpPr>
          <p:spPr>
            <a:xfrm rot="5400000">
              <a:off x="2568485" y="643077"/>
              <a:ext cx="355648" cy="355648"/>
            </a:xfrm>
            <a:prstGeom prst="ellipse">
              <a:avLst/>
            </a:prstGeom>
            <a:gradFill>
              <a:gsLst>
                <a:gs pos="0">
                  <a:srgbClr val="B2DCFF">
                    <a:alpha val="32968"/>
                  </a:srgbClr>
                </a:gs>
                <a:gs pos="14286">
                  <a:srgbClr val="B2DCFF">
                    <a:alpha val="30764"/>
                  </a:srgbClr>
                </a:gs>
                <a:gs pos="28571">
                  <a:srgbClr val="B2DCFF">
                    <a:alpha val="24833"/>
                  </a:srgbClr>
                </a:gs>
                <a:gs pos="42857">
                  <a:srgbClr val="B2DCFF">
                    <a:alpha val="17075"/>
                  </a:srgbClr>
                </a:gs>
                <a:gs pos="57143">
                  <a:srgbClr val="B2DCFF">
                    <a:alpha val="9855"/>
                  </a:srgbClr>
                </a:gs>
                <a:gs pos="71429">
                  <a:srgbClr val="B2DCFF">
                    <a:alpha val="4740"/>
                  </a:srgbClr>
                </a:gs>
                <a:gs pos="85714">
                  <a:srgbClr val="B2DCFF">
                    <a:alpha val="1902"/>
                  </a:srgbClr>
                </a:gs>
                <a:gs pos="100000">
                  <a:srgbClr val="B2D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9" name="Splat 1129"/>
            <p:cNvSpPr>
              <a:spLocks noGrp="1"/>
            </p:cNvSpPr>
            <p:nvPr/>
          </p:nvSpPr>
          <p:spPr>
            <a:xfrm rot="-8968074">
              <a:off x="1303636" y="823345"/>
              <a:ext cx="388591" cy="120108"/>
            </a:xfrm>
            <a:prstGeom prst="ellipse">
              <a:avLst/>
            </a:prstGeom>
            <a:gradFill>
              <a:gsLst>
                <a:gs pos="0">
                  <a:srgbClr val="C3E5FF">
                    <a:alpha val="32968"/>
                  </a:srgbClr>
                </a:gs>
                <a:gs pos="14286">
                  <a:srgbClr val="C3E5FF">
                    <a:alpha val="30764"/>
                  </a:srgbClr>
                </a:gs>
                <a:gs pos="28571">
                  <a:srgbClr val="C3E5FF">
                    <a:alpha val="24833"/>
                  </a:srgbClr>
                </a:gs>
                <a:gs pos="42857">
                  <a:srgbClr val="C3E5FF">
                    <a:alpha val="17075"/>
                  </a:srgbClr>
                </a:gs>
                <a:gs pos="57143">
                  <a:srgbClr val="C3E5FF">
                    <a:alpha val="9855"/>
                  </a:srgbClr>
                </a:gs>
                <a:gs pos="71429">
                  <a:srgbClr val="C3E5FF">
                    <a:alpha val="4740"/>
                  </a:srgbClr>
                </a:gs>
                <a:gs pos="85714">
                  <a:srgbClr val="C3E5FF">
                    <a:alpha val="1902"/>
                  </a:srgbClr>
                </a:gs>
                <a:gs pos="100000">
                  <a:srgbClr val="C3E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0" name="Splat 1130"/>
            <p:cNvSpPr>
              <a:spLocks noGrp="1"/>
            </p:cNvSpPr>
            <p:nvPr/>
          </p:nvSpPr>
          <p:spPr>
            <a:xfrm rot="9635326">
              <a:off x="230463" y="4279867"/>
              <a:ext cx="440017" cy="122227"/>
            </a:xfrm>
            <a:prstGeom prst="ellipse">
              <a:avLst/>
            </a:prstGeom>
            <a:gradFill>
              <a:gsLst>
                <a:gs pos="0">
                  <a:srgbClr val="E0FEFF">
                    <a:alpha val="12863"/>
                  </a:srgbClr>
                </a:gs>
                <a:gs pos="14286">
                  <a:srgbClr val="E0FEFF">
                    <a:alpha val="11887"/>
                  </a:srgbClr>
                </a:gs>
                <a:gs pos="28571">
                  <a:srgbClr val="E0FEFF">
                    <a:alpha val="9359"/>
                  </a:srgbClr>
                </a:gs>
                <a:gs pos="42857">
                  <a:srgbClr val="E0FEFF">
                    <a:alpha val="6242"/>
                  </a:srgbClr>
                </a:gs>
                <a:gs pos="57143">
                  <a:srgbClr val="E0FEFF">
                    <a:alpha val="3508"/>
                  </a:srgbClr>
                </a:gs>
                <a:gs pos="71429">
                  <a:srgbClr val="E0FEFF">
                    <a:alpha val="1658"/>
                  </a:srgbClr>
                </a:gs>
                <a:gs pos="85714">
                  <a:srgbClr val="E0FEFF">
                    <a:alpha val="659"/>
                  </a:srgbClr>
                </a:gs>
                <a:gs pos="100000">
                  <a:srgbClr val="E0FEFF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1" name="Splat 1131"/>
            <p:cNvSpPr>
              <a:spLocks noGrp="1"/>
            </p:cNvSpPr>
            <p:nvPr/>
          </p:nvSpPr>
          <p:spPr>
            <a:xfrm rot="10796935">
              <a:off x="1328193" y="1052144"/>
              <a:ext cx="398400" cy="110667"/>
            </a:xfrm>
            <a:prstGeom prst="ellipse">
              <a:avLst/>
            </a:prstGeom>
            <a:gradFill>
              <a:gsLst>
                <a:gs pos="0">
                  <a:srgbClr val="F40000">
                    <a:alpha val="8669"/>
                  </a:srgbClr>
                </a:gs>
                <a:gs pos="14286">
                  <a:srgbClr val="F40000">
                    <a:alpha val="7997"/>
                  </a:srgbClr>
                </a:gs>
                <a:gs pos="28571">
                  <a:srgbClr val="F40000">
                    <a:alpha val="6267"/>
                  </a:srgbClr>
                </a:gs>
                <a:gs pos="42857">
                  <a:srgbClr val="F40000">
                    <a:alpha val="4156"/>
                  </a:srgbClr>
                </a:gs>
                <a:gs pos="57143">
                  <a:srgbClr val="F40000">
                    <a:alpha val="2325"/>
                  </a:srgbClr>
                </a:gs>
                <a:gs pos="71429">
                  <a:srgbClr val="F40000">
                    <a:alpha val="1095"/>
                  </a:srgbClr>
                </a:gs>
                <a:gs pos="85714">
                  <a:srgbClr val="F40000">
                    <a:alpha val="434"/>
                  </a:srgbClr>
                </a:gs>
                <a:gs pos="100000">
                  <a:srgbClr val="F40000">
                    <a:alpha val="1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2" name="Splat 1132"/>
            <p:cNvSpPr>
              <a:spLocks noGrp="1"/>
            </p:cNvSpPr>
            <p:nvPr/>
          </p:nvSpPr>
          <p:spPr>
            <a:xfrm rot="8321468">
              <a:off x="2295426" y="1250947"/>
              <a:ext cx="348944" cy="172011"/>
            </a:xfrm>
            <a:prstGeom prst="ellipse">
              <a:avLst/>
            </a:prstGeom>
            <a:gradFill>
              <a:gsLst>
                <a:gs pos="0">
                  <a:srgbClr val="95A7CE">
                    <a:alpha val="32968"/>
                  </a:srgbClr>
                </a:gs>
                <a:gs pos="14286">
                  <a:srgbClr val="95A7CE">
                    <a:alpha val="30764"/>
                  </a:srgbClr>
                </a:gs>
                <a:gs pos="28571">
                  <a:srgbClr val="95A7CE">
                    <a:alpha val="24833"/>
                  </a:srgbClr>
                </a:gs>
                <a:gs pos="42857">
                  <a:srgbClr val="95A7CE">
                    <a:alpha val="17075"/>
                  </a:srgbClr>
                </a:gs>
                <a:gs pos="57143">
                  <a:srgbClr val="95A7CE">
                    <a:alpha val="9855"/>
                  </a:srgbClr>
                </a:gs>
                <a:gs pos="71429">
                  <a:srgbClr val="95A7CE">
                    <a:alpha val="4740"/>
                  </a:srgbClr>
                </a:gs>
                <a:gs pos="85714">
                  <a:srgbClr val="95A7CE">
                    <a:alpha val="1902"/>
                  </a:srgbClr>
                </a:gs>
                <a:gs pos="100000">
                  <a:srgbClr val="95A7C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3" name="Splat 1133"/>
            <p:cNvSpPr>
              <a:spLocks noGrp="1"/>
            </p:cNvSpPr>
            <p:nvPr/>
          </p:nvSpPr>
          <p:spPr>
            <a:xfrm rot="5400000">
              <a:off x="2577139" y="1777075"/>
              <a:ext cx="405968" cy="405968"/>
            </a:xfrm>
            <a:prstGeom prst="ellipse">
              <a:avLst/>
            </a:prstGeom>
            <a:gradFill>
              <a:gsLst>
                <a:gs pos="0">
                  <a:srgbClr val="3B312F">
                    <a:alpha val="32968"/>
                  </a:srgbClr>
                </a:gs>
                <a:gs pos="14286">
                  <a:srgbClr val="3B312F">
                    <a:alpha val="30764"/>
                  </a:srgbClr>
                </a:gs>
                <a:gs pos="28571">
                  <a:srgbClr val="3B312F">
                    <a:alpha val="24833"/>
                  </a:srgbClr>
                </a:gs>
                <a:gs pos="42857">
                  <a:srgbClr val="3B312F">
                    <a:alpha val="17075"/>
                  </a:srgbClr>
                </a:gs>
                <a:gs pos="57143">
                  <a:srgbClr val="3B312F">
                    <a:alpha val="9855"/>
                  </a:srgbClr>
                </a:gs>
                <a:gs pos="71429">
                  <a:srgbClr val="3B312F">
                    <a:alpha val="4740"/>
                  </a:srgbClr>
                </a:gs>
                <a:gs pos="85714">
                  <a:srgbClr val="3B312F">
                    <a:alpha val="1902"/>
                  </a:srgbClr>
                </a:gs>
                <a:gs pos="100000">
                  <a:srgbClr val="3B312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4" name="Splat 1134"/>
            <p:cNvSpPr>
              <a:spLocks noGrp="1"/>
            </p:cNvSpPr>
            <p:nvPr/>
          </p:nvSpPr>
          <p:spPr>
            <a:xfrm rot="5400000">
              <a:off x="2402322" y="1053358"/>
              <a:ext cx="379056" cy="379056"/>
            </a:xfrm>
            <a:prstGeom prst="ellipse">
              <a:avLst/>
            </a:prstGeom>
            <a:gradFill>
              <a:gsLst>
                <a:gs pos="0">
                  <a:srgbClr val="0034FF">
                    <a:alpha val="10587"/>
                  </a:srgbClr>
                </a:gs>
                <a:gs pos="14286">
                  <a:srgbClr val="0034FF">
                    <a:alpha val="9774"/>
                  </a:srgbClr>
                </a:gs>
                <a:gs pos="28571">
                  <a:srgbClr val="0034FF">
                    <a:alpha val="7676"/>
                  </a:srgbClr>
                </a:gs>
                <a:gs pos="42857">
                  <a:srgbClr val="0034FF">
                    <a:alpha val="5104"/>
                  </a:srgbClr>
                </a:gs>
                <a:gs pos="57143">
                  <a:srgbClr val="0034FF">
                    <a:alpha val="2861"/>
                  </a:srgbClr>
                </a:gs>
                <a:gs pos="71429">
                  <a:srgbClr val="0034FF">
                    <a:alpha val="1349"/>
                  </a:srgbClr>
                </a:gs>
                <a:gs pos="85714">
                  <a:srgbClr val="0034FF">
                    <a:alpha val="536"/>
                  </a:srgbClr>
                </a:gs>
                <a:gs pos="100000">
                  <a:srgbClr val="0034FF">
                    <a:alpha val="1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5" name="Splat 1135"/>
            <p:cNvSpPr>
              <a:spLocks noGrp="1"/>
            </p:cNvSpPr>
            <p:nvPr/>
          </p:nvSpPr>
          <p:spPr>
            <a:xfrm rot="-10502467">
              <a:off x="1711658" y="941675"/>
              <a:ext cx="328613" cy="93184"/>
            </a:xfrm>
            <a:prstGeom prst="ellipse">
              <a:avLst/>
            </a:prstGeom>
            <a:gradFill>
              <a:gsLst>
                <a:gs pos="0">
                  <a:srgbClr val="BBFFC5">
                    <a:alpha val="17237"/>
                  </a:srgbClr>
                </a:gs>
                <a:gs pos="14286">
                  <a:srgbClr val="BBFFC5">
                    <a:alpha val="15961"/>
                  </a:srgbClr>
                </a:gs>
                <a:gs pos="28571">
                  <a:srgbClr val="BBFFC5">
                    <a:alpha val="12630"/>
                  </a:srgbClr>
                </a:gs>
                <a:gs pos="42857">
                  <a:srgbClr val="BBFFC5">
                    <a:alpha val="8475"/>
                  </a:srgbClr>
                </a:gs>
                <a:gs pos="57143">
                  <a:srgbClr val="BBFFC5">
                    <a:alpha val="4789"/>
                  </a:srgbClr>
                </a:gs>
                <a:gs pos="71429">
                  <a:srgbClr val="BBFFC5">
                    <a:alpha val="2271"/>
                  </a:srgbClr>
                </a:gs>
                <a:gs pos="85714">
                  <a:srgbClr val="BBFFC5">
                    <a:alpha val="904"/>
                  </a:srgbClr>
                </a:gs>
                <a:gs pos="100000">
                  <a:srgbClr val="BBFFC5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6" name="Splat 1136"/>
            <p:cNvSpPr>
              <a:spLocks noGrp="1"/>
            </p:cNvSpPr>
            <p:nvPr/>
          </p:nvSpPr>
          <p:spPr>
            <a:xfrm rot="5400000">
              <a:off x="956669" y="603507"/>
              <a:ext cx="498699" cy="498699"/>
            </a:xfrm>
            <a:prstGeom prst="ellipse">
              <a:avLst/>
            </a:prstGeom>
            <a:gradFill>
              <a:gsLst>
                <a:gs pos="0">
                  <a:srgbClr val="FFA0E0">
                    <a:alpha val="5256"/>
                  </a:srgbClr>
                </a:gs>
                <a:gs pos="14286">
                  <a:srgbClr val="FFA0E0">
                    <a:alpha val="4842"/>
                  </a:srgbClr>
                </a:gs>
                <a:gs pos="28571">
                  <a:srgbClr val="FFA0E0">
                    <a:alpha val="3780"/>
                  </a:srgbClr>
                </a:gs>
                <a:gs pos="42857">
                  <a:srgbClr val="FFA0E0">
                    <a:alpha val="2496"/>
                  </a:srgbClr>
                </a:gs>
                <a:gs pos="57143">
                  <a:srgbClr val="FFA0E0">
                    <a:alpha val="1391"/>
                  </a:srgbClr>
                </a:gs>
                <a:gs pos="71429">
                  <a:srgbClr val="FFA0E0">
                    <a:alpha val="653"/>
                  </a:srgbClr>
                </a:gs>
                <a:gs pos="85714">
                  <a:srgbClr val="FFA0E0">
                    <a:alpha val="259"/>
                  </a:srgbClr>
                </a:gs>
                <a:gs pos="100000">
                  <a:srgbClr val="FFA0E0">
                    <a:alpha val="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7" name="Splat 1137"/>
            <p:cNvSpPr>
              <a:spLocks noGrp="1"/>
            </p:cNvSpPr>
            <p:nvPr/>
          </p:nvSpPr>
          <p:spPr>
            <a:xfrm rot="10330640">
              <a:off x="2010959" y="1199252"/>
              <a:ext cx="253043" cy="70290"/>
            </a:xfrm>
            <a:prstGeom prst="ellipse">
              <a:avLst/>
            </a:prstGeom>
            <a:gradFill>
              <a:gsLst>
                <a:gs pos="0">
                  <a:srgbClr val="DCFF00">
                    <a:alpha val="32968"/>
                  </a:srgbClr>
                </a:gs>
                <a:gs pos="14286">
                  <a:srgbClr val="DCFF00">
                    <a:alpha val="30764"/>
                  </a:srgbClr>
                </a:gs>
                <a:gs pos="28571">
                  <a:srgbClr val="DCFF00">
                    <a:alpha val="24833"/>
                  </a:srgbClr>
                </a:gs>
                <a:gs pos="42857">
                  <a:srgbClr val="DCFF00">
                    <a:alpha val="17075"/>
                  </a:srgbClr>
                </a:gs>
                <a:gs pos="57143">
                  <a:srgbClr val="DCFF00">
                    <a:alpha val="9855"/>
                  </a:srgbClr>
                </a:gs>
                <a:gs pos="71429">
                  <a:srgbClr val="DCFF00">
                    <a:alpha val="4740"/>
                  </a:srgbClr>
                </a:gs>
                <a:gs pos="85714">
                  <a:srgbClr val="DCFF00">
                    <a:alpha val="1902"/>
                  </a:srgbClr>
                </a:gs>
                <a:gs pos="100000">
                  <a:srgbClr val="DC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8" name="Splat 1138"/>
            <p:cNvSpPr>
              <a:spLocks noGrp="1"/>
            </p:cNvSpPr>
            <p:nvPr/>
          </p:nvSpPr>
          <p:spPr>
            <a:xfrm rot="-10261402">
              <a:off x="1828636" y="943427"/>
              <a:ext cx="418977" cy="189763"/>
            </a:xfrm>
            <a:prstGeom prst="ellipse">
              <a:avLst/>
            </a:prstGeom>
            <a:gradFill>
              <a:gsLst>
                <a:gs pos="0">
                  <a:srgbClr val="00D4E7">
                    <a:alpha val="32968"/>
                  </a:srgbClr>
                </a:gs>
                <a:gs pos="14286">
                  <a:srgbClr val="00D4E7">
                    <a:alpha val="30764"/>
                  </a:srgbClr>
                </a:gs>
                <a:gs pos="28571">
                  <a:srgbClr val="00D4E7">
                    <a:alpha val="24833"/>
                  </a:srgbClr>
                </a:gs>
                <a:gs pos="42857">
                  <a:srgbClr val="00D4E7">
                    <a:alpha val="17075"/>
                  </a:srgbClr>
                </a:gs>
                <a:gs pos="57143">
                  <a:srgbClr val="00D4E7">
                    <a:alpha val="9855"/>
                  </a:srgbClr>
                </a:gs>
                <a:gs pos="71429">
                  <a:srgbClr val="00D4E7">
                    <a:alpha val="4740"/>
                  </a:srgbClr>
                </a:gs>
                <a:gs pos="85714">
                  <a:srgbClr val="00D4E7">
                    <a:alpha val="1902"/>
                  </a:srgbClr>
                </a:gs>
                <a:gs pos="100000">
                  <a:srgbClr val="00D4E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9" name="Splat 1139"/>
            <p:cNvSpPr>
              <a:spLocks noGrp="1"/>
            </p:cNvSpPr>
            <p:nvPr/>
          </p:nvSpPr>
          <p:spPr>
            <a:xfrm rot="5400000">
              <a:off x="2635283" y="2008771"/>
              <a:ext cx="374829" cy="374829"/>
            </a:xfrm>
            <a:prstGeom prst="ellipse">
              <a:avLst/>
            </a:prstGeom>
            <a:gradFill>
              <a:gsLst>
                <a:gs pos="0">
                  <a:srgbClr val="000082">
                    <a:alpha val="1453"/>
                  </a:srgbClr>
                </a:gs>
                <a:gs pos="14286">
                  <a:srgbClr val="000082">
                    <a:alpha val="1336"/>
                  </a:srgbClr>
                </a:gs>
                <a:gs pos="28571">
                  <a:srgbClr val="000082">
                    <a:alpha val="1039"/>
                  </a:srgbClr>
                </a:gs>
                <a:gs pos="42857">
                  <a:srgbClr val="000082">
                    <a:alpha val="683"/>
                  </a:srgbClr>
                </a:gs>
                <a:gs pos="57143">
                  <a:srgbClr val="000082">
                    <a:alpha val="379"/>
                  </a:srgbClr>
                </a:gs>
                <a:gs pos="71429">
                  <a:srgbClr val="000082">
                    <a:alpha val="178"/>
                  </a:srgbClr>
                </a:gs>
                <a:gs pos="85714">
                  <a:srgbClr val="000082">
                    <a:alpha val="70"/>
                  </a:srgbClr>
                </a:gs>
                <a:gs pos="100000">
                  <a:srgbClr val="000082">
                    <a:alpha val="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0" name="Splat 1140"/>
            <p:cNvSpPr>
              <a:spLocks noGrp="1"/>
            </p:cNvSpPr>
            <p:nvPr/>
          </p:nvSpPr>
          <p:spPr>
            <a:xfrm rot="5400000">
              <a:off x="-71896" y="4223929"/>
              <a:ext cx="371116" cy="371116"/>
            </a:xfrm>
            <a:prstGeom prst="ellipse">
              <a:avLst/>
            </a:prstGeom>
            <a:gradFill>
              <a:gsLst>
                <a:gs pos="0">
                  <a:srgbClr val="FFFFFF">
                    <a:alpha val="4591"/>
                  </a:srgbClr>
                </a:gs>
                <a:gs pos="14286">
                  <a:srgbClr val="FFFFFF">
                    <a:alpha val="4227"/>
                  </a:srgbClr>
                </a:gs>
                <a:gs pos="28571">
                  <a:srgbClr val="FFFFFF">
                    <a:alpha val="3298"/>
                  </a:srgbClr>
                </a:gs>
                <a:gs pos="42857">
                  <a:srgbClr val="FFFFFF">
                    <a:alpha val="2176"/>
                  </a:srgbClr>
                </a:gs>
                <a:gs pos="57143">
                  <a:srgbClr val="FFFFFF">
                    <a:alpha val="1211"/>
                  </a:srgbClr>
                </a:gs>
                <a:gs pos="71429">
                  <a:srgbClr val="FFFFFF">
                    <a:alpha val="569"/>
                  </a:srgbClr>
                </a:gs>
                <a:gs pos="85714">
                  <a:srgbClr val="FFFFFF">
                    <a:alpha val="225"/>
                  </a:srgbClr>
                </a:gs>
                <a:gs pos="100000">
                  <a:srgbClr val="FFFFFF">
                    <a:alpha val="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1" name="Splat 1141"/>
            <p:cNvSpPr>
              <a:spLocks noGrp="1"/>
            </p:cNvSpPr>
            <p:nvPr/>
          </p:nvSpPr>
          <p:spPr>
            <a:xfrm rot="5400000">
              <a:off x="3513895" y="2453878"/>
              <a:ext cx="373675" cy="373675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2" name="Splat 1142"/>
            <p:cNvSpPr>
              <a:spLocks noGrp="1"/>
            </p:cNvSpPr>
            <p:nvPr/>
          </p:nvSpPr>
          <p:spPr>
            <a:xfrm rot="8343766">
              <a:off x="1825840" y="806601"/>
              <a:ext cx="328612" cy="173264"/>
            </a:xfrm>
            <a:prstGeom prst="ellipse">
              <a:avLst/>
            </a:prstGeom>
            <a:gradFill>
              <a:gsLst>
                <a:gs pos="0">
                  <a:srgbClr val="007500">
                    <a:alpha val="32968"/>
                  </a:srgbClr>
                </a:gs>
                <a:gs pos="14286">
                  <a:srgbClr val="007500">
                    <a:alpha val="30764"/>
                  </a:srgbClr>
                </a:gs>
                <a:gs pos="28571">
                  <a:srgbClr val="007500">
                    <a:alpha val="24833"/>
                  </a:srgbClr>
                </a:gs>
                <a:gs pos="42857">
                  <a:srgbClr val="007500">
                    <a:alpha val="17075"/>
                  </a:srgbClr>
                </a:gs>
                <a:gs pos="57143">
                  <a:srgbClr val="007500">
                    <a:alpha val="9855"/>
                  </a:srgbClr>
                </a:gs>
                <a:gs pos="71429">
                  <a:srgbClr val="007500">
                    <a:alpha val="4740"/>
                  </a:srgbClr>
                </a:gs>
                <a:gs pos="85714">
                  <a:srgbClr val="007500">
                    <a:alpha val="1902"/>
                  </a:srgbClr>
                </a:gs>
                <a:gs pos="100000">
                  <a:srgbClr val="007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3" name="Splat 1143"/>
            <p:cNvSpPr>
              <a:spLocks noGrp="1"/>
            </p:cNvSpPr>
            <p:nvPr/>
          </p:nvSpPr>
          <p:spPr>
            <a:xfrm rot="5400000">
              <a:off x="899177" y="1220978"/>
              <a:ext cx="361572" cy="36157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4" name="Splat 1144"/>
            <p:cNvSpPr>
              <a:spLocks noGrp="1"/>
            </p:cNvSpPr>
            <p:nvPr/>
          </p:nvSpPr>
          <p:spPr>
            <a:xfrm rot="6716249">
              <a:off x="2031129" y="463534"/>
              <a:ext cx="439629" cy="199815"/>
            </a:xfrm>
            <a:prstGeom prst="ellipse">
              <a:avLst/>
            </a:prstGeom>
            <a:gradFill>
              <a:gsLst>
                <a:gs pos="0">
                  <a:srgbClr val="DFFFFF">
                    <a:alpha val="32968"/>
                  </a:srgbClr>
                </a:gs>
                <a:gs pos="14286">
                  <a:srgbClr val="DFFFFF">
                    <a:alpha val="30764"/>
                  </a:srgbClr>
                </a:gs>
                <a:gs pos="28571">
                  <a:srgbClr val="DFFFFF">
                    <a:alpha val="24833"/>
                  </a:srgbClr>
                </a:gs>
                <a:gs pos="42857">
                  <a:srgbClr val="DFFFFF">
                    <a:alpha val="17075"/>
                  </a:srgbClr>
                </a:gs>
                <a:gs pos="57143">
                  <a:srgbClr val="DFFFFF">
                    <a:alpha val="9855"/>
                  </a:srgbClr>
                </a:gs>
                <a:gs pos="71429">
                  <a:srgbClr val="DFFFFF">
                    <a:alpha val="4740"/>
                  </a:srgbClr>
                </a:gs>
                <a:gs pos="85714">
                  <a:srgbClr val="DFFFFF">
                    <a:alpha val="1902"/>
                  </a:srgbClr>
                </a:gs>
                <a:gs pos="100000">
                  <a:srgbClr val="D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5" name="Splat 1145"/>
            <p:cNvSpPr>
              <a:spLocks noGrp="1"/>
            </p:cNvSpPr>
            <p:nvPr/>
          </p:nvSpPr>
          <p:spPr>
            <a:xfrm rot="9028868">
              <a:off x="2197461" y="1187175"/>
              <a:ext cx="328612" cy="142658"/>
            </a:xfrm>
            <a:prstGeom prst="ellipse">
              <a:avLst/>
            </a:prstGeom>
            <a:gradFill>
              <a:gsLst>
                <a:gs pos="0">
                  <a:srgbClr val="00B2E5">
                    <a:alpha val="21033"/>
                  </a:srgbClr>
                </a:gs>
                <a:gs pos="14286">
                  <a:srgbClr val="00B2E5">
                    <a:alpha val="19510"/>
                  </a:srgbClr>
                </a:gs>
                <a:gs pos="28571">
                  <a:srgbClr val="00B2E5">
                    <a:alpha val="15508"/>
                  </a:srgbClr>
                </a:gs>
                <a:gs pos="42857">
                  <a:srgbClr val="00B2E5">
                    <a:alpha val="10464"/>
                  </a:srgbClr>
                </a:gs>
                <a:gs pos="57143">
                  <a:srgbClr val="00B2E5">
                    <a:alpha val="5941"/>
                  </a:srgbClr>
                </a:gs>
                <a:gs pos="71429">
                  <a:srgbClr val="00B2E5">
                    <a:alpha val="2826"/>
                  </a:srgbClr>
                </a:gs>
                <a:gs pos="85714">
                  <a:srgbClr val="00B2E5">
                    <a:alpha val="1127"/>
                  </a:srgbClr>
                </a:gs>
                <a:gs pos="100000">
                  <a:srgbClr val="00B2E5">
                    <a:alpha val="3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6" name="Splat 1146"/>
            <p:cNvSpPr>
              <a:spLocks noGrp="1"/>
            </p:cNvSpPr>
            <p:nvPr/>
          </p:nvSpPr>
          <p:spPr>
            <a:xfrm rot="-10773253">
              <a:off x="2730638" y="2044963"/>
              <a:ext cx="431690" cy="8993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7" name="Splat 1147"/>
            <p:cNvSpPr>
              <a:spLocks noGrp="1"/>
            </p:cNvSpPr>
            <p:nvPr/>
          </p:nvSpPr>
          <p:spPr>
            <a:xfrm rot="8509629">
              <a:off x="2164693" y="574825"/>
              <a:ext cx="409465" cy="113740"/>
            </a:xfrm>
            <a:prstGeom prst="ellipse">
              <a:avLst/>
            </a:prstGeom>
            <a:gradFill>
              <a:gsLst>
                <a:gs pos="0">
                  <a:srgbClr val="95FFFF">
                    <a:alpha val="32968"/>
                  </a:srgbClr>
                </a:gs>
                <a:gs pos="14286">
                  <a:srgbClr val="95FFFF">
                    <a:alpha val="30764"/>
                  </a:srgbClr>
                </a:gs>
                <a:gs pos="28571">
                  <a:srgbClr val="95FFFF">
                    <a:alpha val="24833"/>
                  </a:srgbClr>
                </a:gs>
                <a:gs pos="42857">
                  <a:srgbClr val="95FFFF">
                    <a:alpha val="17075"/>
                  </a:srgbClr>
                </a:gs>
                <a:gs pos="57143">
                  <a:srgbClr val="95FFFF">
                    <a:alpha val="9855"/>
                  </a:srgbClr>
                </a:gs>
                <a:gs pos="71429">
                  <a:srgbClr val="95FFFF">
                    <a:alpha val="4740"/>
                  </a:srgbClr>
                </a:gs>
                <a:gs pos="85714">
                  <a:srgbClr val="95FFFF">
                    <a:alpha val="1902"/>
                  </a:srgbClr>
                </a:gs>
                <a:gs pos="100000">
                  <a:srgbClr val="95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8" name="Splat 1148"/>
            <p:cNvSpPr>
              <a:spLocks noGrp="1"/>
            </p:cNvSpPr>
            <p:nvPr/>
          </p:nvSpPr>
          <p:spPr>
            <a:xfrm rot="5400000">
              <a:off x="2199055" y="893593"/>
              <a:ext cx="284962" cy="284962"/>
            </a:xfrm>
            <a:prstGeom prst="ellipse">
              <a:avLst/>
            </a:prstGeom>
            <a:gradFill>
              <a:gsLst>
                <a:gs pos="0">
                  <a:srgbClr val="00A3FF">
                    <a:alpha val="27886"/>
                  </a:srgbClr>
                </a:gs>
                <a:gs pos="14286">
                  <a:srgbClr val="00A3FF">
                    <a:alpha val="25954"/>
                  </a:srgbClr>
                </a:gs>
                <a:gs pos="28571">
                  <a:srgbClr val="00A3FF">
                    <a:alpha val="20809"/>
                  </a:srgbClr>
                </a:gs>
                <a:gs pos="42857">
                  <a:srgbClr val="00A3FF">
                    <a:alpha val="14190"/>
                  </a:srgbClr>
                </a:gs>
                <a:gs pos="57143">
                  <a:srgbClr val="00A3FF">
                    <a:alpha val="8130"/>
                  </a:srgbClr>
                </a:gs>
                <a:gs pos="71429">
                  <a:srgbClr val="00A3FF">
                    <a:alpha val="3891"/>
                  </a:srgbClr>
                </a:gs>
                <a:gs pos="85714">
                  <a:srgbClr val="00A3FF">
                    <a:alpha val="1557"/>
                  </a:srgbClr>
                </a:gs>
                <a:gs pos="100000">
                  <a:srgbClr val="00A3FF">
                    <a:alpha val="5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9" name="Splat 1149"/>
            <p:cNvSpPr>
              <a:spLocks noGrp="1"/>
            </p:cNvSpPr>
            <p:nvPr/>
          </p:nvSpPr>
          <p:spPr>
            <a:xfrm rot="5400000">
              <a:off x="2975223" y="1473851"/>
              <a:ext cx="301691" cy="301691"/>
            </a:xfrm>
            <a:prstGeom prst="ellipse">
              <a:avLst/>
            </a:prstGeom>
            <a:gradFill>
              <a:gsLst>
                <a:gs pos="0">
                  <a:srgbClr val="000030">
                    <a:alpha val="32968"/>
                  </a:srgbClr>
                </a:gs>
                <a:gs pos="14286">
                  <a:srgbClr val="000030">
                    <a:alpha val="30764"/>
                  </a:srgbClr>
                </a:gs>
                <a:gs pos="28571">
                  <a:srgbClr val="000030">
                    <a:alpha val="24833"/>
                  </a:srgbClr>
                </a:gs>
                <a:gs pos="42857">
                  <a:srgbClr val="000030">
                    <a:alpha val="17075"/>
                  </a:srgbClr>
                </a:gs>
                <a:gs pos="57143">
                  <a:srgbClr val="000030">
                    <a:alpha val="9855"/>
                  </a:srgbClr>
                </a:gs>
                <a:gs pos="71429">
                  <a:srgbClr val="000030">
                    <a:alpha val="4740"/>
                  </a:srgbClr>
                </a:gs>
                <a:gs pos="85714">
                  <a:srgbClr val="000030">
                    <a:alpha val="1902"/>
                  </a:srgbClr>
                </a:gs>
                <a:gs pos="100000">
                  <a:srgbClr val="00003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0" name="Splat 1150"/>
            <p:cNvSpPr>
              <a:spLocks noGrp="1"/>
            </p:cNvSpPr>
            <p:nvPr/>
          </p:nvSpPr>
          <p:spPr>
            <a:xfrm rot="5400000">
              <a:off x="3072246" y="1508959"/>
              <a:ext cx="347842" cy="347842"/>
            </a:xfrm>
            <a:prstGeom prst="ellipse">
              <a:avLst/>
            </a:prstGeom>
            <a:gradFill>
              <a:gsLst>
                <a:gs pos="0">
                  <a:srgbClr val="870027">
                    <a:alpha val="32968"/>
                  </a:srgbClr>
                </a:gs>
                <a:gs pos="14286">
                  <a:srgbClr val="870027">
                    <a:alpha val="30764"/>
                  </a:srgbClr>
                </a:gs>
                <a:gs pos="28571">
                  <a:srgbClr val="870027">
                    <a:alpha val="24833"/>
                  </a:srgbClr>
                </a:gs>
                <a:gs pos="42857">
                  <a:srgbClr val="870027">
                    <a:alpha val="17075"/>
                  </a:srgbClr>
                </a:gs>
                <a:gs pos="57143">
                  <a:srgbClr val="870027">
                    <a:alpha val="9855"/>
                  </a:srgbClr>
                </a:gs>
                <a:gs pos="71429">
                  <a:srgbClr val="870027">
                    <a:alpha val="4740"/>
                  </a:srgbClr>
                </a:gs>
                <a:gs pos="85714">
                  <a:srgbClr val="870027">
                    <a:alpha val="1902"/>
                  </a:srgbClr>
                </a:gs>
                <a:gs pos="100000">
                  <a:srgbClr val="87002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1" name="Splat 1151"/>
            <p:cNvSpPr>
              <a:spLocks noGrp="1"/>
            </p:cNvSpPr>
            <p:nvPr/>
          </p:nvSpPr>
          <p:spPr>
            <a:xfrm rot="4731055">
              <a:off x="1762549" y="2660147"/>
              <a:ext cx="328613" cy="912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2" name="Splat 1152"/>
            <p:cNvSpPr>
              <a:spLocks noGrp="1"/>
            </p:cNvSpPr>
            <p:nvPr/>
          </p:nvSpPr>
          <p:spPr>
            <a:xfrm rot="5400000">
              <a:off x="2564366" y="1738798"/>
              <a:ext cx="412023" cy="412023"/>
            </a:xfrm>
            <a:prstGeom prst="ellipse">
              <a:avLst/>
            </a:prstGeom>
            <a:gradFill>
              <a:gsLst>
                <a:gs pos="0">
                  <a:srgbClr val="005ABB">
                    <a:alpha val="32968"/>
                  </a:srgbClr>
                </a:gs>
                <a:gs pos="14286">
                  <a:srgbClr val="005ABB">
                    <a:alpha val="30764"/>
                  </a:srgbClr>
                </a:gs>
                <a:gs pos="28571">
                  <a:srgbClr val="005ABB">
                    <a:alpha val="24833"/>
                  </a:srgbClr>
                </a:gs>
                <a:gs pos="42857">
                  <a:srgbClr val="005ABB">
                    <a:alpha val="17075"/>
                  </a:srgbClr>
                </a:gs>
                <a:gs pos="57143">
                  <a:srgbClr val="005ABB">
                    <a:alpha val="9855"/>
                  </a:srgbClr>
                </a:gs>
                <a:gs pos="71429">
                  <a:srgbClr val="005ABB">
                    <a:alpha val="4740"/>
                  </a:srgbClr>
                </a:gs>
                <a:gs pos="85714">
                  <a:srgbClr val="005ABB">
                    <a:alpha val="1902"/>
                  </a:srgbClr>
                </a:gs>
                <a:gs pos="100000">
                  <a:srgbClr val="005AB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3" name="Splat 1153"/>
            <p:cNvSpPr>
              <a:spLocks noGrp="1"/>
            </p:cNvSpPr>
            <p:nvPr/>
          </p:nvSpPr>
          <p:spPr>
            <a:xfrm rot="-10649989">
              <a:off x="1566845" y="832476"/>
              <a:ext cx="328612" cy="912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4" name="Splat 1154"/>
            <p:cNvSpPr>
              <a:spLocks noGrp="1"/>
            </p:cNvSpPr>
            <p:nvPr/>
          </p:nvSpPr>
          <p:spPr>
            <a:xfrm rot="9253169">
              <a:off x="3443719" y="2598972"/>
              <a:ext cx="328612" cy="91281"/>
            </a:xfrm>
            <a:prstGeom prst="ellipse">
              <a:avLst/>
            </a:prstGeom>
            <a:gradFill>
              <a:gsLst>
                <a:gs pos="0">
                  <a:srgbClr val="FEFFFF">
                    <a:alpha val="32968"/>
                  </a:srgbClr>
                </a:gs>
                <a:gs pos="14286">
                  <a:srgbClr val="FEFFFF">
                    <a:alpha val="30764"/>
                  </a:srgbClr>
                </a:gs>
                <a:gs pos="28571">
                  <a:srgbClr val="FEFFFF">
                    <a:alpha val="24833"/>
                  </a:srgbClr>
                </a:gs>
                <a:gs pos="42857">
                  <a:srgbClr val="FEFFFF">
                    <a:alpha val="17075"/>
                  </a:srgbClr>
                </a:gs>
                <a:gs pos="57143">
                  <a:srgbClr val="FEFFFF">
                    <a:alpha val="9855"/>
                  </a:srgbClr>
                </a:gs>
                <a:gs pos="71429">
                  <a:srgbClr val="FEFFFF">
                    <a:alpha val="4740"/>
                  </a:srgbClr>
                </a:gs>
                <a:gs pos="85714">
                  <a:srgbClr val="FEFFFF">
                    <a:alpha val="1902"/>
                  </a:srgbClr>
                </a:gs>
                <a:gs pos="100000">
                  <a:srgbClr val="F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5" name="Splat 1155"/>
            <p:cNvSpPr>
              <a:spLocks noGrp="1"/>
            </p:cNvSpPr>
            <p:nvPr/>
          </p:nvSpPr>
          <p:spPr>
            <a:xfrm rot="5400000">
              <a:off x="1895042" y="1017330"/>
              <a:ext cx="314505" cy="314505"/>
            </a:xfrm>
            <a:prstGeom prst="ellipse">
              <a:avLst/>
            </a:prstGeom>
            <a:gradFill>
              <a:gsLst>
                <a:gs pos="0">
                  <a:srgbClr val="00FFE2">
                    <a:alpha val="24435"/>
                  </a:srgbClr>
                </a:gs>
                <a:gs pos="14286">
                  <a:srgbClr val="00FFE2">
                    <a:alpha val="22703"/>
                  </a:srgbClr>
                </a:gs>
                <a:gs pos="28571">
                  <a:srgbClr val="00FFE2">
                    <a:alpha val="18122"/>
                  </a:srgbClr>
                </a:gs>
                <a:gs pos="42857">
                  <a:srgbClr val="00FFE2">
                    <a:alpha val="12291"/>
                  </a:srgbClr>
                </a:gs>
                <a:gs pos="57143">
                  <a:srgbClr val="00FFE2">
                    <a:alpha val="7009"/>
                  </a:srgbClr>
                </a:gs>
                <a:gs pos="71429">
                  <a:srgbClr val="00FFE2">
                    <a:alpha val="3344"/>
                  </a:srgbClr>
                </a:gs>
                <a:gs pos="85714">
                  <a:srgbClr val="00FFE2">
                    <a:alpha val="1336"/>
                  </a:srgbClr>
                </a:gs>
                <a:gs pos="100000">
                  <a:srgbClr val="00FFE2">
                    <a:alpha val="4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6" name="Splat 1156"/>
            <p:cNvSpPr>
              <a:spLocks noGrp="1"/>
            </p:cNvSpPr>
            <p:nvPr/>
          </p:nvSpPr>
          <p:spPr>
            <a:xfrm rot="5400000">
              <a:off x="3149649" y="1572002"/>
              <a:ext cx="295464" cy="295464"/>
            </a:xfrm>
            <a:prstGeom prst="ellipse">
              <a:avLst/>
            </a:prstGeom>
            <a:gradFill>
              <a:gsLst>
                <a:gs pos="0">
                  <a:srgbClr val="A7FFFF">
                    <a:alpha val="32867"/>
                  </a:srgbClr>
                </a:gs>
                <a:gs pos="14286">
                  <a:srgbClr val="A7FFFF">
                    <a:alpha val="30668"/>
                  </a:srgbClr>
                </a:gs>
                <a:gs pos="28571">
                  <a:srgbClr val="A7FFFF">
                    <a:alpha val="24752"/>
                  </a:srgbClr>
                </a:gs>
                <a:gs pos="42857">
                  <a:srgbClr val="A7FFFF">
                    <a:alpha val="17017"/>
                  </a:srgbClr>
                </a:gs>
                <a:gs pos="57143">
                  <a:srgbClr val="A7FFFF">
                    <a:alpha val="9820"/>
                  </a:srgbClr>
                </a:gs>
                <a:gs pos="71429">
                  <a:srgbClr val="A7FFFF">
                    <a:alpha val="4723"/>
                  </a:srgbClr>
                </a:gs>
                <a:gs pos="85714">
                  <a:srgbClr val="A7FFFF">
                    <a:alpha val="1895"/>
                  </a:srgbClr>
                </a:gs>
                <a:gs pos="100000">
                  <a:srgbClr val="A7FFFF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7" name="Splat 1157"/>
            <p:cNvSpPr>
              <a:spLocks noGrp="1"/>
            </p:cNvSpPr>
            <p:nvPr/>
          </p:nvSpPr>
          <p:spPr>
            <a:xfrm rot="5400000">
              <a:off x="2136158" y="233757"/>
              <a:ext cx="357729" cy="357729"/>
            </a:xfrm>
            <a:prstGeom prst="ellipse">
              <a:avLst/>
            </a:prstGeom>
            <a:gradFill>
              <a:gsLst>
                <a:gs pos="0">
                  <a:srgbClr val="00F0FF">
                    <a:alpha val="12136"/>
                  </a:srgbClr>
                </a:gs>
                <a:gs pos="14286">
                  <a:srgbClr val="00F0FF">
                    <a:alpha val="11212"/>
                  </a:srgbClr>
                </a:gs>
                <a:gs pos="28571">
                  <a:srgbClr val="00F0FF">
                    <a:alpha val="8820"/>
                  </a:srgbClr>
                </a:gs>
                <a:gs pos="42857">
                  <a:srgbClr val="00F0FF">
                    <a:alpha val="5876"/>
                  </a:srgbClr>
                </a:gs>
                <a:gs pos="57143">
                  <a:srgbClr val="00F0FF">
                    <a:alpha val="3300"/>
                  </a:srgbClr>
                </a:gs>
                <a:gs pos="71429">
                  <a:srgbClr val="00F0FF">
                    <a:alpha val="1559"/>
                  </a:srgbClr>
                </a:gs>
                <a:gs pos="85714">
                  <a:srgbClr val="00F0FF">
                    <a:alpha val="619"/>
                  </a:srgbClr>
                </a:gs>
                <a:gs pos="100000">
                  <a:srgbClr val="00F0FF">
                    <a:alpha val="2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8" name="Splat 1158"/>
            <p:cNvSpPr>
              <a:spLocks noGrp="1"/>
            </p:cNvSpPr>
            <p:nvPr/>
          </p:nvSpPr>
          <p:spPr>
            <a:xfrm rot="9522527">
              <a:off x="324801" y="4219562"/>
              <a:ext cx="575304" cy="159807"/>
            </a:xfrm>
            <a:prstGeom prst="ellipse">
              <a:avLst/>
            </a:prstGeom>
            <a:gradFill>
              <a:gsLst>
                <a:gs pos="0">
                  <a:srgbClr val="C000FF">
                    <a:alpha val="8589"/>
                  </a:srgbClr>
                </a:gs>
                <a:gs pos="14286">
                  <a:srgbClr val="C000FF">
                    <a:alpha val="7923"/>
                  </a:srgbClr>
                </a:gs>
                <a:gs pos="28571">
                  <a:srgbClr val="C000FF">
                    <a:alpha val="6208"/>
                  </a:srgbClr>
                </a:gs>
                <a:gs pos="42857">
                  <a:srgbClr val="C000FF">
                    <a:alpha val="4117"/>
                  </a:srgbClr>
                </a:gs>
                <a:gs pos="57143">
                  <a:srgbClr val="C000FF">
                    <a:alpha val="2302"/>
                  </a:srgbClr>
                </a:gs>
                <a:gs pos="71429">
                  <a:srgbClr val="C000FF">
                    <a:alpha val="1084"/>
                  </a:srgbClr>
                </a:gs>
                <a:gs pos="85714">
                  <a:srgbClr val="C000FF">
                    <a:alpha val="430"/>
                  </a:srgbClr>
                </a:gs>
                <a:gs pos="100000">
                  <a:srgbClr val="C000FF">
                    <a:alpha val="1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9" name="Splat 1159"/>
            <p:cNvSpPr>
              <a:spLocks noGrp="1"/>
            </p:cNvSpPr>
            <p:nvPr/>
          </p:nvSpPr>
          <p:spPr>
            <a:xfrm rot="5400000">
              <a:off x="3828592" y="2313948"/>
              <a:ext cx="343758" cy="34375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0" name="Splat 1160"/>
            <p:cNvSpPr>
              <a:spLocks noGrp="1"/>
            </p:cNvSpPr>
            <p:nvPr/>
          </p:nvSpPr>
          <p:spPr>
            <a:xfrm rot="6088511">
              <a:off x="1872419" y="535318"/>
              <a:ext cx="503103" cy="139751"/>
            </a:xfrm>
            <a:prstGeom prst="ellipse">
              <a:avLst/>
            </a:prstGeom>
            <a:gradFill>
              <a:gsLst>
                <a:gs pos="0">
                  <a:srgbClr val="0000BF">
                    <a:alpha val="21814"/>
                  </a:srgbClr>
                </a:gs>
                <a:gs pos="14286">
                  <a:srgbClr val="0000BF">
                    <a:alpha val="20242"/>
                  </a:srgbClr>
                </a:gs>
                <a:gs pos="28571">
                  <a:srgbClr val="0000BF">
                    <a:alpha val="16106"/>
                  </a:srgbClr>
                </a:gs>
                <a:gs pos="42857">
                  <a:srgbClr val="0000BF">
                    <a:alpha val="10880"/>
                  </a:srgbClr>
                </a:gs>
                <a:gs pos="57143">
                  <a:srgbClr val="0000BF">
                    <a:alpha val="6183"/>
                  </a:srgbClr>
                </a:gs>
                <a:gs pos="71429">
                  <a:srgbClr val="0000BF">
                    <a:alpha val="2944"/>
                  </a:srgbClr>
                </a:gs>
                <a:gs pos="85714">
                  <a:srgbClr val="0000BF">
                    <a:alpha val="1174"/>
                  </a:srgbClr>
                </a:gs>
                <a:gs pos="100000">
                  <a:srgbClr val="0000BF">
                    <a:alpha val="3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1" name="Splat 1161"/>
            <p:cNvSpPr>
              <a:spLocks noGrp="1"/>
            </p:cNvSpPr>
            <p:nvPr/>
          </p:nvSpPr>
          <p:spPr>
            <a:xfrm rot="5400000">
              <a:off x="1183452" y="2307425"/>
              <a:ext cx="390531" cy="3905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2" name="Splat 1162"/>
            <p:cNvSpPr>
              <a:spLocks noGrp="1"/>
            </p:cNvSpPr>
            <p:nvPr/>
          </p:nvSpPr>
          <p:spPr>
            <a:xfrm rot="-10654236">
              <a:off x="1434376" y="1199460"/>
              <a:ext cx="407584" cy="139333"/>
            </a:xfrm>
            <a:prstGeom prst="ellipse">
              <a:avLst/>
            </a:prstGeom>
            <a:gradFill>
              <a:gsLst>
                <a:gs pos="0">
                  <a:srgbClr val="68C1ED">
                    <a:alpha val="32968"/>
                  </a:srgbClr>
                </a:gs>
                <a:gs pos="14286">
                  <a:srgbClr val="68C1ED">
                    <a:alpha val="30764"/>
                  </a:srgbClr>
                </a:gs>
                <a:gs pos="28571">
                  <a:srgbClr val="68C1ED">
                    <a:alpha val="24833"/>
                  </a:srgbClr>
                </a:gs>
                <a:gs pos="42857">
                  <a:srgbClr val="68C1ED">
                    <a:alpha val="17075"/>
                  </a:srgbClr>
                </a:gs>
                <a:gs pos="57143">
                  <a:srgbClr val="68C1ED">
                    <a:alpha val="9855"/>
                  </a:srgbClr>
                </a:gs>
                <a:gs pos="71429">
                  <a:srgbClr val="68C1ED">
                    <a:alpha val="4740"/>
                  </a:srgbClr>
                </a:gs>
                <a:gs pos="85714">
                  <a:srgbClr val="68C1ED">
                    <a:alpha val="1902"/>
                  </a:srgbClr>
                </a:gs>
                <a:gs pos="100000">
                  <a:srgbClr val="68C1E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3" name="Splat 1163"/>
            <p:cNvSpPr>
              <a:spLocks noGrp="1"/>
            </p:cNvSpPr>
            <p:nvPr/>
          </p:nvSpPr>
          <p:spPr>
            <a:xfrm rot="9046604">
              <a:off x="4005792" y="2357127"/>
              <a:ext cx="328612" cy="91281"/>
            </a:xfrm>
            <a:prstGeom prst="ellipse">
              <a:avLst/>
            </a:prstGeom>
            <a:gradFill>
              <a:gsLst>
                <a:gs pos="0">
                  <a:srgbClr val="F3FFFF">
                    <a:alpha val="32968"/>
                  </a:srgbClr>
                </a:gs>
                <a:gs pos="14286">
                  <a:srgbClr val="F3FFFF">
                    <a:alpha val="30764"/>
                  </a:srgbClr>
                </a:gs>
                <a:gs pos="28571">
                  <a:srgbClr val="F3FFFF">
                    <a:alpha val="24833"/>
                  </a:srgbClr>
                </a:gs>
                <a:gs pos="42857">
                  <a:srgbClr val="F3FFFF">
                    <a:alpha val="17075"/>
                  </a:srgbClr>
                </a:gs>
                <a:gs pos="57143">
                  <a:srgbClr val="F3FFFF">
                    <a:alpha val="9855"/>
                  </a:srgbClr>
                </a:gs>
                <a:gs pos="71429">
                  <a:srgbClr val="F3FFFF">
                    <a:alpha val="4740"/>
                  </a:srgbClr>
                </a:gs>
                <a:gs pos="85714">
                  <a:srgbClr val="F3FFFF">
                    <a:alpha val="1902"/>
                  </a:srgbClr>
                </a:gs>
                <a:gs pos="100000">
                  <a:srgbClr val="F3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4" name="Splat 1164"/>
            <p:cNvSpPr>
              <a:spLocks noGrp="1"/>
            </p:cNvSpPr>
            <p:nvPr/>
          </p:nvSpPr>
          <p:spPr>
            <a:xfrm rot="10630474">
              <a:off x="1540669" y="811609"/>
              <a:ext cx="328612" cy="91281"/>
            </a:xfrm>
            <a:prstGeom prst="ellipse">
              <a:avLst/>
            </a:prstGeom>
            <a:gradFill>
              <a:gsLst>
                <a:gs pos="0">
                  <a:srgbClr val="DAFFBE">
                    <a:alpha val="30907"/>
                  </a:srgbClr>
                </a:gs>
                <a:gs pos="14286">
                  <a:srgbClr val="DAFFBE">
                    <a:alpha val="28809"/>
                  </a:srgbClr>
                </a:gs>
                <a:gs pos="28571">
                  <a:srgbClr val="DAFFBE">
                    <a:alpha val="23191"/>
                  </a:srgbClr>
                </a:gs>
                <a:gs pos="42857">
                  <a:srgbClr val="DAFFBE">
                    <a:alpha val="15891"/>
                  </a:srgbClr>
                </a:gs>
                <a:gs pos="57143">
                  <a:srgbClr val="DAFFBE">
                    <a:alpha val="9144"/>
                  </a:srgbClr>
                </a:gs>
                <a:gs pos="71429">
                  <a:srgbClr val="DAFFBE">
                    <a:alpha val="4389"/>
                  </a:srgbClr>
                </a:gs>
                <a:gs pos="85714">
                  <a:srgbClr val="DAFFBE">
                    <a:alpha val="1759"/>
                  </a:srgbClr>
                </a:gs>
                <a:gs pos="100000">
                  <a:srgbClr val="DAFFBE">
                    <a:alpha val="5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5" name="Splat 1165"/>
            <p:cNvSpPr>
              <a:spLocks noGrp="1"/>
            </p:cNvSpPr>
            <p:nvPr/>
          </p:nvSpPr>
          <p:spPr>
            <a:xfrm rot="5400000">
              <a:off x="998431" y="1810811"/>
              <a:ext cx="196020" cy="196020"/>
            </a:xfrm>
            <a:prstGeom prst="ellipse">
              <a:avLst/>
            </a:prstGeom>
            <a:gradFill>
              <a:gsLst>
                <a:gs pos="0">
                  <a:srgbClr val="FFFFBA">
                    <a:alpha val="32968"/>
                  </a:srgbClr>
                </a:gs>
                <a:gs pos="14286">
                  <a:srgbClr val="FFFFBA">
                    <a:alpha val="30764"/>
                  </a:srgbClr>
                </a:gs>
                <a:gs pos="28571">
                  <a:srgbClr val="FFFFBA">
                    <a:alpha val="24833"/>
                  </a:srgbClr>
                </a:gs>
                <a:gs pos="42857">
                  <a:srgbClr val="FFFFBA">
                    <a:alpha val="17075"/>
                  </a:srgbClr>
                </a:gs>
                <a:gs pos="57143">
                  <a:srgbClr val="FFFFBA">
                    <a:alpha val="9855"/>
                  </a:srgbClr>
                </a:gs>
                <a:gs pos="71429">
                  <a:srgbClr val="FFFFBA">
                    <a:alpha val="4740"/>
                  </a:srgbClr>
                </a:gs>
                <a:gs pos="85714">
                  <a:srgbClr val="FFFFBA">
                    <a:alpha val="1902"/>
                  </a:srgbClr>
                </a:gs>
                <a:gs pos="100000">
                  <a:srgbClr val="FFFFB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6" name="Splat 1166"/>
            <p:cNvSpPr>
              <a:spLocks noGrp="1"/>
            </p:cNvSpPr>
            <p:nvPr/>
          </p:nvSpPr>
          <p:spPr>
            <a:xfrm rot="-10689654">
              <a:off x="1723479" y="1158562"/>
              <a:ext cx="297654" cy="82682"/>
            </a:xfrm>
            <a:prstGeom prst="ellipse">
              <a:avLst/>
            </a:prstGeom>
            <a:gradFill>
              <a:gsLst>
                <a:gs pos="0">
                  <a:srgbClr val="A6FF61">
                    <a:alpha val="16309"/>
                  </a:srgbClr>
                </a:gs>
                <a:gs pos="14286">
                  <a:srgbClr val="A6FF61">
                    <a:alpha val="15095"/>
                  </a:srgbClr>
                </a:gs>
                <a:gs pos="28571">
                  <a:srgbClr val="A6FF61">
                    <a:alpha val="11931"/>
                  </a:srgbClr>
                </a:gs>
                <a:gs pos="42857">
                  <a:srgbClr val="A6FF61">
                    <a:alpha val="7996"/>
                  </a:srgbClr>
                </a:gs>
                <a:gs pos="57143">
                  <a:srgbClr val="A6FF61">
                    <a:alpha val="4513"/>
                  </a:srgbClr>
                </a:gs>
                <a:gs pos="71429">
                  <a:srgbClr val="A6FF61">
                    <a:alpha val="2138"/>
                  </a:srgbClr>
                </a:gs>
                <a:gs pos="85714">
                  <a:srgbClr val="A6FF61">
                    <a:alpha val="851"/>
                  </a:srgbClr>
                </a:gs>
                <a:gs pos="100000">
                  <a:srgbClr val="A6FF61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7" name="Splat 1167"/>
            <p:cNvSpPr>
              <a:spLocks noGrp="1"/>
            </p:cNvSpPr>
            <p:nvPr/>
          </p:nvSpPr>
          <p:spPr>
            <a:xfrm rot="10340284">
              <a:off x="2369344" y="583009"/>
              <a:ext cx="328612" cy="91281"/>
            </a:xfrm>
            <a:prstGeom prst="ellipse">
              <a:avLst/>
            </a:prstGeom>
            <a:gradFill>
              <a:gsLst>
                <a:gs pos="0">
                  <a:srgbClr val="B7D1FF">
                    <a:alpha val="32968"/>
                  </a:srgbClr>
                </a:gs>
                <a:gs pos="14286">
                  <a:srgbClr val="B7D1FF">
                    <a:alpha val="30764"/>
                  </a:srgbClr>
                </a:gs>
                <a:gs pos="28571">
                  <a:srgbClr val="B7D1FF">
                    <a:alpha val="24833"/>
                  </a:srgbClr>
                </a:gs>
                <a:gs pos="42857">
                  <a:srgbClr val="B7D1FF">
                    <a:alpha val="17075"/>
                  </a:srgbClr>
                </a:gs>
                <a:gs pos="57143">
                  <a:srgbClr val="B7D1FF">
                    <a:alpha val="9855"/>
                  </a:srgbClr>
                </a:gs>
                <a:gs pos="71429">
                  <a:srgbClr val="B7D1FF">
                    <a:alpha val="4740"/>
                  </a:srgbClr>
                </a:gs>
                <a:gs pos="85714">
                  <a:srgbClr val="B7D1FF">
                    <a:alpha val="1902"/>
                  </a:srgbClr>
                </a:gs>
                <a:gs pos="100000">
                  <a:srgbClr val="B7D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8" name="Splat 1168"/>
            <p:cNvSpPr>
              <a:spLocks noGrp="1"/>
            </p:cNvSpPr>
            <p:nvPr/>
          </p:nvSpPr>
          <p:spPr>
            <a:xfrm rot="4716508">
              <a:off x="2531269" y="1402159"/>
              <a:ext cx="328612" cy="912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9" name="Splat 1169"/>
            <p:cNvSpPr>
              <a:spLocks noGrp="1"/>
            </p:cNvSpPr>
            <p:nvPr/>
          </p:nvSpPr>
          <p:spPr>
            <a:xfrm rot="-10704550">
              <a:off x="1838080" y="1715057"/>
              <a:ext cx="328612" cy="91281"/>
            </a:xfrm>
            <a:prstGeom prst="ellipse">
              <a:avLst/>
            </a:prstGeom>
            <a:gradFill>
              <a:gsLst>
                <a:gs pos="0">
                  <a:srgbClr val="74CDD7">
                    <a:alpha val="32968"/>
                  </a:srgbClr>
                </a:gs>
                <a:gs pos="14286">
                  <a:srgbClr val="74CDD7">
                    <a:alpha val="30764"/>
                  </a:srgbClr>
                </a:gs>
                <a:gs pos="28571">
                  <a:srgbClr val="74CDD7">
                    <a:alpha val="24833"/>
                  </a:srgbClr>
                </a:gs>
                <a:gs pos="42857">
                  <a:srgbClr val="74CDD7">
                    <a:alpha val="17075"/>
                  </a:srgbClr>
                </a:gs>
                <a:gs pos="57143">
                  <a:srgbClr val="74CDD7">
                    <a:alpha val="9855"/>
                  </a:srgbClr>
                </a:gs>
                <a:gs pos="71429">
                  <a:srgbClr val="74CDD7">
                    <a:alpha val="4740"/>
                  </a:srgbClr>
                </a:gs>
                <a:gs pos="85714">
                  <a:srgbClr val="74CDD7">
                    <a:alpha val="1902"/>
                  </a:srgbClr>
                </a:gs>
                <a:gs pos="100000">
                  <a:srgbClr val="74CDD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0" name="Splat 1170"/>
            <p:cNvSpPr>
              <a:spLocks noGrp="1"/>
            </p:cNvSpPr>
            <p:nvPr/>
          </p:nvSpPr>
          <p:spPr>
            <a:xfrm rot="5400000">
              <a:off x="2076836" y="1025702"/>
              <a:ext cx="267602" cy="267602"/>
            </a:xfrm>
            <a:prstGeom prst="ellipse">
              <a:avLst/>
            </a:prstGeom>
            <a:gradFill>
              <a:gsLst>
                <a:gs pos="0">
                  <a:srgbClr val="E3FF00">
                    <a:alpha val="32968"/>
                  </a:srgbClr>
                </a:gs>
                <a:gs pos="14286">
                  <a:srgbClr val="E3FF00">
                    <a:alpha val="30764"/>
                  </a:srgbClr>
                </a:gs>
                <a:gs pos="28571">
                  <a:srgbClr val="E3FF00">
                    <a:alpha val="24833"/>
                  </a:srgbClr>
                </a:gs>
                <a:gs pos="42857">
                  <a:srgbClr val="E3FF00">
                    <a:alpha val="17075"/>
                  </a:srgbClr>
                </a:gs>
                <a:gs pos="57143">
                  <a:srgbClr val="E3FF00">
                    <a:alpha val="9855"/>
                  </a:srgbClr>
                </a:gs>
                <a:gs pos="71429">
                  <a:srgbClr val="E3FF00">
                    <a:alpha val="4740"/>
                  </a:srgbClr>
                </a:gs>
                <a:gs pos="85714">
                  <a:srgbClr val="E3FF00">
                    <a:alpha val="1902"/>
                  </a:srgbClr>
                </a:gs>
                <a:gs pos="100000">
                  <a:srgbClr val="E3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1" name="Splat 1171"/>
            <p:cNvSpPr>
              <a:spLocks noGrp="1"/>
            </p:cNvSpPr>
            <p:nvPr/>
          </p:nvSpPr>
          <p:spPr>
            <a:xfrm rot="5400000">
              <a:off x="942168" y="1558450"/>
              <a:ext cx="307107" cy="307107"/>
            </a:xfrm>
            <a:prstGeom prst="ellipse">
              <a:avLst/>
            </a:prstGeom>
            <a:gradFill>
              <a:gsLst>
                <a:gs pos="0">
                  <a:srgbClr val="001C40">
                    <a:alpha val="32968"/>
                  </a:srgbClr>
                </a:gs>
                <a:gs pos="14286">
                  <a:srgbClr val="001C40">
                    <a:alpha val="30764"/>
                  </a:srgbClr>
                </a:gs>
                <a:gs pos="28571">
                  <a:srgbClr val="001C40">
                    <a:alpha val="24833"/>
                  </a:srgbClr>
                </a:gs>
                <a:gs pos="42857">
                  <a:srgbClr val="001C40">
                    <a:alpha val="17075"/>
                  </a:srgbClr>
                </a:gs>
                <a:gs pos="57143">
                  <a:srgbClr val="001C40">
                    <a:alpha val="9855"/>
                  </a:srgbClr>
                </a:gs>
                <a:gs pos="71429">
                  <a:srgbClr val="001C40">
                    <a:alpha val="4740"/>
                  </a:srgbClr>
                </a:gs>
                <a:gs pos="85714">
                  <a:srgbClr val="001C40">
                    <a:alpha val="1902"/>
                  </a:srgbClr>
                </a:gs>
                <a:gs pos="100000">
                  <a:srgbClr val="001C4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2" name="Splat 1172"/>
            <p:cNvSpPr>
              <a:spLocks noGrp="1"/>
            </p:cNvSpPr>
            <p:nvPr/>
          </p:nvSpPr>
          <p:spPr>
            <a:xfrm rot="9246051">
              <a:off x="1806481" y="3644350"/>
              <a:ext cx="328612" cy="912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3" name="Splat 1173"/>
            <p:cNvSpPr>
              <a:spLocks noGrp="1"/>
            </p:cNvSpPr>
            <p:nvPr/>
          </p:nvSpPr>
          <p:spPr>
            <a:xfrm rot="5400000">
              <a:off x="3214816" y="2414850"/>
              <a:ext cx="448351" cy="448351"/>
            </a:xfrm>
            <a:prstGeom prst="ellipse">
              <a:avLst/>
            </a:prstGeom>
            <a:gradFill>
              <a:gsLst>
                <a:gs pos="0">
                  <a:srgbClr val="80E0FF">
                    <a:alpha val="32968"/>
                  </a:srgbClr>
                </a:gs>
                <a:gs pos="14286">
                  <a:srgbClr val="80E0FF">
                    <a:alpha val="30764"/>
                  </a:srgbClr>
                </a:gs>
                <a:gs pos="28571">
                  <a:srgbClr val="80E0FF">
                    <a:alpha val="24833"/>
                  </a:srgbClr>
                </a:gs>
                <a:gs pos="42857">
                  <a:srgbClr val="80E0FF">
                    <a:alpha val="17075"/>
                  </a:srgbClr>
                </a:gs>
                <a:gs pos="57143">
                  <a:srgbClr val="80E0FF">
                    <a:alpha val="9855"/>
                  </a:srgbClr>
                </a:gs>
                <a:gs pos="71429">
                  <a:srgbClr val="80E0FF">
                    <a:alpha val="4740"/>
                  </a:srgbClr>
                </a:gs>
                <a:gs pos="85714">
                  <a:srgbClr val="80E0FF">
                    <a:alpha val="1902"/>
                  </a:srgbClr>
                </a:gs>
                <a:gs pos="100000">
                  <a:srgbClr val="80E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4" name="Splat 1174"/>
            <p:cNvSpPr>
              <a:spLocks noGrp="1"/>
            </p:cNvSpPr>
            <p:nvPr/>
          </p:nvSpPr>
          <p:spPr>
            <a:xfrm rot="5400000">
              <a:off x="1103656" y="1904562"/>
              <a:ext cx="260707" cy="26070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5" name="Splat 1175"/>
            <p:cNvSpPr>
              <a:spLocks noGrp="1"/>
            </p:cNvSpPr>
            <p:nvPr/>
          </p:nvSpPr>
          <p:spPr>
            <a:xfrm rot="5400000">
              <a:off x="2007394" y="731044"/>
              <a:ext cx="328612" cy="32861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6" name="Splat 1176"/>
            <p:cNvSpPr>
              <a:spLocks noGrp="1"/>
            </p:cNvSpPr>
            <p:nvPr/>
          </p:nvSpPr>
          <p:spPr>
            <a:xfrm rot="9181003">
              <a:off x="3469398" y="2596289"/>
              <a:ext cx="328612" cy="912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7" name="Splat 1177"/>
            <p:cNvSpPr>
              <a:spLocks noGrp="1"/>
            </p:cNvSpPr>
            <p:nvPr/>
          </p:nvSpPr>
          <p:spPr>
            <a:xfrm rot="9718996">
              <a:off x="1016794" y="1573609"/>
              <a:ext cx="328613" cy="91281"/>
            </a:xfrm>
            <a:prstGeom prst="ellipse">
              <a:avLst/>
            </a:prstGeom>
            <a:gradFill>
              <a:gsLst>
                <a:gs pos="0">
                  <a:srgbClr val="90FF25">
                    <a:alpha val="10722"/>
                  </a:srgbClr>
                </a:gs>
                <a:gs pos="14286">
                  <a:srgbClr val="90FF25">
                    <a:alpha val="9899"/>
                  </a:srgbClr>
                </a:gs>
                <a:gs pos="28571">
                  <a:srgbClr val="90FF25">
                    <a:alpha val="7775"/>
                  </a:srgbClr>
                </a:gs>
                <a:gs pos="42857">
                  <a:srgbClr val="90FF25">
                    <a:alpha val="5171"/>
                  </a:srgbClr>
                </a:gs>
                <a:gs pos="57143">
                  <a:srgbClr val="90FF25">
                    <a:alpha val="2899"/>
                  </a:srgbClr>
                </a:gs>
                <a:gs pos="71429">
                  <a:srgbClr val="90FF25">
                    <a:alpha val="1368"/>
                  </a:srgbClr>
                </a:gs>
                <a:gs pos="85714">
                  <a:srgbClr val="90FF25">
                    <a:alpha val="543"/>
                  </a:srgbClr>
                </a:gs>
                <a:gs pos="100000">
                  <a:srgbClr val="90FF25">
                    <a:alpha val="1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8" name="Splat 1178"/>
            <p:cNvSpPr>
              <a:spLocks noGrp="1"/>
            </p:cNvSpPr>
            <p:nvPr/>
          </p:nvSpPr>
          <p:spPr>
            <a:xfrm rot="10741260">
              <a:off x="1732222" y="1558807"/>
              <a:ext cx="261846" cy="104015"/>
            </a:xfrm>
            <a:prstGeom prst="ellipse">
              <a:avLst/>
            </a:prstGeom>
            <a:gradFill>
              <a:gsLst>
                <a:gs pos="0">
                  <a:srgbClr val="00E1E0">
                    <a:alpha val="5841"/>
                  </a:srgbClr>
                </a:gs>
                <a:gs pos="14286">
                  <a:srgbClr val="00E1E0">
                    <a:alpha val="5381"/>
                  </a:srgbClr>
                </a:gs>
                <a:gs pos="28571">
                  <a:srgbClr val="00E1E0">
                    <a:alpha val="4204"/>
                  </a:srgbClr>
                </a:gs>
                <a:gs pos="42857">
                  <a:srgbClr val="00E1E0">
                    <a:alpha val="2778"/>
                  </a:srgbClr>
                </a:gs>
                <a:gs pos="57143">
                  <a:srgbClr val="00E1E0">
                    <a:alpha val="1549"/>
                  </a:srgbClr>
                </a:gs>
                <a:gs pos="71429">
                  <a:srgbClr val="00E1E0">
                    <a:alpha val="728"/>
                  </a:srgbClr>
                </a:gs>
                <a:gs pos="85714">
                  <a:srgbClr val="00E1E0">
                    <a:alpha val="289"/>
                  </a:srgbClr>
                </a:gs>
                <a:gs pos="100000">
                  <a:srgbClr val="00E1E0">
                    <a:alpha val="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9" name="Splat 1179"/>
            <p:cNvSpPr>
              <a:spLocks noGrp="1"/>
            </p:cNvSpPr>
            <p:nvPr/>
          </p:nvSpPr>
          <p:spPr>
            <a:xfrm rot="8430996">
              <a:off x="1461890" y="2226032"/>
              <a:ext cx="490370" cy="311941"/>
            </a:xfrm>
            <a:prstGeom prst="ellipse">
              <a:avLst/>
            </a:prstGeom>
            <a:gradFill>
              <a:gsLst>
                <a:gs pos="0">
                  <a:srgbClr val="8A1ACE">
                    <a:alpha val="13477"/>
                  </a:srgbClr>
                </a:gs>
                <a:gs pos="14286">
                  <a:srgbClr val="8A1ACE">
                    <a:alpha val="12458"/>
                  </a:srgbClr>
                </a:gs>
                <a:gs pos="28571">
                  <a:srgbClr val="8A1ACE">
                    <a:alpha val="9815"/>
                  </a:srgbClr>
                </a:gs>
                <a:gs pos="42857">
                  <a:srgbClr val="8A1ACE">
                    <a:alpha val="6552"/>
                  </a:srgbClr>
                </a:gs>
                <a:gs pos="57143">
                  <a:srgbClr val="8A1ACE">
                    <a:alpha val="3685"/>
                  </a:srgbClr>
                </a:gs>
                <a:gs pos="71429">
                  <a:srgbClr val="8A1ACE">
                    <a:alpha val="1742"/>
                  </a:srgbClr>
                </a:gs>
                <a:gs pos="85714">
                  <a:srgbClr val="8A1ACE">
                    <a:alpha val="693"/>
                  </a:srgbClr>
                </a:gs>
                <a:gs pos="100000">
                  <a:srgbClr val="8A1ACE">
                    <a:alpha val="2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0" name="Splat 1180"/>
            <p:cNvSpPr>
              <a:spLocks noGrp="1"/>
            </p:cNvSpPr>
            <p:nvPr/>
          </p:nvSpPr>
          <p:spPr>
            <a:xfrm rot="9610103">
              <a:off x="2189546" y="1190663"/>
              <a:ext cx="328612" cy="912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1" name="Splat 1181"/>
            <p:cNvSpPr>
              <a:spLocks noGrp="1"/>
            </p:cNvSpPr>
            <p:nvPr/>
          </p:nvSpPr>
          <p:spPr>
            <a:xfrm rot="-10562163">
              <a:off x="2323273" y="675618"/>
              <a:ext cx="328612" cy="91281"/>
            </a:xfrm>
            <a:prstGeom prst="ellipse">
              <a:avLst/>
            </a:prstGeom>
            <a:gradFill>
              <a:gsLst>
                <a:gs pos="0">
                  <a:srgbClr val="AFEBFF">
                    <a:alpha val="32968"/>
                  </a:srgbClr>
                </a:gs>
                <a:gs pos="14286">
                  <a:srgbClr val="AFEBFF">
                    <a:alpha val="30764"/>
                  </a:srgbClr>
                </a:gs>
                <a:gs pos="28571">
                  <a:srgbClr val="AFEBFF">
                    <a:alpha val="24833"/>
                  </a:srgbClr>
                </a:gs>
                <a:gs pos="42857">
                  <a:srgbClr val="AFEBFF">
                    <a:alpha val="17075"/>
                  </a:srgbClr>
                </a:gs>
                <a:gs pos="57143">
                  <a:srgbClr val="AFEBFF">
                    <a:alpha val="9855"/>
                  </a:srgbClr>
                </a:gs>
                <a:gs pos="71429">
                  <a:srgbClr val="AFEBFF">
                    <a:alpha val="4740"/>
                  </a:srgbClr>
                </a:gs>
                <a:gs pos="85714">
                  <a:srgbClr val="AFEBFF">
                    <a:alpha val="1902"/>
                  </a:srgbClr>
                </a:gs>
                <a:gs pos="100000">
                  <a:srgbClr val="AFE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2" name="Splat 1182"/>
            <p:cNvSpPr>
              <a:spLocks noGrp="1"/>
            </p:cNvSpPr>
            <p:nvPr/>
          </p:nvSpPr>
          <p:spPr>
            <a:xfrm rot="-10546449">
              <a:off x="2498997" y="705835"/>
              <a:ext cx="328612" cy="132627"/>
            </a:xfrm>
            <a:prstGeom prst="ellipse">
              <a:avLst/>
            </a:prstGeom>
            <a:gradFill>
              <a:gsLst>
                <a:gs pos="0">
                  <a:srgbClr val="0083CB">
                    <a:alpha val="32968"/>
                  </a:srgbClr>
                </a:gs>
                <a:gs pos="14286">
                  <a:srgbClr val="0083CB">
                    <a:alpha val="30764"/>
                  </a:srgbClr>
                </a:gs>
                <a:gs pos="28571">
                  <a:srgbClr val="0083CB">
                    <a:alpha val="24833"/>
                  </a:srgbClr>
                </a:gs>
                <a:gs pos="42857">
                  <a:srgbClr val="0083CB">
                    <a:alpha val="17075"/>
                  </a:srgbClr>
                </a:gs>
                <a:gs pos="57143">
                  <a:srgbClr val="0083CB">
                    <a:alpha val="9855"/>
                  </a:srgbClr>
                </a:gs>
                <a:gs pos="71429">
                  <a:srgbClr val="0083CB">
                    <a:alpha val="4740"/>
                  </a:srgbClr>
                </a:gs>
                <a:gs pos="85714">
                  <a:srgbClr val="0083CB">
                    <a:alpha val="1902"/>
                  </a:srgbClr>
                </a:gs>
                <a:gs pos="100000">
                  <a:srgbClr val="0083C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3" name="Splat 1183"/>
            <p:cNvSpPr>
              <a:spLocks noGrp="1"/>
            </p:cNvSpPr>
            <p:nvPr/>
          </p:nvSpPr>
          <p:spPr>
            <a:xfrm rot="5400000">
              <a:off x="2518480" y="1735327"/>
              <a:ext cx="258570" cy="258570"/>
            </a:xfrm>
            <a:prstGeom prst="ellipse">
              <a:avLst/>
            </a:prstGeom>
            <a:gradFill>
              <a:gsLst>
                <a:gs pos="0">
                  <a:srgbClr val="00DEFF">
                    <a:alpha val="32968"/>
                  </a:srgbClr>
                </a:gs>
                <a:gs pos="14286">
                  <a:srgbClr val="00DEFF">
                    <a:alpha val="30764"/>
                  </a:srgbClr>
                </a:gs>
                <a:gs pos="28571">
                  <a:srgbClr val="00DEFF">
                    <a:alpha val="24833"/>
                  </a:srgbClr>
                </a:gs>
                <a:gs pos="42857">
                  <a:srgbClr val="00DEFF">
                    <a:alpha val="17075"/>
                  </a:srgbClr>
                </a:gs>
                <a:gs pos="57143">
                  <a:srgbClr val="00DEFF">
                    <a:alpha val="9855"/>
                  </a:srgbClr>
                </a:gs>
                <a:gs pos="71429">
                  <a:srgbClr val="00DEFF">
                    <a:alpha val="4740"/>
                  </a:srgbClr>
                </a:gs>
                <a:gs pos="85714">
                  <a:srgbClr val="00DEFF">
                    <a:alpha val="1902"/>
                  </a:srgbClr>
                </a:gs>
                <a:gs pos="100000">
                  <a:srgbClr val="00D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4" name="Splat 1184"/>
            <p:cNvSpPr>
              <a:spLocks noGrp="1"/>
            </p:cNvSpPr>
            <p:nvPr/>
          </p:nvSpPr>
          <p:spPr>
            <a:xfrm rot="10619570">
              <a:off x="2879740" y="2023476"/>
              <a:ext cx="307556" cy="8543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5" name="Splat 1185"/>
            <p:cNvSpPr>
              <a:spLocks noGrp="1"/>
            </p:cNvSpPr>
            <p:nvPr/>
          </p:nvSpPr>
          <p:spPr>
            <a:xfrm rot="-10790193">
              <a:off x="2837918" y="2063226"/>
              <a:ext cx="400713" cy="83482"/>
            </a:xfrm>
            <a:prstGeom prst="ellipse">
              <a:avLst/>
            </a:prstGeom>
            <a:gradFill>
              <a:gsLst>
                <a:gs pos="0">
                  <a:srgbClr val="E6C6D9">
                    <a:alpha val="32968"/>
                  </a:srgbClr>
                </a:gs>
                <a:gs pos="14286">
                  <a:srgbClr val="E6C6D9">
                    <a:alpha val="30764"/>
                  </a:srgbClr>
                </a:gs>
                <a:gs pos="28571">
                  <a:srgbClr val="E6C6D9">
                    <a:alpha val="24833"/>
                  </a:srgbClr>
                </a:gs>
                <a:gs pos="42857">
                  <a:srgbClr val="E6C6D9">
                    <a:alpha val="17075"/>
                  </a:srgbClr>
                </a:gs>
                <a:gs pos="57143">
                  <a:srgbClr val="E6C6D9">
                    <a:alpha val="9855"/>
                  </a:srgbClr>
                </a:gs>
                <a:gs pos="71429">
                  <a:srgbClr val="E6C6D9">
                    <a:alpha val="4740"/>
                  </a:srgbClr>
                </a:gs>
                <a:gs pos="85714">
                  <a:srgbClr val="E6C6D9">
                    <a:alpha val="1902"/>
                  </a:srgbClr>
                </a:gs>
                <a:gs pos="100000">
                  <a:srgbClr val="E6C6D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6" name="Splat 1186"/>
            <p:cNvSpPr>
              <a:spLocks noGrp="1"/>
            </p:cNvSpPr>
            <p:nvPr/>
          </p:nvSpPr>
          <p:spPr>
            <a:xfrm rot="5400000">
              <a:off x="1347211" y="1103097"/>
              <a:ext cx="282649" cy="28264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7" name="Splat 1187"/>
            <p:cNvSpPr>
              <a:spLocks noGrp="1"/>
            </p:cNvSpPr>
            <p:nvPr/>
          </p:nvSpPr>
          <p:spPr>
            <a:xfrm rot="5400000">
              <a:off x="644375" y="1589670"/>
              <a:ext cx="454172" cy="454172"/>
            </a:xfrm>
            <a:prstGeom prst="ellipse">
              <a:avLst/>
            </a:prstGeom>
            <a:gradFill>
              <a:gsLst>
                <a:gs pos="0">
                  <a:srgbClr val="C80055">
                    <a:alpha val="14891"/>
                  </a:srgbClr>
                </a:gs>
                <a:gs pos="14286">
                  <a:srgbClr val="C80055">
                    <a:alpha val="13774"/>
                  </a:srgbClr>
                </a:gs>
                <a:gs pos="28571">
                  <a:srgbClr val="C80055">
                    <a:alpha val="10869"/>
                  </a:srgbClr>
                </a:gs>
                <a:gs pos="42857">
                  <a:srgbClr val="C80055">
                    <a:alpha val="7270"/>
                  </a:srgbClr>
                </a:gs>
                <a:gs pos="57143">
                  <a:srgbClr val="C80055">
                    <a:alpha val="4096"/>
                  </a:srgbClr>
                </a:gs>
                <a:gs pos="71429">
                  <a:srgbClr val="C80055">
                    <a:alpha val="1939"/>
                  </a:srgbClr>
                </a:gs>
                <a:gs pos="85714">
                  <a:srgbClr val="C80055">
                    <a:alpha val="771"/>
                  </a:srgbClr>
                </a:gs>
                <a:gs pos="100000">
                  <a:srgbClr val="C80055">
                    <a:alpha val="2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8" name="Splat 1188"/>
            <p:cNvSpPr>
              <a:spLocks noGrp="1"/>
            </p:cNvSpPr>
            <p:nvPr/>
          </p:nvSpPr>
          <p:spPr>
            <a:xfrm rot="5400000">
              <a:off x="2529028" y="1827817"/>
              <a:ext cx="323513" cy="323513"/>
            </a:xfrm>
            <a:prstGeom prst="ellipse">
              <a:avLst/>
            </a:prstGeom>
            <a:gradFill>
              <a:gsLst>
                <a:gs pos="0">
                  <a:srgbClr val="828BAE">
                    <a:alpha val="32968"/>
                  </a:srgbClr>
                </a:gs>
                <a:gs pos="14286">
                  <a:srgbClr val="828BAE">
                    <a:alpha val="30764"/>
                  </a:srgbClr>
                </a:gs>
                <a:gs pos="28571">
                  <a:srgbClr val="828BAE">
                    <a:alpha val="24833"/>
                  </a:srgbClr>
                </a:gs>
                <a:gs pos="42857">
                  <a:srgbClr val="828BAE">
                    <a:alpha val="17075"/>
                  </a:srgbClr>
                </a:gs>
                <a:gs pos="57143">
                  <a:srgbClr val="828BAE">
                    <a:alpha val="9855"/>
                  </a:srgbClr>
                </a:gs>
                <a:gs pos="71429">
                  <a:srgbClr val="828BAE">
                    <a:alpha val="4740"/>
                  </a:srgbClr>
                </a:gs>
                <a:gs pos="85714">
                  <a:srgbClr val="828BAE">
                    <a:alpha val="1902"/>
                  </a:srgbClr>
                </a:gs>
                <a:gs pos="100000">
                  <a:srgbClr val="828BA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9" name="Splat 1189"/>
            <p:cNvSpPr>
              <a:spLocks noGrp="1"/>
            </p:cNvSpPr>
            <p:nvPr/>
          </p:nvSpPr>
          <p:spPr>
            <a:xfrm rot="-9644107">
              <a:off x="1778794" y="1535509"/>
              <a:ext cx="328612" cy="91281"/>
            </a:xfrm>
            <a:prstGeom prst="ellipse">
              <a:avLst/>
            </a:prstGeom>
            <a:gradFill>
              <a:gsLst>
                <a:gs pos="0">
                  <a:srgbClr val="6E8CB3">
                    <a:alpha val="26891"/>
                  </a:srgbClr>
                </a:gs>
                <a:gs pos="14286">
                  <a:srgbClr val="6E8CB3">
                    <a:alpha val="25015"/>
                  </a:srgbClr>
                </a:gs>
                <a:gs pos="28571">
                  <a:srgbClr val="6E8CB3">
                    <a:alpha val="20031"/>
                  </a:srgbClr>
                </a:gs>
                <a:gs pos="42857">
                  <a:srgbClr val="6E8CB3">
                    <a:alpha val="13638"/>
                  </a:srgbClr>
                </a:gs>
                <a:gs pos="57143">
                  <a:srgbClr val="6E8CB3">
                    <a:alpha val="7803"/>
                  </a:srgbClr>
                </a:gs>
                <a:gs pos="71429">
                  <a:srgbClr val="6E8CB3">
                    <a:alpha val="3731"/>
                  </a:srgbClr>
                </a:gs>
                <a:gs pos="85714">
                  <a:srgbClr val="6E8CB3">
                    <a:alpha val="1493"/>
                  </a:srgbClr>
                </a:gs>
                <a:gs pos="100000">
                  <a:srgbClr val="6E8CB3">
                    <a:alpha val="5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0" name="Splat 1190"/>
            <p:cNvSpPr>
              <a:spLocks noGrp="1"/>
            </p:cNvSpPr>
            <p:nvPr/>
          </p:nvSpPr>
          <p:spPr>
            <a:xfrm rot="9969511">
              <a:off x="2911681" y="1558289"/>
              <a:ext cx="366838" cy="218873"/>
            </a:xfrm>
            <a:prstGeom prst="ellipse">
              <a:avLst/>
            </a:prstGeom>
            <a:gradFill>
              <a:gsLst>
                <a:gs pos="0">
                  <a:srgbClr val="BEA700">
                    <a:alpha val="32968"/>
                  </a:srgbClr>
                </a:gs>
                <a:gs pos="14286">
                  <a:srgbClr val="BEA700">
                    <a:alpha val="30764"/>
                  </a:srgbClr>
                </a:gs>
                <a:gs pos="28571">
                  <a:srgbClr val="BEA700">
                    <a:alpha val="24833"/>
                  </a:srgbClr>
                </a:gs>
                <a:gs pos="42857">
                  <a:srgbClr val="BEA700">
                    <a:alpha val="17075"/>
                  </a:srgbClr>
                </a:gs>
                <a:gs pos="57143">
                  <a:srgbClr val="BEA700">
                    <a:alpha val="9855"/>
                  </a:srgbClr>
                </a:gs>
                <a:gs pos="71429">
                  <a:srgbClr val="BEA700">
                    <a:alpha val="4740"/>
                  </a:srgbClr>
                </a:gs>
                <a:gs pos="85714">
                  <a:srgbClr val="BEA700">
                    <a:alpha val="1902"/>
                  </a:srgbClr>
                </a:gs>
                <a:gs pos="100000">
                  <a:srgbClr val="BEA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1" name="Splat 1191"/>
            <p:cNvSpPr>
              <a:spLocks noGrp="1"/>
            </p:cNvSpPr>
            <p:nvPr/>
          </p:nvSpPr>
          <p:spPr>
            <a:xfrm rot="10382807">
              <a:off x="1850567" y="1793195"/>
              <a:ext cx="342156" cy="95043"/>
            </a:xfrm>
            <a:prstGeom prst="ellipse">
              <a:avLst/>
            </a:prstGeom>
            <a:gradFill>
              <a:gsLst>
                <a:gs pos="0">
                  <a:srgbClr val="0035C0">
                    <a:alpha val="32968"/>
                  </a:srgbClr>
                </a:gs>
                <a:gs pos="14286">
                  <a:srgbClr val="0035C0">
                    <a:alpha val="30764"/>
                  </a:srgbClr>
                </a:gs>
                <a:gs pos="28571">
                  <a:srgbClr val="0035C0">
                    <a:alpha val="24833"/>
                  </a:srgbClr>
                </a:gs>
                <a:gs pos="42857">
                  <a:srgbClr val="0035C0">
                    <a:alpha val="17075"/>
                  </a:srgbClr>
                </a:gs>
                <a:gs pos="57143">
                  <a:srgbClr val="0035C0">
                    <a:alpha val="9855"/>
                  </a:srgbClr>
                </a:gs>
                <a:gs pos="71429">
                  <a:srgbClr val="0035C0">
                    <a:alpha val="4740"/>
                  </a:srgbClr>
                </a:gs>
                <a:gs pos="85714">
                  <a:srgbClr val="0035C0">
                    <a:alpha val="1902"/>
                  </a:srgbClr>
                </a:gs>
                <a:gs pos="100000">
                  <a:srgbClr val="0035C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2" name="Splat 1192"/>
            <p:cNvSpPr>
              <a:spLocks noGrp="1"/>
            </p:cNvSpPr>
            <p:nvPr/>
          </p:nvSpPr>
          <p:spPr>
            <a:xfrm rot="-10074796">
              <a:off x="1950149" y="1904653"/>
              <a:ext cx="448204" cy="205821"/>
            </a:xfrm>
            <a:prstGeom prst="ellipse">
              <a:avLst/>
            </a:prstGeom>
            <a:gradFill>
              <a:gsLst>
                <a:gs pos="0">
                  <a:srgbClr val="0046FF">
                    <a:alpha val="3274"/>
                  </a:srgbClr>
                </a:gs>
                <a:gs pos="14286">
                  <a:srgbClr val="0046FF">
                    <a:alpha val="3013"/>
                  </a:srgbClr>
                </a:gs>
                <a:gs pos="28571">
                  <a:srgbClr val="0046FF">
                    <a:alpha val="2347"/>
                  </a:srgbClr>
                </a:gs>
                <a:gs pos="42857">
                  <a:srgbClr val="0046FF">
                    <a:alpha val="1546"/>
                  </a:srgbClr>
                </a:gs>
                <a:gs pos="57143">
                  <a:srgbClr val="0046FF">
                    <a:alpha val="860"/>
                  </a:srgbClr>
                </a:gs>
                <a:gs pos="71429">
                  <a:srgbClr val="0046FF">
                    <a:alpha val="403"/>
                  </a:srgbClr>
                </a:gs>
                <a:gs pos="85714">
                  <a:srgbClr val="0046FF">
                    <a:alpha val="160"/>
                  </a:srgbClr>
                </a:gs>
                <a:gs pos="100000">
                  <a:srgbClr val="0046FF">
                    <a:alpha val="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3" name="Splat 1193"/>
            <p:cNvSpPr>
              <a:spLocks noGrp="1"/>
            </p:cNvSpPr>
            <p:nvPr/>
          </p:nvSpPr>
          <p:spPr>
            <a:xfrm rot="10728398">
              <a:off x="1677459" y="850483"/>
              <a:ext cx="197938" cy="5498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4" name="Splat 1194"/>
            <p:cNvSpPr>
              <a:spLocks noGrp="1"/>
            </p:cNvSpPr>
            <p:nvPr/>
          </p:nvSpPr>
          <p:spPr>
            <a:xfrm rot="5400000">
              <a:off x="1200030" y="1312573"/>
              <a:ext cx="329319" cy="329319"/>
            </a:xfrm>
            <a:prstGeom prst="ellipse">
              <a:avLst/>
            </a:prstGeom>
            <a:gradFill>
              <a:gsLst>
                <a:gs pos="0">
                  <a:srgbClr val="009B00">
                    <a:alpha val="32968"/>
                  </a:srgbClr>
                </a:gs>
                <a:gs pos="14286">
                  <a:srgbClr val="009B00">
                    <a:alpha val="30764"/>
                  </a:srgbClr>
                </a:gs>
                <a:gs pos="28571">
                  <a:srgbClr val="009B00">
                    <a:alpha val="24833"/>
                  </a:srgbClr>
                </a:gs>
                <a:gs pos="42857">
                  <a:srgbClr val="009B00">
                    <a:alpha val="17075"/>
                  </a:srgbClr>
                </a:gs>
                <a:gs pos="57143">
                  <a:srgbClr val="009B00">
                    <a:alpha val="9855"/>
                  </a:srgbClr>
                </a:gs>
                <a:gs pos="71429">
                  <a:srgbClr val="009B00">
                    <a:alpha val="4740"/>
                  </a:srgbClr>
                </a:gs>
                <a:gs pos="85714">
                  <a:srgbClr val="009B00">
                    <a:alpha val="1902"/>
                  </a:srgbClr>
                </a:gs>
                <a:gs pos="100000">
                  <a:srgbClr val="009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5" name="Splat 1195"/>
            <p:cNvSpPr>
              <a:spLocks noGrp="1"/>
            </p:cNvSpPr>
            <p:nvPr/>
          </p:nvSpPr>
          <p:spPr>
            <a:xfrm rot="5400000">
              <a:off x="1575833" y="372422"/>
              <a:ext cx="474479" cy="474479"/>
            </a:xfrm>
            <a:prstGeom prst="ellipse">
              <a:avLst/>
            </a:prstGeom>
            <a:gradFill>
              <a:gsLst>
                <a:gs pos="0">
                  <a:srgbClr val="FE0075">
                    <a:alpha val="9682"/>
                  </a:srgbClr>
                </a:gs>
                <a:gs pos="14286">
                  <a:srgbClr val="FE0075">
                    <a:alpha val="8935"/>
                  </a:srgbClr>
                </a:gs>
                <a:gs pos="28571">
                  <a:srgbClr val="FE0075">
                    <a:alpha val="7010"/>
                  </a:srgbClr>
                </a:gs>
                <a:gs pos="42857">
                  <a:srgbClr val="FE0075">
                    <a:alpha val="4655"/>
                  </a:srgbClr>
                </a:gs>
                <a:gs pos="57143">
                  <a:srgbClr val="FE0075">
                    <a:alpha val="2607"/>
                  </a:srgbClr>
                </a:gs>
                <a:gs pos="71429">
                  <a:srgbClr val="FE0075">
                    <a:alpha val="1229"/>
                  </a:srgbClr>
                </a:gs>
                <a:gs pos="85714">
                  <a:srgbClr val="FE0075">
                    <a:alpha val="488"/>
                  </a:srgbClr>
                </a:gs>
                <a:gs pos="100000">
                  <a:srgbClr val="FE0075">
                    <a:alpha val="1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6" name="Splat 1196"/>
            <p:cNvSpPr>
              <a:spLocks noGrp="1"/>
            </p:cNvSpPr>
            <p:nvPr/>
          </p:nvSpPr>
          <p:spPr>
            <a:xfrm rot="-8917967">
              <a:off x="1673684" y="1606676"/>
              <a:ext cx="328612" cy="94167"/>
            </a:xfrm>
            <a:prstGeom prst="ellipse">
              <a:avLst/>
            </a:prstGeom>
            <a:gradFill>
              <a:gsLst>
                <a:gs pos="0">
                  <a:srgbClr val="000059">
                    <a:alpha val="32968"/>
                  </a:srgbClr>
                </a:gs>
                <a:gs pos="14286">
                  <a:srgbClr val="000059">
                    <a:alpha val="30764"/>
                  </a:srgbClr>
                </a:gs>
                <a:gs pos="28571">
                  <a:srgbClr val="000059">
                    <a:alpha val="24833"/>
                  </a:srgbClr>
                </a:gs>
                <a:gs pos="42857">
                  <a:srgbClr val="000059">
                    <a:alpha val="17075"/>
                  </a:srgbClr>
                </a:gs>
                <a:gs pos="57143">
                  <a:srgbClr val="000059">
                    <a:alpha val="9855"/>
                  </a:srgbClr>
                </a:gs>
                <a:gs pos="71429">
                  <a:srgbClr val="000059">
                    <a:alpha val="4740"/>
                  </a:srgbClr>
                </a:gs>
                <a:gs pos="85714">
                  <a:srgbClr val="000059">
                    <a:alpha val="1902"/>
                  </a:srgbClr>
                </a:gs>
                <a:gs pos="100000">
                  <a:srgbClr val="00005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7" name="Splat 1197"/>
            <p:cNvSpPr>
              <a:spLocks noGrp="1"/>
            </p:cNvSpPr>
            <p:nvPr/>
          </p:nvSpPr>
          <p:spPr>
            <a:xfrm rot="5851829">
              <a:off x="2069387" y="582940"/>
              <a:ext cx="338452" cy="191923"/>
            </a:xfrm>
            <a:prstGeom prst="ellipse">
              <a:avLst/>
            </a:prstGeom>
            <a:gradFill>
              <a:gsLst>
                <a:gs pos="0">
                  <a:srgbClr val="000059">
                    <a:alpha val="32968"/>
                  </a:srgbClr>
                </a:gs>
                <a:gs pos="14286">
                  <a:srgbClr val="000059">
                    <a:alpha val="30764"/>
                  </a:srgbClr>
                </a:gs>
                <a:gs pos="28571">
                  <a:srgbClr val="000059">
                    <a:alpha val="24833"/>
                  </a:srgbClr>
                </a:gs>
                <a:gs pos="42857">
                  <a:srgbClr val="000059">
                    <a:alpha val="17075"/>
                  </a:srgbClr>
                </a:gs>
                <a:gs pos="57143">
                  <a:srgbClr val="000059">
                    <a:alpha val="9855"/>
                  </a:srgbClr>
                </a:gs>
                <a:gs pos="71429">
                  <a:srgbClr val="000059">
                    <a:alpha val="4740"/>
                  </a:srgbClr>
                </a:gs>
                <a:gs pos="85714">
                  <a:srgbClr val="000059">
                    <a:alpha val="1902"/>
                  </a:srgbClr>
                </a:gs>
                <a:gs pos="100000">
                  <a:srgbClr val="00005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8" name="Splat 1198"/>
            <p:cNvSpPr>
              <a:spLocks noGrp="1"/>
            </p:cNvSpPr>
            <p:nvPr/>
          </p:nvSpPr>
          <p:spPr>
            <a:xfrm rot="5400000">
              <a:off x="184342" y="4194022"/>
              <a:ext cx="360800" cy="360800"/>
            </a:xfrm>
            <a:prstGeom prst="ellipse">
              <a:avLst/>
            </a:prstGeom>
            <a:gradFill>
              <a:gsLst>
                <a:gs pos="0">
                  <a:srgbClr val="E700FF">
                    <a:alpha val="5359"/>
                  </a:srgbClr>
                </a:gs>
                <a:gs pos="14286">
                  <a:srgbClr val="E700FF">
                    <a:alpha val="4936"/>
                  </a:srgbClr>
                </a:gs>
                <a:gs pos="28571">
                  <a:srgbClr val="E700FF">
                    <a:alpha val="3854"/>
                  </a:srgbClr>
                </a:gs>
                <a:gs pos="42857">
                  <a:srgbClr val="E700FF">
                    <a:alpha val="2545"/>
                  </a:srgbClr>
                </a:gs>
                <a:gs pos="57143">
                  <a:srgbClr val="E700FF">
                    <a:alpha val="1418"/>
                  </a:srgbClr>
                </a:gs>
                <a:gs pos="71429">
                  <a:srgbClr val="E700FF">
                    <a:alpha val="666"/>
                  </a:srgbClr>
                </a:gs>
                <a:gs pos="85714">
                  <a:srgbClr val="E700FF">
                    <a:alpha val="264"/>
                  </a:srgbClr>
                </a:gs>
                <a:gs pos="100000">
                  <a:srgbClr val="E700FF">
                    <a:alpha val="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9" name="Splat 1199"/>
            <p:cNvSpPr>
              <a:spLocks noGrp="1"/>
            </p:cNvSpPr>
            <p:nvPr/>
          </p:nvSpPr>
          <p:spPr>
            <a:xfrm rot="-10491333">
              <a:off x="2852591" y="1976003"/>
              <a:ext cx="483491" cy="134303"/>
            </a:xfrm>
            <a:prstGeom prst="ellipse">
              <a:avLst/>
            </a:prstGeom>
            <a:gradFill>
              <a:gsLst>
                <a:gs pos="0">
                  <a:srgbClr val="FFFFCA">
                    <a:alpha val="32968"/>
                  </a:srgbClr>
                </a:gs>
                <a:gs pos="14286">
                  <a:srgbClr val="FFFFCA">
                    <a:alpha val="30764"/>
                  </a:srgbClr>
                </a:gs>
                <a:gs pos="28571">
                  <a:srgbClr val="FFFFCA">
                    <a:alpha val="24833"/>
                  </a:srgbClr>
                </a:gs>
                <a:gs pos="42857">
                  <a:srgbClr val="FFFFCA">
                    <a:alpha val="17075"/>
                  </a:srgbClr>
                </a:gs>
                <a:gs pos="57143">
                  <a:srgbClr val="FFFFCA">
                    <a:alpha val="9855"/>
                  </a:srgbClr>
                </a:gs>
                <a:gs pos="71429">
                  <a:srgbClr val="FFFFCA">
                    <a:alpha val="4740"/>
                  </a:srgbClr>
                </a:gs>
                <a:gs pos="85714">
                  <a:srgbClr val="FFFFCA">
                    <a:alpha val="1902"/>
                  </a:srgbClr>
                </a:gs>
                <a:gs pos="100000">
                  <a:srgbClr val="FFFFC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0" name="Splat 1200"/>
            <p:cNvSpPr>
              <a:spLocks noGrp="1"/>
            </p:cNvSpPr>
            <p:nvPr/>
          </p:nvSpPr>
          <p:spPr>
            <a:xfrm rot="-9760352">
              <a:off x="1721644" y="1478337"/>
              <a:ext cx="328612" cy="91325"/>
            </a:xfrm>
            <a:prstGeom prst="ellipse">
              <a:avLst/>
            </a:prstGeom>
            <a:gradFill>
              <a:gsLst>
                <a:gs pos="0">
                  <a:srgbClr val="FFFF00">
                    <a:alpha val="2788"/>
                  </a:srgbClr>
                </a:gs>
                <a:gs pos="14286">
                  <a:srgbClr val="FFFF00">
                    <a:alpha val="2565"/>
                  </a:srgbClr>
                </a:gs>
                <a:gs pos="28571">
                  <a:srgbClr val="FFFF00">
                    <a:alpha val="1997"/>
                  </a:srgbClr>
                </a:gs>
                <a:gs pos="42857">
                  <a:srgbClr val="FFFF00">
                    <a:alpha val="1315"/>
                  </a:srgbClr>
                </a:gs>
                <a:gs pos="57143">
                  <a:srgbClr val="FFFF00">
                    <a:alpha val="731"/>
                  </a:srgbClr>
                </a:gs>
                <a:gs pos="71429">
                  <a:srgbClr val="FFFF00">
                    <a:alpha val="343"/>
                  </a:srgbClr>
                </a:gs>
                <a:gs pos="85714">
                  <a:srgbClr val="FFFF00">
                    <a:alpha val="136"/>
                  </a:srgbClr>
                </a:gs>
                <a:gs pos="100000">
                  <a:srgbClr val="FFFF00">
                    <a:alpha val="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1" name="Splat 1201"/>
            <p:cNvSpPr>
              <a:spLocks noGrp="1"/>
            </p:cNvSpPr>
            <p:nvPr/>
          </p:nvSpPr>
          <p:spPr>
            <a:xfrm rot="-10465101">
              <a:off x="1709140" y="1776117"/>
              <a:ext cx="460851" cy="128014"/>
            </a:xfrm>
            <a:prstGeom prst="ellipse">
              <a:avLst/>
            </a:prstGeom>
            <a:gradFill>
              <a:gsLst>
                <a:gs pos="0">
                  <a:srgbClr val="A4FCFF">
                    <a:alpha val="32968"/>
                  </a:srgbClr>
                </a:gs>
                <a:gs pos="14286">
                  <a:srgbClr val="A4FCFF">
                    <a:alpha val="30764"/>
                  </a:srgbClr>
                </a:gs>
                <a:gs pos="28571">
                  <a:srgbClr val="A4FCFF">
                    <a:alpha val="24833"/>
                  </a:srgbClr>
                </a:gs>
                <a:gs pos="42857">
                  <a:srgbClr val="A4FCFF">
                    <a:alpha val="17075"/>
                  </a:srgbClr>
                </a:gs>
                <a:gs pos="57143">
                  <a:srgbClr val="A4FCFF">
                    <a:alpha val="9855"/>
                  </a:srgbClr>
                </a:gs>
                <a:gs pos="71429">
                  <a:srgbClr val="A4FCFF">
                    <a:alpha val="4740"/>
                  </a:srgbClr>
                </a:gs>
                <a:gs pos="85714">
                  <a:srgbClr val="A4FCFF">
                    <a:alpha val="1902"/>
                  </a:srgbClr>
                </a:gs>
                <a:gs pos="100000">
                  <a:srgbClr val="A4F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2" name="Splat 1202"/>
            <p:cNvSpPr>
              <a:spLocks noGrp="1"/>
            </p:cNvSpPr>
            <p:nvPr/>
          </p:nvSpPr>
          <p:spPr>
            <a:xfrm rot="5400000">
              <a:off x="1704830" y="1999019"/>
              <a:ext cx="259151" cy="259151"/>
            </a:xfrm>
            <a:prstGeom prst="ellipse">
              <a:avLst/>
            </a:prstGeom>
            <a:gradFill>
              <a:gsLst>
                <a:gs pos="0">
                  <a:srgbClr val="D9FFFD">
                    <a:alpha val="16898"/>
                  </a:srgbClr>
                </a:gs>
                <a:gs pos="14286">
                  <a:srgbClr val="D9FFFD">
                    <a:alpha val="15644"/>
                  </a:srgbClr>
                </a:gs>
                <a:gs pos="28571">
                  <a:srgbClr val="D9FFFD">
                    <a:alpha val="12374"/>
                  </a:srgbClr>
                </a:gs>
                <a:gs pos="42857">
                  <a:srgbClr val="D9FFFD">
                    <a:alpha val="8300"/>
                  </a:srgbClr>
                </a:gs>
                <a:gs pos="57143">
                  <a:srgbClr val="D9FFFD">
                    <a:alpha val="4688"/>
                  </a:srgbClr>
                </a:gs>
                <a:gs pos="71429">
                  <a:srgbClr val="D9FFFD">
                    <a:alpha val="2222"/>
                  </a:srgbClr>
                </a:gs>
                <a:gs pos="85714">
                  <a:srgbClr val="D9FFFD">
                    <a:alpha val="885"/>
                  </a:srgbClr>
                </a:gs>
                <a:gs pos="100000">
                  <a:srgbClr val="D9FFFD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3" name="Splat 1203"/>
            <p:cNvSpPr>
              <a:spLocks noGrp="1"/>
            </p:cNvSpPr>
            <p:nvPr/>
          </p:nvSpPr>
          <p:spPr>
            <a:xfrm rot="2704029">
              <a:off x="1575243" y="1060372"/>
              <a:ext cx="328612" cy="136061"/>
            </a:xfrm>
            <a:prstGeom prst="ellipse">
              <a:avLst/>
            </a:prstGeom>
            <a:gradFill>
              <a:gsLst>
                <a:gs pos="0">
                  <a:srgbClr val="884967">
                    <a:alpha val="16172"/>
                  </a:srgbClr>
                </a:gs>
                <a:gs pos="14286">
                  <a:srgbClr val="884967">
                    <a:alpha val="14967"/>
                  </a:srgbClr>
                </a:gs>
                <a:gs pos="28571">
                  <a:srgbClr val="884967">
                    <a:alpha val="11828"/>
                  </a:srgbClr>
                </a:gs>
                <a:gs pos="42857">
                  <a:srgbClr val="884967">
                    <a:alpha val="7925"/>
                  </a:srgbClr>
                </a:gs>
                <a:gs pos="57143">
                  <a:srgbClr val="884967">
                    <a:alpha val="4472"/>
                  </a:srgbClr>
                </a:gs>
                <a:gs pos="71429">
                  <a:srgbClr val="884967">
                    <a:alpha val="2119"/>
                  </a:srgbClr>
                </a:gs>
                <a:gs pos="85714">
                  <a:srgbClr val="884967">
                    <a:alpha val="843"/>
                  </a:srgbClr>
                </a:gs>
                <a:gs pos="100000">
                  <a:srgbClr val="884967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4" name="Splat 1204"/>
            <p:cNvSpPr>
              <a:spLocks noGrp="1"/>
            </p:cNvSpPr>
            <p:nvPr/>
          </p:nvSpPr>
          <p:spPr>
            <a:xfrm rot="5400000">
              <a:off x="-94390" y="2422632"/>
              <a:ext cx="434388" cy="434388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5" name="Splat 1205"/>
            <p:cNvSpPr>
              <a:spLocks noGrp="1"/>
            </p:cNvSpPr>
            <p:nvPr/>
          </p:nvSpPr>
          <p:spPr>
            <a:xfrm rot="-10171306">
              <a:off x="2451065" y="606076"/>
              <a:ext cx="328612" cy="91281"/>
            </a:xfrm>
            <a:prstGeom prst="ellipse">
              <a:avLst/>
            </a:prstGeom>
            <a:gradFill>
              <a:gsLst>
                <a:gs pos="0">
                  <a:srgbClr val="A7FFFF">
                    <a:alpha val="32968"/>
                  </a:srgbClr>
                </a:gs>
                <a:gs pos="14286">
                  <a:srgbClr val="A7FFFF">
                    <a:alpha val="30764"/>
                  </a:srgbClr>
                </a:gs>
                <a:gs pos="28571">
                  <a:srgbClr val="A7FFFF">
                    <a:alpha val="24833"/>
                  </a:srgbClr>
                </a:gs>
                <a:gs pos="42857">
                  <a:srgbClr val="A7FFFF">
                    <a:alpha val="17075"/>
                  </a:srgbClr>
                </a:gs>
                <a:gs pos="57143">
                  <a:srgbClr val="A7FFFF">
                    <a:alpha val="9855"/>
                  </a:srgbClr>
                </a:gs>
                <a:gs pos="71429">
                  <a:srgbClr val="A7FFFF">
                    <a:alpha val="4740"/>
                  </a:srgbClr>
                </a:gs>
                <a:gs pos="85714">
                  <a:srgbClr val="A7FFFF">
                    <a:alpha val="1902"/>
                  </a:srgbClr>
                </a:gs>
                <a:gs pos="100000">
                  <a:srgbClr val="A7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6" name="Splat 1206"/>
            <p:cNvSpPr>
              <a:spLocks noGrp="1"/>
            </p:cNvSpPr>
            <p:nvPr/>
          </p:nvSpPr>
          <p:spPr>
            <a:xfrm rot="5499158">
              <a:off x="2086104" y="677039"/>
              <a:ext cx="330329" cy="917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7" name="Splat 1207"/>
            <p:cNvSpPr>
              <a:spLocks noGrp="1"/>
            </p:cNvSpPr>
            <p:nvPr/>
          </p:nvSpPr>
          <p:spPr>
            <a:xfrm rot="-9402032">
              <a:off x="1626061" y="907077"/>
              <a:ext cx="332120" cy="922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8" name="Splat 1208"/>
            <p:cNvSpPr>
              <a:spLocks noGrp="1"/>
            </p:cNvSpPr>
            <p:nvPr/>
          </p:nvSpPr>
          <p:spPr>
            <a:xfrm rot="5400000">
              <a:off x="1612261" y="976167"/>
              <a:ext cx="246135" cy="246135"/>
            </a:xfrm>
            <a:prstGeom prst="ellipse">
              <a:avLst/>
            </a:prstGeom>
            <a:gradFill>
              <a:gsLst>
                <a:gs pos="0">
                  <a:srgbClr val="00FFFF">
                    <a:alpha val="32968"/>
                  </a:srgbClr>
                </a:gs>
                <a:gs pos="14286">
                  <a:srgbClr val="00FFFF">
                    <a:alpha val="30764"/>
                  </a:srgbClr>
                </a:gs>
                <a:gs pos="28571">
                  <a:srgbClr val="00FFFF">
                    <a:alpha val="24833"/>
                  </a:srgbClr>
                </a:gs>
                <a:gs pos="42857">
                  <a:srgbClr val="00FFFF">
                    <a:alpha val="17075"/>
                  </a:srgbClr>
                </a:gs>
                <a:gs pos="57143">
                  <a:srgbClr val="00FFFF">
                    <a:alpha val="9855"/>
                  </a:srgbClr>
                </a:gs>
                <a:gs pos="71429">
                  <a:srgbClr val="00FFFF">
                    <a:alpha val="4740"/>
                  </a:srgbClr>
                </a:gs>
                <a:gs pos="85714">
                  <a:srgbClr val="00FFFF">
                    <a:alpha val="1902"/>
                  </a:srgbClr>
                </a:gs>
                <a:gs pos="100000">
                  <a:srgbClr val="0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9" name="Splat 1209"/>
            <p:cNvSpPr>
              <a:spLocks noGrp="1"/>
            </p:cNvSpPr>
            <p:nvPr/>
          </p:nvSpPr>
          <p:spPr>
            <a:xfrm rot="-10321637">
              <a:off x="1872056" y="1726921"/>
              <a:ext cx="328612" cy="91281"/>
            </a:xfrm>
            <a:prstGeom prst="ellipse">
              <a:avLst/>
            </a:prstGeom>
            <a:gradFill>
              <a:gsLst>
                <a:gs pos="0">
                  <a:srgbClr val="3D9DDD">
                    <a:alpha val="28832"/>
                  </a:srgbClr>
                </a:gs>
                <a:gs pos="14286">
                  <a:srgbClr val="3D9DDD">
                    <a:alpha val="26847"/>
                  </a:srgbClr>
                </a:gs>
                <a:gs pos="28571">
                  <a:srgbClr val="3D9DDD">
                    <a:alpha val="21552"/>
                  </a:srgbClr>
                </a:gs>
                <a:gs pos="42857">
                  <a:srgbClr val="3D9DDD">
                    <a:alpha val="14718"/>
                  </a:srgbClr>
                </a:gs>
                <a:gs pos="57143">
                  <a:srgbClr val="3D9DDD">
                    <a:alpha val="8444"/>
                  </a:srgbClr>
                </a:gs>
                <a:gs pos="71429">
                  <a:srgbClr val="3D9DDD">
                    <a:alpha val="4045"/>
                  </a:srgbClr>
                </a:gs>
                <a:gs pos="85714">
                  <a:srgbClr val="3D9DDD">
                    <a:alpha val="1620"/>
                  </a:srgbClr>
                </a:gs>
                <a:gs pos="100000">
                  <a:srgbClr val="3D9DDD">
                    <a:alpha val="5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0" name="Splat 1210"/>
            <p:cNvSpPr>
              <a:spLocks noGrp="1"/>
            </p:cNvSpPr>
            <p:nvPr/>
          </p:nvSpPr>
          <p:spPr>
            <a:xfrm rot="5400000">
              <a:off x="2703593" y="737136"/>
              <a:ext cx="504171" cy="504171"/>
            </a:xfrm>
            <a:prstGeom prst="ellipse">
              <a:avLst/>
            </a:prstGeom>
            <a:gradFill>
              <a:gsLst>
                <a:gs pos="0">
                  <a:srgbClr val="FFB100">
                    <a:alpha val="20141"/>
                  </a:srgbClr>
                </a:gs>
                <a:gs pos="14286">
                  <a:srgbClr val="FFB100">
                    <a:alpha val="18675"/>
                  </a:srgbClr>
                </a:gs>
                <a:gs pos="28571">
                  <a:srgbClr val="FFB100">
                    <a:alpha val="14828"/>
                  </a:srgbClr>
                </a:gs>
                <a:gs pos="42857">
                  <a:srgbClr val="FFB100">
                    <a:alpha val="9992"/>
                  </a:srgbClr>
                </a:gs>
                <a:gs pos="57143">
                  <a:srgbClr val="FFB100">
                    <a:alpha val="5667"/>
                  </a:srgbClr>
                </a:gs>
                <a:gs pos="71429">
                  <a:srgbClr val="FFB100">
                    <a:alpha val="2694"/>
                  </a:srgbClr>
                </a:gs>
                <a:gs pos="85714">
                  <a:srgbClr val="FFB100">
                    <a:alpha val="1074"/>
                  </a:srgbClr>
                </a:gs>
                <a:gs pos="100000">
                  <a:srgbClr val="FFB100">
                    <a:alpha val="3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1" name="Splat 1211"/>
            <p:cNvSpPr>
              <a:spLocks noGrp="1"/>
            </p:cNvSpPr>
            <p:nvPr/>
          </p:nvSpPr>
          <p:spPr>
            <a:xfrm rot="10389892">
              <a:off x="2759700" y="1138122"/>
              <a:ext cx="601590" cy="167108"/>
            </a:xfrm>
            <a:prstGeom prst="ellipse">
              <a:avLst/>
            </a:prstGeom>
            <a:gradFill>
              <a:gsLst>
                <a:gs pos="0">
                  <a:srgbClr val="0046C9">
                    <a:alpha val="12018"/>
                  </a:srgbClr>
                </a:gs>
                <a:gs pos="14286">
                  <a:srgbClr val="0046C9">
                    <a:alpha val="11102"/>
                  </a:srgbClr>
                </a:gs>
                <a:gs pos="28571">
                  <a:srgbClr val="0046C9">
                    <a:alpha val="8732"/>
                  </a:srgbClr>
                </a:gs>
                <a:gs pos="42857">
                  <a:srgbClr val="0046C9">
                    <a:alpha val="5817"/>
                  </a:srgbClr>
                </a:gs>
                <a:gs pos="57143">
                  <a:srgbClr val="0046C9">
                    <a:alpha val="3266"/>
                  </a:srgbClr>
                </a:gs>
                <a:gs pos="71429">
                  <a:srgbClr val="0046C9">
                    <a:alpha val="1542"/>
                  </a:srgbClr>
                </a:gs>
                <a:gs pos="85714">
                  <a:srgbClr val="0046C9">
                    <a:alpha val="613"/>
                  </a:srgbClr>
                </a:gs>
                <a:gs pos="100000">
                  <a:srgbClr val="0046C9">
                    <a:alpha val="2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2" name="Splat 1212"/>
            <p:cNvSpPr>
              <a:spLocks noGrp="1"/>
            </p:cNvSpPr>
            <p:nvPr/>
          </p:nvSpPr>
          <p:spPr>
            <a:xfrm rot="5400000">
              <a:off x="847391" y="1731147"/>
              <a:ext cx="384973" cy="384973"/>
            </a:xfrm>
            <a:prstGeom prst="ellipse">
              <a:avLst/>
            </a:prstGeom>
            <a:gradFill>
              <a:gsLst>
                <a:gs pos="0">
                  <a:srgbClr val="FFFF35">
                    <a:alpha val="32968"/>
                  </a:srgbClr>
                </a:gs>
                <a:gs pos="14286">
                  <a:srgbClr val="FFFF35">
                    <a:alpha val="30764"/>
                  </a:srgbClr>
                </a:gs>
                <a:gs pos="28571">
                  <a:srgbClr val="FFFF35">
                    <a:alpha val="24833"/>
                  </a:srgbClr>
                </a:gs>
                <a:gs pos="42857">
                  <a:srgbClr val="FFFF35">
                    <a:alpha val="17075"/>
                  </a:srgbClr>
                </a:gs>
                <a:gs pos="57143">
                  <a:srgbClr val="FFFF35">
                    <a:alpha val="9855"/>
                  </a:srgbClr>
                </a:gs>
                <a:gs pos="71429">
                  <a:srgbClr val="FFFF35">
                    <a:alpha val="4740"/>
                  </a:srgbClr>
                </a:gs>
                <a:gs pos="85714">
                  <a:srgbClr val="FFFF35">
                    <a:alpha val="1902"/>
                  </a:srgbClr>
                </a:gs>
                <a:gs pos="100000">
                  <a:srgbClr val="FFFF3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3" name="Splat 1213"/>
            <p:cNvSpPr>
              <a:spLocks noGrp="1"/>
            </p:cNvSpPr>
            <p:nvPr/>
          </p:nvSpPr>
          <p:spPr>
            <a:xfrm rot="5400000">
              <a:off x="1423552" y="1798767"/>
              <a:ext cx="241813" cy="241813"/>
            </a:xfrm>
            <a:prstGeom prst="ellipse">
              <a:avLst/>
            </a:prstGeom>
            <a:gradFill>
              <a:gsLst>
                <a:gs pos="0">
                  <a:srgbClr val="00DEFF">
                    <a:alpha val="32968"/>
                  </a:srgbClr>
                </a:gs>
                <a:gs pos="14286">
                  <a:srgbClr val="00DEFF">
                    <a:alpha val="30764"/>
                  </a:srgbClr>
                </a:gs>
                <a:gs pos="28571">
                  <a:srgbClr val="00DEFF">
                    <a:alpha val="24833"/>
                  </a:srgbClr>
                </a:gs>
                <a:gs pos="42857">
                  <a:srgbClr val="00DEFF">
                    <a:alpha val="17075"/>
                  </a:srgbClr>
                </a:gs>
                <a:gs pos="57143">
                  <a:srgbClr val="00DEFF">
                    <a:alpha val="9855"/>
                  </a:srgbClr>
                </a:gs>
                <a:gs pos="71429">
                  <a:srgbClr val="00DEFF">
                    <a:alpha val="4740"/>
                  </a:srgbClr>
                </a:gs>
                <a:gs pos="85714">
                  <a:srgbClr val="00DEFF">
                    <a:alpha val="1902"/>
                  </a:srgbClr>
                </a:gs>
                <a:gs pos="100000">
                  <a:srgbClr val="00D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4" name="Splat 1214"/>
            <p:cNvSpPr>
              <a:spLocks noGrp="1"/>
            </p:cNvSpPr>
            <p:nvPr/>
          </p:nvSpPr>
          <p:spPr>
            <a:xfrm rot="5400000">
              <a:off x="1146752" y="2342624"/>
              <a:ext cx="422979" cy="422979"/>
            </a:xfrm>
            <a:prstGeom prst="ellipse">
              <a:avLst/>
            </a:prstGeom>
            <a:gradFill>
              <a:gsLst>
                <a:gs pos="0">
                  <a:srgbClr val="FFD000">
                    <a:alpha val="32968"/>
                  </a:srgbClr>
                </a:gs>
                <a:gs pos="14286">
                  <a:srgbClr val="FFD000">
                    <a:alpha val="30764"/>
                  </a:srgbClr>
                </a:gs>
                <a:gs pos="28571">
                  <a:srgbClr val="FFD000">
                    <a:alpha val="24833"/>
                  </a:srgbClr>
                </a:gs>
                <a:gs pos="42857">
                  <a:srgbClr val="FFD000">
                    <a:alpha val="17075"/>
                  </a:srgbClr>
                </a:gs>
                <a:gs pos="57143">
                  <a:srgbClr val="FFD000">
                    <a:alpha val="9855"/>
                  </a:srgbClr>
                </a:gs>
                <a:gs pos="71429">
                  <a:srgbClr val="FFD000">
                    <a:alpha val="4740"/>
                  </a:srgbClr>
                </a:gs>
                <a:gs pos="85714">
                  <a:srgbClr val="FFD000">
                    <a:alpha val="1902"/>
                  </a:srgbClr>
                </a:gs>
                <a:gs pos="100000">
                  <a:srgbClr val="FFD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5" name="Splat 1215"/>
            <p:cNvSpPr>
              <a:spLocks noGrp="1"/>
            </p:cNvSpPr>
            <p:nvPr/>
          </p:nvSpPr>
          <p:spPr>
            <a:xfrm rot="8466790">
              <a:off x="2436019" y="1850637"/>
              <a:ext cx="328612" cy="165877"/>
            </a:xfrm>
            <a:prstGeom prst="ellipse">
              <a:avLst/>
            </a:prstGeom>
            <a:gradFill>
              <a:gsLst>
                <a:gs pos="0">
                  <a:srgbClr val="0069A8">
                    <a:alpha val="32968"/>
                  </a:srgbClr>
                </a:gs>
                <a:gs pos="14286">
                  <a:srgbClr val="0069A8">
                    <a:alpha val="30764"/>
                  </a:srgbClr>
                </a:gs>
                <a:gs pos="28571">
                  <a:srgbClr val="0069A8">
                    <a:alpha val="24833"/>
                  </a:srgbClr>
                </a:gs>
                <a:gs pos="42857">
                  <a:srgbClr val="0069A8">
                    <a:alpha val="17075"/>
                  </a:srgbClr>
                </a:gs>
                <a:gs pos="57143">
                  <a:srgbClr val="0069A8">
                    <a:alpha val="9855"/>
                  </a:srgbClr>
                </a:gs>
                <a:gs pos="71429">
                  <a:srgbClr val="0069A8">
                    <a:alpha val="4740"/>
                  </a:srgbClr>
                </a:gs>
                <a:gs pos="85714">
                  <a:srgbClr val="0069A8">
                    <a:alpha val="1902"/>
                  </a:srgbClr>
                </a:gs>
                <a:gs pos="100000">
                  <a:srgbClr val="0069A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6" name="Splat 1216"/>
            <p:cNvSpPr>
              <a:spLocks noGrp="1"/>
            </p:cNvSpPr>
            <p:nvPr/>
          </p:nvSpPr>
          <p:spPr>
            <a:xfrm rot="10741107">
              <a:off x="1969813" y="1470814"/>
              <a:ext cx="215532" cy="59870"/>
            </a:xfrm>
            <a:prstGeom prst="ellipse">
              <a:avLst/>
            </a:prstGeom>
            <a:gradFill>
              <a:gsLst>
                <a:gs pos="0">
                  <a:srgbClr val="0000A1">
                    <a:alpha val="32968"/>
                  </a:srgbClr>
                </a:gs>
                <a:gs pos="14286">
                  <a:srgbClr val="0000A1">
                    <a:alpha val="30764"/>
                  </a:srgbClr>
                </a:gs>
                <a:gs pos="28571">
                  <a:srgbClr val="0000A1">
                    <a:alpha val="24833"/>
                  </a:srgbClr>
                </a:gs>
                <a:gs pos="42857">
                  <a:srgbClr val="0000A1">
                    <a:alpha val="17075"/>
                  </a:srgbClr>
                </a:gs>
                <a:gs pos="57143">
                  <a:srgbClr val="0000A1">
                    <a:alpha val="9855"/>
                  </a:srgbClr>
                </a:gs>
                <a:gs pos="71429">
                  <a:srgbClr val="0000A1">
                    <a:alpha val="4740"/>
                  </a:srgbClr>
                </a:gs>
                <a:gs pos="85714">
                  <a:srgbClr val="0000A1">
                    <a:alpha val="1902"/>
                  </a:srgbClr>
                </a:gs>
                <a:gs pos="100000">
                  <a:srgbClr val="0000A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7" name="Splat 1217"/>
            <p:cNvSpPr>
              <a:spLocks noGrp="1"/>
            </p:cNvSpPr>
            <p:nvPr/>
          </p:nvSpPr>
          <p:spPr>
            <a:xfrm rot="9042433">
              <a:off x="1990225" y="1621729"/>
              <a:ext cx="379320" cy="146281"/>
            </a:xfrm>
            <a:prstGeom prst="ellipse">
              <a:avLst/>
            </a:prstGeom>
            <a:gradFill>
              <a:gsLst>
                <a:gs pos="0">
                  <a:srgbClr val="00009D">
                    <a:alpha val="12058"/>
                  </a:srgbClr>
                </a:gs>
                <a:gs pos="14286">
                  <a:srgbClr val="00009D">
                    <a:alpha val="11140"/>
                  </a:srgbClr>
                </a:gs>
                <a:gs pos="28571">
                  <a:srgbClr val="00009D">
                    <a:alpha val="8762"/>
                  </a:srgbClr>
                </a:gs>
                <a:gs pos="42857">
                  <a:srgbClr val="00009D">
                    <a:alpha val="5837"/>
                  </a:srgbClr>
                </a:gs>
                <a:gs pos="57143">
                  <a:srgbClr val="00009D">
                    <a:alpha val="3278"/>
                  </a:srgbClr>
                </a:gs>
                <a:gs pos="71429">
                  <a:srgbClr val="00009D">
                    <a:alpha val="1548"/>
                  </a:srgbClr>
                </a:gs>
                <a:gs pos="85714">
                  <a:srgbClr val="00009D">
                    <a:alpha val="615"/>
                  </a:srgbClr>
                </a:gs>
                <a:gs pos="100000">
                  <a:srgbClr val="00009D">
                    <a:alpha val="2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8" name="Splat 1218"/>
            <p:cNvSpPr>
              <a:spLocks noGrp="1"/>
            </p:cNvSpPr>
            <p:nvPr/>
          </p:nvSpPr>
          <p:spPr>
            <a:xfrm rot="10309087">
              <a:off x="1884057" y="1028938"/>
              <a:ext cx="328612" cy="91281"/>
            </a:xfrm>
            <a:prstGeom prst="ellipse">
              <a:avLst/>
            </a:prstGeom>
            <a:gradFill>
              <a:gsLst>
                <a:gs pos="0">
                  <a:srgbClr val="55E0FF">
                    <a:alpha val="28674"/>
                  </a:srgbClr>
                </a:gs>
                <a:gs pos="14286">
                  <a:srgbClr val="55E0FF">
                    <a:alpha val="26698"/>
                  </a:srgbClr>
                </a:gs>
                <a:gs pos="28571">
                  <a:srgbClr val="55E0FF">
                    <a:alpha val="21427"/>
                  </a:srgbClr>
                </a:gs>
                <a:gs pos="42857">
                  <a:srgbClr val="55E0FF">
                    <a:alpha val="14630"/>
                  </a:srgbClr>
                </a:gs>
                <a:gs pos="57143">
                  <a:srgbClr val="55E0FF">
                    <a:alpha val="8391"/>
                  </a:srgbClr>
                </a:gs>
                <a:gs pos="71429">
                  <a:srgbClr val="55E0FF">
                    <a:alpha val="4020"/>
                  </a:srgbClr>
                </a:gs>
                <a:gs pos="85714">
                  <a:srgbClr val="55E0FF">
                    <a:alpha val="1609"/>
                  </a:srgbClr>
                </a:gs>
                <a:gs pos="100000">
                  <a:srgbClr val="55E0FF">
                    <a:alpha val="5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9" name="Splat 1219"/>
            <p:cNvSpPr>
              <a:spLocks noGrp="1"/>
            </p:cNvSpPr>
            <p:nvPr/>
          </p:nvSpPr>
          <p:spPr>
            <a:xfrm rot="5400000">
              <a:off x="1669752" y="1349838"/>
              <a:ext cx="270454" cy="270454"/>
            </a:xfrm>
            <a:prstGeom prst="ellipse">
              <a:avLst/>
            </a:prstGeom>
            <a:gradFill>
              <a:gsLst>
                <a:gs pos="0">
                  <a:srgbClr val="0000FF">
                    <a:alpha val="3146"/>
                  </a:srgbClr>
                </a:gs>
                <a:gs pos="14286">
                  <a:srgbClr val="0000FF">
                    <a:alpha val="2896"/>
                  </a:srgbClr>
                </a:gs>
                <a:gs pos="28571">
                  <a:srgbClr val="0000FF">
                    <a:alpha val="2256"/>
                  </a:srgbClr>
                </a:gs>
                <a:gs pos="42857">
                  <a:srgbClr val="0000FF">
                    <a:alpha val="1485"/>
                  </a:srgbClr>
                </a:gs>
                <a:gs pos="57143">
                  <a:srgbClr val="0000FF">
                    <a:alpha val="826"/>
                  </a:srgbClr>
                </a:gs>
                <a:gs pos="71429">
                  <a:srgbClr val="0000FF">
                    <a:alpha val="387"/>
                  </a:srgbClr>
                </a:gs>
                <a:gs pos="85714">
                  <a:srgbClr val="0000FF">
                    <a:alpha val="153"/>
                  </a:srgbClr>
                </a:gs>
                <a:gs pos="100000">
                  <a:srgbClr val="0000FF">
                    <a:alpha val="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0" name="Splat 1220"/>
            <p:cNvSpPr>
              <a:spLocks noGrp="1"/>
            </p:cNvSpPr>
            <p:nvPr/>
          </p:nvSpPr>
          <p:spPr>
            <a:xfrm rot="4816020">
              <a:off x="803723" y="1314776"/>
              <a:ext cx="278466" cy="145236"/>
            </a:xfrm>
            <a:prstGeom prst="ellipse">
              <a:avLst/>
            </a:prstGeom>
            <a:gradFill>
              <a:gsLst>
                <a:gs pos="0">
                  <a:srgbClr val="00F0ED">
                    <a:alpha val="32968"/>
                  </a:srgbClr>
                </a:gs>
                <a:gs pos="14286">
                  <a:srgbClr val="00F0ED">
                    <a:alpha val="30764"/>
                  </a:srgbClr>
                </a:gs>
                <a:gs pos="28571">
                  <a:srgbClr val="00F0ED">
                    <a:alpha val="24833"/>
                  </a:srgbClr>
                </a:gs>
                <a:gs pos="42857">
                  <a:srgbClr val="00F0ED">
                    <a:alpha val="17075"/>
                  </a:srgbClr>
                </a:gs>
                <a:gs pos="57143">
                  <a:srgbClr val="00F0ED">
                    <a:alpha val="9855"/>
                  </a:srgbClr>
                </a:gs>
                <a:gs pos="71429">
                  <a:srgbClr val="00F0ED">
                    <a:alpha val="4740"/>
                  </a:srgbClr>
                </a:gs>
                <a:gs pos="85714">
                  <a:srgbClr val="00F0ED">
                    <a:alpha val="1902"/>
                  </a:srgbClr>
                </a:gs>
                <a:gs pos="100000">
                  <a:srgbClr val="00F0E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1" name="Splat 1221"/>
            <p:cNvSpPr>
              <a:spLocks noGrp="1"/>
            </p:cNvSpPr>
            <p:nvPr/>
          </p:nvSpPr>
          <p:spPr>
            <a:xfrm rot="-9477383">
              <a:off x="2786629" y="1969282"/>
              <a:ext cx="341907" cy="173480"/>
            </a:xfrm>
            <a:prstGeom prst="ellipse">
              <a:avLst/>
            </a:prstGeom>
            <a:gradFill>
              <a:gsLst>
                <a:gs pos="0">
                  <a:srgbClr val="FFFFB7">
                    <a:alpha val="24667"/>
                  </a:srgbClr>
                </a:gs>
                <a:gs pos="14286">
                  <a:srgbClr val="FFFFB7">
                    <a:alpha val="22921"/>
                  </a:srgbClr>
                </a:gs>
                <a:gs pos="28571">
                  <a:srgbClr val="FFFFB7">
                    <a:alpha val="18302"/>
                  </a:srgbClr>
                </a:gs>
                <a:gs pos="42857">
                  <a:srgbClr val="FFFFB7">
                    <a:alpha val="12418"/>
                  </a:srgbClr>
                </a:gs>
                <a:gs pos="57143">
                  <a:srgbClr val="FFFFB7">
                    <a:alpha val="7083"/>
                  </a:srgbClr>
                </a:gs>
                <a:gs pos="71429">
                  <a:srgbClr val="FFFFB7">
                    <a:alpha val="3381"/>
                  </a:srgbClr>
                </a:gs>
                <a:gs pos="85714">
                  <a:srgbClr val="FFFFB7">
                    <a:alpha val="1351"/>
                  </a:srgbClr>
                </a:gs>
                <a:gs pos="100000">
                  <a:srgbClr val="FFFFB7">
                    <a:alpha val="4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2" name="Splat 1222"/>
            <p:cNvSpPr>
              <a:spLocks noGrp="1"/>
            </p:cNvSpPr>
            <p:nvPr/>
          </p:nvSpPr>
          <p:spPr>
            <a:xfrm rot="9667134">
              <a:off x="2267460" y="738656"/>
              <a:ext cx="379444" cy="105401"/>
            </a:xfrm>
            <a:prstGeom prst="ellipse">
              <a:avLst/>
            </a:prstGeom>
            <a:gradFill>
              <a:gsLst>
                <a:gs pos="0">
                  <a:srgbClr val="C1F1F0">
                    <a:alpha val="26056"/>
                  </a:srgbClr>
                </a:gs>
                <a:gs pos="14286">
                  <a:srgbClr val="C1F1F0">
                    <a:alpha val="24228"/>
                  </a:srgbClr>
                </a:gs>
                <a:gs pos="28571">
                  <a:srgbClr val="C1F1F0">
                    <a:alpha val="19380"/>
                  </a:srgbClr>
                </a:gs>
                <a:gs pos="42857">
                  <a:srgbClr val="C1F1F0">
                    <a:alpha val="13177"/>
                  </a:srgbClr>
                </a:gs>
                <a:gs pos="57143">
                  <a:srgbClr val="C1F1F0">
                    <a:alpha val="7531"/>
                  </a:srgbClr>
                </a:gs>
                <a:gs pos="71429">
                  <a:srgbClr val="C1F1F0">
                    <a:alpha val="3599"/>
                  </a:srgbClr>
                </a:gs>
                <a:gs pos="85714">
                  <a:srgbClr val="C1F1F0">
                    <a:alpha val="1439"/>
                  </a:srgbClr>
                </a:gs>
                <a:gs pos="100000">
                  <a:srgbClr val="C1F1F0">
                    <a:alpha val="4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3" name="Splat 1223"/>
            <p:cNvSpPr>
              <a:spLocks noGrp="1"/>
            </p:cNvSpPr>
            <p:nvPr/>
          </p:nvSpPr>
          <p:spPr>
            <a:xfrm rot="10298262">
              <a:off x="1596510" y="785149"/>
              <a:ext cx="301213" cy="92096"/>
            </a:xfrm>
            <a:prstGeom prst="ellipse">
              <a:avLst/>
            </a:prstGeom>
            <a:gradFill>
              <a:gsLst>
                <a:gs pos="0">
                  <a:srgbClr val="85F8DA">
                    <a:alpha val="29316"/>
                  </a:srgbClr>
                </a:gs>
                <a:gs pos="14286">
                  <a:srgbClr val="85F8DA">
                    <a:alpha val="27304"/>
                  </a:srgbClr>
                </a:gs>
                <a:gs pos="28571">
                  <a:srgbClr val="85F8DA">
                    <a:alpha val="21932"/>
                  </a:srgbClr>
                </a:gs>
                <a:gs pos="42857">
                  <a:srgbClr val="85F8DA">
                    <a:alpha val="14990"/>
                  </a:srgbClr>
                </a:gs>
                <a:gs pos="57143">
                  <a:srgbClr val="85F8DA">
                    <a:alpha val="8606"/>
                  </a:srgbClr>
                </a:gs>
                <a:gs pos="71429">
                  <a:srgbClr val="85F8DA">
                    <a:alpha val="4125"/>
                  </a:srgbClr>
                </a:gs>
                <a:gs pos="85714">
                  <a:srgbClr val="85F8DA">
                    <a:alpha val="1652"/>
                  </a:srgbClr>
                </a:gs>
                <a:gs pos="100000">
                  <a:srgbClr val="85F8DA">
                    <a:alpha val="5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4" name="Splat 1224"/>
            <p:cNvSpPr>
              <a:spLocks noGrp="1"/>
            </p:cNvSpPr>
            <p:nvPr/>
          </p:nvSpPr>
          <p:spPr>
            <a:xfrm rot="-10435269">
              <a:off x="1312069" y="887832"/>
              <a:ext cx="328612" cy="129335"/>
            </a:xfrm>
            <a:prstGeom prst="ellipse">
              <a:avLst/>
            </a:prstGeom>
            <a:gradFill>
              <a:gsLst>
                <a:gs pos="0">
                  <a:srgbClr val="CAFFFF">
                    <a:alpha val="19537"/>
                  </a:srgbClr>
                </a:gs>
                <a:gs pos="14286">
                  <a:srgbClr val="CAFFFF">
                    <a:alpha val="18110"/>
                  </a:srgbClr>
                </a:gs>
                <a:gs pos="28571">
                  <a:srgbClr val="CAFFFF">
                    <a:alpha val="14370"/>
                  </a:srgbClr>
                </a:gs>
                <a:gs pos="42857">
                  <a:srgbClr val="CAFFFF">
                    <a:alpha val="9675"/>
                  </a:srgbClr>
                </a:gs>
                <a:gs pos="57143">
                  <a:srgbClr val="CAFFFF">
                    <a:alpha val="5482"/>
                  </a:srgbClr>
                </a:gs>
                <a:gs pos="71429">
                  <a:srgbClr val="CAFFFF">
                    <a:alpha val="2605"/>
                  </a:srgbClr>
                </a:gs>
                <a:gs pos="85714">
                  <a:srgbClr val="CAFFFF">
                    <a:alpha val="1038"/>
                  </a:srgbClr>
                </a:gs>
                <a:gs pos="100000">
                  <a:srgbClr val="CAFFFF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5" name="Splat 1225"/>
            <p:cNvSpPr>
              <a:spLocks noGrp="1"/>
            </p:cNvSpPr>
            <p:nvPr/>
          </p:nvSpPr>
          <p:spPr>
            <a:xfrm rot="4204227">
              <a:off x="2863637" y="1995915"/>
              <a:ext cx="255049" cy="101784"/>
            </a:xfrm>
            <a:prstGeom prst="ellipse">
              <a:avLst/>
            </a:prstGeom>
            <a:gradFill>
              <a:gsLst>
                <a:gs pos="0">
                  <a:srgbClr val="FFFFE3">
                    <a:alpha val="27897"/>
                  </a:srgbClr>
                </a:gs>
                <a:gs pos="14286">
                  <a:srgbClr val="FFFFE3">
                    <a:alpha val="25964"/>
                  </a:srgbClr>
                </a:gs>
                <a:gs pos="28571">
                  <a:srgbClr val="FFFFE3">
                    <a:alpha val="20817"/>
                  </a:srgbClr>
                </a:gs>
                <a:gs pos="42857">
                  <a:srgbClr val="FFFFE3">
                    <a:alpha val="14195"/>
                  </a:srgbClr>
                </a:gs>
                <a:gs pos="57143">
                  <a:srgbClr val="FFFFE3">
                    <a:alpha val="8133"/>
                  </a:srgbClr>
                </a:gs>
                <a:gs pos="71429">
                  <a:srgbClr val="FFFFE3">
                    <a:alpha val="3893"/>
                  </a:srgbClr>
                </a:gs>
                <a:gs pos="85714">
                  <a:srgbClr val="FFFFE3">
                    <a:alpha val="1558"/>
                  </a:srgbClr>
                </a:gs>
                <a:gs pos="100000">
                  <a:srgbClr val="FFFFE3">
                    <a:alpha val="5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6" name="Splat 1226"/>
            <p:cNvSpPr>
              <a:spLocks noGrp="1"/>
            </p:cNvSpPr>
            <p:nvPr/>
          </p:nvSpPr>
          <p:spPr>
            <a:xfrm rot="8919502">
              <a:off x="3969589" y="2364893"/>
              <a:ext cx="328612" cy="912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7" name="Splat 1227"/>
            <p:cNvSpPr>
              <a:spLocks noGrp="1"/>
            </p:cNvSpPr>
            <p:nvPr/>
          </p:nvSpPr>
          <p:spPr>
            <a:xfrm rot="5400000">
              <a:off x="2946459" y="687947"/>
              <a:ext cx="511977" cy="511977"/>
            </a:xfrm>
            <a:prstGeom prst="ellipse">
              <a:avLst/>
            </a:prstGeom>
            <a:gradFill>
              <a:gsLst>
                <a:gs pos="0">
                  <a:srgbClr val="DD257D">
                    <a:alpha val="32968"/>
                  </a:srgbClr>
                </a:gs>
                <a:gs pos="14286">
                  <a:srgbClr val="DD257D">
                    <a:alpha val="30764"/>
                  </a:srgbClr>
                </a:gs>
                <a:gs pos="28571">
                  <a:srgbClr val="DD257D">
                    <a:alpha val="24833"/>
                  </a:srgbClr>
                </a:gs>
                <a:gs pos="42857">
                  <a:srgbClr val="DD257D">
                    <a:alpha val="17075"/>
                  </a:srgbClr>
                </a:gs>
                <a:gs pos="57143">
                  <a:srgbClr val="DD257D">
                    <a:alpha val="9855"/>
                  </a:srgbClr>
                </a:gs>
                <a:gs pos="71429">
                  <a:srgbClr val="DD257D">
                    <a:alpha val="4740"/>
                  </a:srgbClr>
                </a:gs>
                <a:gs pos="85714">
                  <a:srgbClr val="DD257D">
                    <a:alpha val="1902"/>
                  </a:srgbClr>
                </a:gs>
                <a:gs pos="100000">
                  <a:srgbClr val="DD257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8" name="Splat 1228"/>
            <p:cNvSpPr>
              <a:spLocks noGrp="1"/>
            </p:cNvSpPr>
            <p:nvPr/>
          </p:nvSpPr>
          <p:spPr>
            <a:xfrm rot="5400000">
              <a:off x="2268090" y="525264"/>
              <a:ext cx="302876" cy="302876"/>
            </a:xfrm>
            <a:prstGeom prst="ellipse">
              <a:avLst/>
            </a:prstGeom>
            <a:gradFill>
              <a:gsLst>
                <a:gs pos="0">
                  <a:srgbClr val="D9FFFF">
                    <a:alpha val="32968"/>
                  </a:srgbClr>
                </a:gs>
                <a:gs pos="14286">
                  <a:srgbClr val="D9FFFF">
                    <a:alpha val="30764"/>
                  </a:srgbClr>
                </a:gs>
                <a:gs pos="28571">
                  <a:srgbClr val="D9FFFF">
                    <a:alpha val="24833"/>
                  </a:srgbClr>
                </a:gs>
                <a:gs pos="42857">
                  <a:srgbClr val="D9FFFF">
                    <a:alpha val="17075"/>
                  </a:srgbClr>
                </a:gs>
                <a:gs pos="57143">
                  <a:srgbClr val="D9FFFF">
                    <a:alpha val="9855"/>
                  </a:srgbClr>
                </a:gs>
                <a:gs pos="71429">
                  <a:srgbClr val="D9FFFF">
                    <a:alpha val="4740"/>
                  </a:srgbClr>
                </a:gs>
                <a:gs pos="85714">
                  <a:srgbClr val="D9FFFF">
                    <a:alpha val="1902"/>
                  </a:srgbClr>
                </a:gs>
                <a:gs pos="100000">
                  <a:srgbClr val="D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9" name="Splat 1229"/>
            <p:cNvSpPr>
              <a:spLocks noGrp="1"/>
            </p:cNvSpPr>
            <p:nvPr/>
          </p:nvSpPr>
          <p:spPr>
            <a:xfrm rot="5400000">
              <a:off x="1290178" y="997759"/>
              <a:ext cx="321981" cy="3219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0" name="Splat 1230"/>
            <p:cNvSpPr>
              <a:spLocks noGrp="1"/>
            </p:cNvSpPr>
            <p:nvPr/>
          </p:nvSpPr>
          <p:spPr>
            <a:xfrm rot="10285682">
              <a:off x="2124202" y="1463312"/>
              <a:ext cx="310214" cy="90318"/>
            </a:xfrm>
            <a:prstGeom prst="ellipse">
              <a:avLst/>
            </a:prstGeom>
            <a:gradFill>
              <a:gsLst>
                <a:gs pos="0">
                  <a:srgbClr val="005DFF">
                    <a:alpha val="10193"/>
                  </a:srgbClr>
                </a:gs>
                <a:gs pos="14286">
                  <a:srgbClr val="005DFF">
                    <a:alpha val="9408"/>
                  </a:srgbClr>
                </a:gs>
                <a:gs pos="28571">
                  <a:srgbClr val="005DFF">
                    <a:alpha val="7385"/>
                  </a:srgbClr>
                </a:gs>
                <a:gs pos="42857">
                  <a:srgbClr val="005DFF">
                    <a:alpha val="4908"/>
                  </a:srgbClr>
                </a:gs>
                <a:gs pos="57143">
                  <a:srgbClr val="005DFF">
                    <a:alpha val="2750"/>
                  </a:srgbClr>
                </a:gs>
                <a:gs pos="71429">
                  <a:srgbClr val="005DFF">
                    <a:alpha val="1297"/>
                  </a:srgbClr>
                </a:gs>
                <a:gs pos="85714">
                  <a:srgbClr val="005DFF">
                    <a:alpha val="515"/>
                  </a:srgbClr>
                </a:gs>
                <a:gs pos="100000">
                  <a:srgbClr val="005DFF">
                    <a:alpha val="1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1" name="Splat 1231"/>
            <p:cNvSpPr>
              <a:spLocks noGrp="1"/>
            </p:cNvSpPr>
            <p:nvPr/>
          </p:nvSpPr>
          <p:spPr>
            <a:xfrm rot="5400000">
              <a:off x="2069252" y="2992184"/>
              <a:ext cx="171198" cy="171198"/>
            </a:xfrm>
            <a:prstGeom prst="ellipse">
              <a:avLst/>
            </a:prstGeom>
            <a:gradFill>
              <a:gsLst>
                <a:gs pos="0">
                  <a:srgbClr val="FFEEFF">
                    <a:alpha val="29161"/>
                  </a:srgbClr>
                </a:gs>
                <a:gs pos="14286">
                  <a:srgbClr val="FFEEFF">
                    <a:alpha val="27158"/>
                  </a:srgbClr>
                </a:gs>
                <a:gs pos="28571">
                  <a:srgbClr val="FFEEFF">
                    <a:alpha val="21811"/>
                  </a:srgbClr>
                </a:gs>
                <a:gs pos="42857">
                  <a:srgbClr val="FFEEFF">
                    <a:alpha val="14903"/>
                  </a:srgbClr>
                </a:gs>
                <a:gs pos="57143">
                  <a:srgbClr val="FFEEFF">
                    <a:alpha val="8554"/>
                  </a:srgbClr>
                </a:gs>
                <a:gs pos="71429">
                  <a:srgbClr val="FFEEFF">
                    <a:alpha val="4099"/>
                  </a:srgbClr>
                </a:gs>
                <a:gs pos="85714">
                  <a:srgbClr val="FFEEFF">
                    <a:alpha val="1642"/>
                  </a:srgbClr>
                </a:gs>
                <a:gs pos="100000">
                  <a:srgbClr val="FFEEFF">
                    <a:alpha val="5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2" name="Splat 1232"/>
            <p:cNvSpPr>
              <a:spLocks noGrp="1"/>
            </p:cNvSpPr>
            <p:nvPr/>
          </p:nvSpPr>
          <p:spPr>
            <a:xfrm rot="9318042">
              <a:off x="1887042" y="1319705"/>
              <a:ext cx="221021" cy="61395"/>
            </a:xfrm>
            <a:prstGeom prst="ellipse">
              <a:avLst/>
            </a:prstGeom>
            <a:gradFill>
              <a:gsLst>
                <a:gs pos="0">
                  <a:srgbClr val="0000A8">
                    <a:alpha val="32968"/>
                  </a:srgbClr>
                </a:gs>
                <a:gs pos="14286">
                  <a:srgbClr val="0000A8">
                    <a:alpha val="30764"/>
                  </a:srgbClr>
                </a:gs>
                <a:gs pos="28571">
                  <a:srgbClr val="0000A8">
                    <a:alpha val="24833"/>
                  </a:srgbClr>
                </a:gs>
                <a:gs pos="42857">
                  <a:srgbClr val="0000A8">
                    <a:alpha val="17075"/>
                  </a:srgbClr>
                </a:gs>
                <a:gs pos="57143">
                  <a:srgbClr val="0000A8">
                    <a:alpha val="9855"/>
                  </a:srgbClr>
                </a:gs>
                <a:gs pos="71429">
                  <a:srgbClr val="0000A8">
                    <a:alpha val="4740"/>
                  </a:srgbClr>
                </a:gs>
                <a:gs pos="85714">
                  <a:srgbClr val="0000A8">
                    <a:alpha val="1902"/>
                  </a:srgbClr>
                </a:gs>
                <a:gs pos="100000">
                  <a:srgbClr val="0000A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3" name="Splat 1233"/>
            <p:cNvSpPr>
              <a:spLocks noGrp="1"/>
            </p:cNvSpPr>
            <p:nvPr/>
          </p:nvSpPr>
          <p:spPr>
            <a:xfrm rot="5400000">
              <a:off x="2677097" y="622676"/>
              <a:ext cx="246879" cy="246879"/>
            </a:xfrm>
            <a:prstGeom prst="ellipse">
              <a:avLst/>
            </a:prstGeom>
            <a:gradFill>
              <a:gsLst>
                <a:gs pos="0">
                  <a:srgbClr val="4AF7FF">
                    <a:alpha val="32968"/>
                  </a:srgbClr>
                </a:gs>
                <a:gs pos="14286">
                  <a:srgbClr val="4AF7FF">
                    <a:alpha val="30764"/>
                  </a:srgbClr>
                </a:gs>
                <a:gs pos="28571">
                  <a:srgbClr val="4AF7FF">
                    <a:alpha val="24833"/>
                  </a:srgbClr>
                </a:gs>
                <a:gs pos="42857">
                  <a:srgbClr val="4AF7FF">
                    <a:alpha val="17075"/>
                  </a:srgbClr>
                </a:gs>
                <a:gs pos="57143">
                  <a:srgbClr val="4AF7FF">
                    <a:alpha val="9855"/>
                  </a:srgbClr>
                </a:gs>
                <a:gs pos="71429">
                  <a:srgbClr val="4AF7FF">
                    <a:alpha val="4740"/>
                  </a:srgbClr>
                </a:gs>
                <a:gs pos="85714">
                  <a:srgbClr val="4AF7FF">
                    <a:alpha val="1902"/>
                  </a:srgbClr>
                </a:gs>
                <a:gs pos="100000">
                  <a:srgbClr val="4AF7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4" name="Splat 1234"/>
            <p:cNvSpPr>
              <a:spLocks noGrp="1"/>
            </p:cNvSpPr>
            <p:nvPr/>
          </p:nvSpPr>
          <p:spPr>
            <a:xfrm rot="5400000">
              <a:off x="1954810" y="1728615"/>
              <a:ext cx="366917" cy="366917"/>
            </a:xfrm>
            <a:prstGeom prst="ellipse">
              <a:avLst/>
            </a:prstGeom>
            <a:gradFill>
              <a:gsLst>
                <a:gs pos="0">
                  <a:srgbClr val="00005E">
                    <a:alpha val="28124"/>
                  </a:srgbClr>
                </a:gs>
                <a:gs pos="14286">
                  <a:srgbClr val="00005E">
                    <a:alpha val="26178"/>
                  </a:srgbClr>
                </a:gs>
                <a:gs pos="28571">
                  <a:srgbClr val="00005E">
                    <a:alpha val="20995"/>
                  </a:srgbClr>
                </a:gs>
                <a:gs pos="42857">
                  <a:srgbClr val="00005E">
                    <a:alpha val="14322"/>
                  </a:srgbClr>
                </a:gs>
                <a:gs pos="57143">
                  <a:srgbClr val="00005E">
                    <a:alpha val="8209"/>
                  </a:srgbClr>
                </a:gs>
                <a:gs pos="71429">
                  <a:srgbClr val="00005E">
                    <a:alpha val="3930"/>
                  </a:srgbClr>
                </a:gs>
                <a:gs pos="85714">
                  <a:srgbClr val="00005E">
                    <a:alpha val="1573"/>
                  </a:srgbClr>
                </a:gs>
                <a:gs pos="100000">
                  <a:srgbClr val="00005E">
                    <a:alpha val="5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5" name="Splat 1235"/>
            <p:cNvSpPr>
              <a:spLocks noGrp="1"/>
            </p:cNvSpPr>
            <p:nvPr/>
          </p:nvSpPr>
          <p:spPr>
            <a:xfrm rot="9512715">
              <a:off x="2338821" y="856070"/>
              <a:ext cx="328613" cy="912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6" name="Splat 1236"/>
            <p:cNvSpPr>
              <a:spLocks noGrp="1"/>
            </p:cNvSpPr>
            <p:nvPr/>
          </p:nvSpPr>
          <p:spPr>
            <a:xfrm rot="5400000">
              <a:off x="1029773" y="2241163"/>
              <a:ext cx="366555" cy="366555"/>
            </a:xfrm>
            <a:prstGeom prst="ellipse">
              <a:avLst/>
            </a:prstGeom>
            <a:gradFill>
              <a:gsLst>
                <a:gs pos="0">
                  <a:srgbClr val="00FFE8">
                    <a:alpha val="1629"/>
                  </a:srgbClr>
                </a:gs>
                <a:gs pos="14286">
                  <a:srgbClr val="00FFE8">
                    <a:alpha val="1499"/>
                  </a:srgbClr>
                </a:gs>
                <a:gs pos="28571">
                  <a:srgbClr val="00FFE8">
                    <a:alpha val="1165"/>
                  </a:srgbClr>
                </a:gs>
                <a:gs pos="42857">
                  <a:srgbClr val="00FFE8">
                    <a:alpha val="766"/>
                  </a:srgbClr>
                </a:gs>
                <a:gs pos="57143">
                  <a:srgbClr val="00FFE8">
                    <a:alpha val="425"/>
                  </a:srgbClr>
                </a:gs>
                <a:gs pos="71429">
                  <a:srgbClr val="00FFE8">
                    <a:alpha val="199"/>
                  </a:srgbClr>
                </a:gs>
                <a:gs pos="85714">
                  <a:srgbClr val="00FFE8">
                    <a:alpha val="79"/>
                  </a:srgbClr>
                </a:gs>
                <a:gs pos="100000">
                  <a:srgbClr val="00FFE8">
                    <a:alpha val="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7" name="Splat 1237"/>
            <p:cNvSpPr>
              <a:spLocks noGrp="1"/>
            </p:cNvSpPr>
            <p:nvPr/>
          </p:nvSpPr>
          <p:spPr>
            <a:xfrm rot="5400000">
              <a:off x="2329698" y="502653"/>
              <a:ext cx="314362" cy="314362"/>
            </a:xfrm>
            <a:prstGeom prst="ellipse">
              <a:avLst/>
            </a:prstGeom>
            <a:gradFill>
              <a:gsLst>
                <a:gs pos="0">
                  <a:srgbClr val="85F0FF">
                    <a:alpha val="32968"/>
                  </a:srgbClr>
                </a:gs>
                <a:gs pos="14286">
                  <a:srgbClr val="85F0FF">
                    <a:alpha val="30764"/>
                  </a:srgbClr>
                </a:gs>
                <a:gs pos="28571">
                  <a:srgbClr val="85F0FF">
                    <a:alpha val="24833"/>
                  </a:srgbClr>
                </a:gs>
                <a:gs pos="42857">
                  <a:srgbClr val="85F0FF">
                    <a:alpha val="17075"/>
                  </a:srgbClr>
                </a:gs>
                <a:gs pos="57143">
                  <a:srgbClr val="85F0FF">
                    <a:alpha val="9855"/>
                  </a:srgbClr>
                </a:gs>
                <a:gs pos="71429">
                  <a:srgbClr val="85F0FF">
                    <a:alpha val="4740"/>
                  </a:srgbClr>
                </a:gs>
                <a:gs pos="85714">
                  <a:srgbClr val="85F0FF">
                    <a:alpha val="1902"/>
                  </a:srgbClr>
                </a:gs>
                <a:gs pos="100000">
                  <a:srgbClr val="85F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8" name="Splat 1238"/>
            <p:cNvSpPr>
              <a:spLocks noGrp="1"/>
            </p:cNvSpPr>
            <p:nvPr/>
          </p:nvSpPr>
          <p:spPr>
            <a:xfrm rot="6264625">
              <a:off x="1794169" y="2106265"/>
              <a:ext cx="328612" cy="158318"/>
            </a:xfrm>
            <a:prstGeom prst="ellipse">
              <a:avLst/>
            </a:prstGeom>
            <a:gradFill>
              <a:gsLst>
                <a:gs pos="0">
                  <a:srgbClr val="000000">
                    <a:alpha val="30548"/>
                  </a:srgbClr>
                </a:gs>
                <a:gs pos="14286">
                  <a:srgbClr val="000000">
                    <a:alpha val="28470"/>
                  </a:srgbClr>
                </a:gs>
                <a:gs pos="28571">
                  <a:srgbClr val="000000">
                    <a:alpha val="22906"/>
                  </a:srgbClr>
                </a:gs>
                <a:gs pos="42857">
                  <a:srgbClr val="000000">
                    <a:alpha val="15687"/>
                  </a:srgbClr>
                </a:gs>
                <a:gs pos="57143">
                  <a:srgbClr val="000000">
                    <a:alpha val="9022"/>
                  </a:srgbClr>
                </a:gs>
                <a:gs pos="71429">
                  <a:srgbClr val="000000">
                    <a:alpha val="4329"/>
                  </a:srgbClr>
                </a:gs>
                <a:gs pos="85714">
                  <a:srgbClr val="000000">
                    <a:alpha val="1735"/>
                  </a:srgbClr>
                </a:gs>
                <a:gs pos="100000">
                  <a:srgbClr val="000000">
                    <a:alpha val="5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9" name="Splat 1239"/>
            <p:cNvSpPr>
              <a:spLocks noGrp="1"/>
            </p:cNvSpPr>
            <p:nvPr/>
          </p:nvSpPr>
          <p:spPr>
            <a:xfrm rot="8204008">
              <a:off x="2343433" y="1101625"/>
              <a:ext cx="268159" cy="74489"/>
            </a:xfrm>
            <a:prstGeom prst="ellipse">
              <a:avLst/>
            </a:prstGeom>
            <a:gradFill>
              <a:gsLst>
                <a:gs pos="0">
                  <a:srgbClr val="0000B9">
                    <a:alpha val="32968"/>
                  </a:srgbClr>
                </a:gs>
                <a:gs pos="14286">
                  <a:srgbClr val="0000B9">
                    <a:alpha val="30764"/>
                  </a:srgbClr>
                </a:gs>
                <a:gs pos="28571">
                  <a:srgbClr val="0000B9">
                    <a:alpha val="24833"/>
                  </a:srgbClr>
                </a:gs>
                <a:gs pos="42857">
                  <a:srgbClr val="0000B9">
                    <a:alpha val="17075"/>
                  </a:srgbClr>
                </a:gs>
                <a:gs pos="57143">
                  <a:srgbClr val="0000B9">
                    <a:alpha val="9855"/>
                  </a:srgbClr>
                </a:gs>
                <a:gs pos="71429">
                  <a:srgbClr val="0000B9">
                    <a:alpha val="4740"/>
                  </a:srgbClr>
                </a:gs>
                <a:gs pos="85714">
                  <a:srgbClr val="0000B9">
                    <a:alpha val="1902"/>
                  </a:srgbClr>
                </a:gs>
                <a:gs pos="100000">
                  <a:srgbClr val="0000B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0" name="Splat 1240"/>
            <p:cNvSpPr>
              <a:spLocks noGrp="1"/>
            </p:cNvSpPr>
            <p:nvPr/>
          </p:nvSpPr>
          <p:spPr>
            <a:xfrm rot="10461472">
              <a:off x="2040347" y="929791"/>
              <a:ext cx="369452" cy="102626"/>
            </a:xfrm>
            <a:prstGeom prst="ellipse">
              <a:avLst/>
            </a:prstGeom>
            <a:gradFill>
              <a:gsLst>
                <a:gs pos="0">
                  <a:srgbClr val="006B9D">
                    <a:alpha val="32968"/>
                  </a:srgbClr>
                </a:gs>
                <a:gs pos="14286">
                  <a:srgbClr val="006B9D">
                    <a:alpha val="30764"/>
                  </a:srgbClr>
                </a:gs>
                <a:gs pos="28571">
                  <a:srgbClr val="006B9D">
                    <a:alpha val="24833"/>
                  </a:srgbClr>
                </a:gs>
                <a:gs pos="42857">
                  <a:srgbClr val="006B9D">
                    <a:alpha val="17075"/>
                  </a:srgbClr>
                </a:gs>
                <a:gs pos="57143">
                  <a:srgbClr val="006B9D">
                    <a:alpha val="9855"/>
                  </a:srgbClr>
                </a:gs>
                <a:gs pos="71429">
                  <a:srgbClr val="006B9D">
                    <a:alpha val="4740"/>
                  </a:srgbClr>
                </a:gs>
                <a:gs pos="85714">
                  <a:srgbClr val="006B9D">
                    <a:alpha val="1902"/>
                  </a:srgbClr>
                </a:gs>
                <a:gs pos="100000">
                  <a:srgbClr val="006B9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1" name="Splat 1241"/>
            <p:cNvSpPr>
              <a:spLocks noGrp="1"/>
            </p:cNvSpPr>
            <p:nvPr/>
          </p:nvSpPr>
          <p:spPr>
            <a:xfrm rot="-9201929">
              <a:off x="997744" y="1896151"/>
              <a:ext cx="328612" cy="112947"/>
            </a:xfrm>
            <a:prstGeom prst="ellipse">
              <a:avLst/>
            </a:prstGeom>
            <a:gradFill>
              <a:gsLst>
                <a:gs pos="0">
                  <a:srgbClr val="B0B1FF">
                    <a:alpha val="17643"/>
                  </a:srgbClr>
                </a:gs>
                <a:gs pos="14286">
                  <a:srgbClr val="B0B1FF">
                    <a:alpha val="16340"/>
                  </a:srgbClr>
                </a:gs>
                <a:gs pos="28571">
                  <a:srgbClr val="B0B1FF">
                    <a:alpha val="12935"/>
                  </a:srgbClr>
                </a:gs>
                <a:gs pos="42857">
                  <a:srgbClr val="B0B1FF">
                    <a:alpha val="8685"/>
                  </a:srgbClr>
                </a:gs>
                <a:gs pos="57143">
                  <a:srgbClr val="B0B1FF">
                    <a:alpha val="4910"/>
                  </a:srgbClr>
                </a:gs>
                <a:gs pos="71429">
                  <a:srgbClr val="B0B1FF">
                    <a:alpha val="2329"/>
                  </a:srgbClr>
                </a:gs>
                <a:gs pos="85714">
                  <a:srgbClr val="B0B1FF">
                    <a:alpha val="928"/>
                  </a:srgbClr>
                </a:gs>
                <a:gs pos="100000">
                  <a:srgbClr val="B0B1FF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2" name="Splat 1242"/>
            <p:cNvSpPr>
              <a:spLocks noGrp="1"/>
            </p:cNvSpPr>
            <p:nvPr/>
          </p:nvSpPr>
          <p:spPr>
            <a:xfrm rot="10746525">
              <a:off x="2500616" y="662352"/>
              <a:ext cx="328612" cy="91281"/>
            </a:xfrm>
            <a:prstGeom prst="ellipse">
              <a:avLst/>
            </a:prstGeom>
            <a:gradFill>
              <a:gsLst>
                <a:gs pos="0">
                  <a:srgbClr val="C4E2FF">
                    <a:alpha val="32968"/>
                  </a:srgbClr>
                </a:gs>
                <a:gs pos="14286">
                  <a:srgbClr val="C4E2FF">
                    <a:alpha val="30764"/>
                  </a:srgbClr>
                </a:gs>
                <a:gs pos="28571">
                  <a:srgbClr val="C4E2FF">
                    <a:alpha val="24833"/>
                  </a:srgbClr>
                </a:gs>
                <a:gs pos="42857">
                  <a:srgbClr val="C4E2FF">
                    <a:alpha val="17075"/>
                  </a:srgbClr>
                </a:gs>
                <a:gs pos="57143">
                  <a:srgbClr val="C4E2FF">
                    <a:alpha val="9855"/>
                  </a:srgbClr>
                </a:gs>
                <a:gs pos="71429">
                  <a:srgbClr val="C4E2FF">
                    <a:alpha val="4740"/>
                  </a:srgbClr>
                </a:gs>
                <a:gs pos="85714">
                  <a:srgbClr val="C4E2FF">
                    <a:alpha val="1902"/>
                  </a:srgbClr>
                </a:gs>
                <a:gs pos="100000">
                  <a:srgbClr val="C4E2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3" name="Splat 1243"/>
            <p:cNvSpPr>
              <a:spLocks noGrp="1"/>
            </p:cNvSpPr>
            <p:nvPr/>
          </p:nvSpPr>
          <p:spPr>
            <a:xfrm rot="-9925206">
              <a:off x="1817146" y="1510216"/>
              <a:ext cx="328612" cy="91281"/>
            </a:xfrm>
            <a:prstGeom prst="ellipse">
              <a:avLst/>
            </a:prstGeom>
            <a:gradFill>
              <a:gsLst>
                <a:gs pos="0">
                  <a:srgbClr val="A3F4FF">
                    <a:alpha val="8547"/>
                  </a:srgbClr>
                </a:gs>
                <a:gs pos="14286">
                  <a:srgbClr val="A3F4FF">
                    <a:alpha val="7884"/>
                  </a:srgbClr>
                </a:gs>
                <a:gs pos="28571">
                  <a:srgbClr val="A3F4FF">
                    <a:alpha val="6177"/>
                  </a:srgbClr>
                </a:gs>
                <a:gs pos="42857">
                  <a:srgbClr val="A3F4FF">
                    <a:alpha val="4096"/>
                  </a:srgbClr>
                </a:gs>
                <a:gs pos="57143">
                  <a:srgbClr val="A3F4FF">
                    <a:alpha val="2291"/>
                  </a:srgbClr>
                </a:gs>
                <a:gs pos="71429">
                  <a:srgbClr val="A3F4FF">
                    <a:alpha val="1079"/>
                  </a:srgbClr>
                </a:gs>
                <a:gs pos="85714">
                  <a:srgbClr val="A3F4FF">
                    <a:alpha val="428"/>
                  </a:srgbClr>
                </a:gs>
                <a:gs pos="100000">
                  <a:srgbClr val="A3F4FF">
                    <a:alpha val="1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4" name="Splat 1244"/>
            <p:cNvSpPr>
              <a:spLocks noGrp="1"/>
            </p:cNvSpPr>
            <p:nvPr/>
          </p:nvSpPr>
          <p:spPr>
            <a:xfrm rot="8865234">
              <a:off x="2163489" y="1362859"/>
              <a:ext cx="222574" cy="61826"/>
            </a:xfrm>
            <a:prstGeom prst="ellipse">
              <a:avLst/>
            </a:prstGeom>
            <a:gradFill>
              <a:gsLst>
                <a:gs pos="0">
                  <a:srgbClr val="004B00">
                    <a:alpha val="29295"/>
                  </a:srgbClr>
                </a:gs>
                <a:gs pos="14286">
                  <a:srgbClr val="004B00">
                    <a:alpha val="27284"/>
                  </a:srgbClr>
                </a:gs>
                <a:gs pos="28571">
                  <a:srgbClr val="004B00">
                    <a:alpha val="21916"/>
                  </a:srgbClr>
                </a:gs>
                <a:gs pos="42857">
                  <a:srgbClr val="004B00">
                    <a:alpha val="14978"/>
                  </a:srgbClr>
                </a:gs>
                <a:gs pos="57143">
                  <a:srgbClr val="004B00">
                    <a:alpha val="8599"/>
                  </a:srgbClr>
                </a:gs>
                <a:gs pos="71429">
                  <a:srgbClr val="004B00">
                    <a:alpha val="4121"/>
                  </a:srgbClr>
                </a:gs>
                <a:gs pos="85714">
                  <a:srgbClr val="004B00">
                    <a:alpha val="1650"/>
                  </a:srgbClr>
                </a:gs>
                <a:gs pos="100000">
                  <a:srgbClr val="004B00">
                    <a:alpha val="5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5" name="Splat 1245"/>
            <p:cNvSpPr>
              <a:spLocks noGrp="1"/>
            </p:cNvSpPr>
            <p:nvPr/>
          </p:nvSpPr>
          <p:spPr>
            <a:xfrm rot="2949506">
              <a:off x="1007111" y="1767724"/>
              <a:ext cx="328613" cy="912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6" name="Splat 1246"/>
            <p:cNvSpPr>
              <a:spLocks noGrp="1"/>
            </p:cNvSpPr>
            <p:nvPr/>
          </p:nvSpPr>
          <p:spPr>
            <a:xfrm rot="5400000">
              <a:off x="228728" y="4163765"/>
              <a:ext cx="284891" cy="284891"/>
            </a:xfrm>
            <a:prstGeom prst="ellipse">
              <a:avLst/>
            </a:prstGeom>
            <a:gradFill>
              <a:gsLst>
                <a:gs pos="0">
                  <a:srgbClr val="DBFFFF">
                    <a:alpha val="32968"/>
                  </a:srgbClr>
                </a:gs>
                <a:gs pos="14286">
                  <a:srgbClr val="DBFFFF">
                    <a:alpha val="30764"/>
                  </a:srgbClr>
                </a:gs>
                <a:gs pos="28571">
                  <a:srgbClr val="DBFFFF">
                    <a:alpha val="24833"/>
                  </a:srgbClr>
                </a:gs>
                <a:gs pos="42857">
                  <a:srgbClr val="DBFFFF">
                    <a:alpha val="17075"/>
                  </a:srgbClr>
                </a:gs>
                <a:gs pos="57143">
                  <a:srgbClr val="DBFFFF">
                    <a:alpha val="9855"/>
                  </a:srgbClr>
                </a:gs>
                <a:gs pos="71429">
                  <a:srgbClr val="DBFFFF">
                    <a:alpha val="4740"/>
                  </a:srgbClr>
                </a:gs>
                <a:gs pos="85714">
                  <a:srgbClr val="DBFFFF">
                    <a:alpha val="1902"/>
                  </a:srgbClr>
                </a:gs>
                <a:gs pos="100000">
                  <a:srgbClr val="DB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7" name="Splat 1247"/>
            <p:cNvSpPr>
              <a:spLocks noGrp="1"/>
            </p:cNvSpPr>
            <p:nvPr/>
          </p:nvSpPr>
          <p:spPr>
            <a:xfrm rot="-10753181">
              <a:off x="2102644" y="1021159"/>
              <a:ext cx="328612" cy="91281"/>
            </a:xfrm>
            <a:prstGeom prst="ellipse">
              <a:avLst/>
            </a:prstGeom>
            <a:gradFill>
              <a:gsLst>
                <a:gs pos="0">
                  <a:srgbClr val="F4007C">
                    <a:alpha val="32968"/>
                  </a:srgbClr>
                </a:gs>
                <a:gs pos="14286">
                  <a:srgbClr val="F4007C">
                    <a:alpha val="30764"/>
                  </a:srgbClr>
                </a:gs>
                <a:gs pos="28571">
                  <a:srgbClr val="F4007C">
                    <a:alpha val="24833"/>
                  </a:srgbClr>
                </a:gs>
                <a:gs pos="42857">
                  <a:srgbClr val="F4007C">
                    <a:alpha val="17075"/>
                  </a:srgbClr>
                </a:gs>
                <a:gs pos="57143">
                  <a:srgbClr val="F4007C">
                    <a:alpha val="9855"/>
                  </a:srgbClr>
                </a:gs>
                <a:gs pos="71429">
                  <a:srgbClr val="F4007C">
                    <a:alpha val="4740"/>
                  </a:srgbClr>
                </a:gs>
                <a:gs pos="85714">
                  <a:srgbClr val="F4007C">
                    <a:alpha val="1902"/>
                  </a:srgbClr>
                </a:gs>
                <a:gs pos="100000">
                  <a:srgbClr val="F4007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8" name="Splat 1248"/>
            <p:cNvSpPr>
              <a:spLocks noGrp="1"/>
            </p:cNvSpPr>
            <p:nvPr/>
          </p:nvSpPr>
          <p:spPr>
            <a:xfrm rot="10050121">
              <a:off x="1607344" y="744934"/>
              <a:ext cx="328612" cy="912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9" name="Splat 1249"/>
            <p:cNvSpPr>
              <a:spLocks noGrp="1"/>
            </p:cNvSpPr>
            <p:nvPr/>
          </p:nvSpPr>
          <p:spPr>
            <a:xfrm rot="-8120489">
              <a:off x="1567325" y="1084929"/>
              <a:ext cx="328612" cy="124107"/>
            </a:xfrm>
            <a:prstGeom prst="ellipse">
              <a:avLst/>
            </a:prstGeom>
            <a:gradFill>
              <a:gsLst>
                <a:gs pos="0">
                  <a:srgbClr val="00B300">
                    <a:alpha val="32968"/>
                  </a:srgbClr>
                </a:gs>
                <a:gs pos="14286">
                  <a:srgbClr val="00B300">
                    <a:alpha val="30764"/>
                  </a:srgbClr>
                </a:gs>
                <a:gs pos="28571">
                  <a:srgbClr val="00B300">
                    <a:alpha val="24833"/>
                  </a:srgbClr>
                </a:gs>
                <a:gs pos="42857">
                  <a:srgbClr val="00B300">
                    <a:alpha val="17075"/>
                  </a:srgbClr>
                </a:gs>
                <a:gs pos="57143">
                  <a:srgbClr val="00B300">
                    <a:alpha val="9855"/>
                  </a:srgbClr>
                </a:gs>
                <a:gs pos="71429">
                  <a:srgbClr val="00B300">
                    <a:alpha val="4740"/>
                  </a:srgbClr>
                </a:gs>
                <a:gs pos="85714">
                  <a:srgbClr val="00B300">
                    <a:alpha val="1902"/>
                  </a:srgbClr>
                </a:gs>
                <a:gs pos="100000">
                  <a:srgbClr val="00B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0" name="Splat 1250"/>
            <p:cNvSpPr>
              <a:spLocks noGrp="1"/>
            </p:cNvSpPr>
            <p:nvPr/>
          </p:nvSpPr>
          <p:spPr>
            <a:xfrm rot="9575758">
              <a:off x="2317568" y="906664"/>
              <a:ext cx="328612" cy="91281"/>
            </a:xfrm>
            <a:prstGeom prst="ellipse">
              <a:avLst/>
            </a:prstGeom>
            <a:gradFill>
              <a:gsLst>
                <a:gs pos="0">
                  <a:srgbClr val="00E3FF">
                    <a:alpha val="25573"/>
                  </a:srgbClr>
                </a:gs>
                <a:gs pos="14286">
                  <a:srgbClr val="00E3FF">
                    <a:alpha val="23774"/>
                  </a:srgbClr>
                </a:gs>
                <a:gs pos="28571">
                  <a:srgbClr val="00E3FF">
                    <a:alpha val="19005"/>
                  </a:srgbClr>
                </a:gs>
                <a:gs pos="42857">
                  <a:srgbClr val="00E3FF">
                    <a:alpha val="12912"/>
                  </a:srgbClr>
                </a:gs>
                <a:gs pos="57143">
                  <a:srgbClr val="00E3FF">
                    <a:alpha val="7375"/>
                  </a:srgbClr>
                </a:gs>
                <a:gs pos="71429">
                  <a:srgbClr val="00E3FF">
                    <a:alpha val="3522"/>
                  </a:srgbClr>
                </a:gs>
                <a:gs pos="85714">
                  <a:srgbClr val="00E3FF">
                    <a:alpha val="1408"/>
                  </a:srgbClr>
                </a:gs>
                <a:gs pos="100000">
                  <a:srgbClr val="00E3FF">
                    <a:alpha val="4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1" name="Splat 1251"/>
            <p:cNvSpPr>
              <a:spLocks noGrp="1"/>
            </p:cNvSpPr>
            <p:nvPr/>
          </p:nvSpPr>
          <p:spPr>
            <a:xfrm rot="-10115413">
              <a:off x="2476089" y="637039"/>
              <a:ext cx="328612" cy="178086"/>
            </a:xfrm>
            <a:prstGeom prst="ellipse">
              <a:avLst/>
            </a:prstGeom>
            <a:gradFill>
              <a:gsLst>
                <a:gs pos="0">
                  <a:srgbClr val="00FFFF">
                    <a:alpha val="32968"/>
                  </a:srgbClr>
                </a:gs>
                <a:gs pos="14286">
                  <a:srgbClr val="00FFFF">
                    <a:alpha val="30764"/>
                  </a:srgbClr>
                </a:gs>
                <a:gs pos="28571">
                  <a:srgbClr val="00FFFF">
                    <a:alpha val="24833"/>
                  </a:srgbClr>
                </a:gs>
                <a:gs pos="42857">
                  <a:srgbClr val="00FFFF">
                    <a:alpha val="17075"/>
                  </a:srgbClr>
                </a:gs>
                <a:gs pos="57143">
                  <a:srgbClr val="00FFFF">
                    <a:alpha val="9855"/>
                  </a:srgbClr>
                </a:gs>
                <a:gs pos="71429">
                  <a:srgbClr val="00FFFF">
                    <a:alpha val="4740"/>
                  </a:srgbClr>
                </a:gs>
                <a:gs pos="85714">
                  <a:srgbClr val="00FFFF">
                    <a:alpha val="1902"/>
                  </a:srgbClr>
                </a:gs>
                <a:gs pos="100000">
                  <a:srgbClr val="0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2" name="Splat 1252"/>
            <p:cNvSpPr>
              <a:spLocks noGrp="1"/>
            </p:cNvSpPr>
            <p:nvPr/>
          </p:nvSpPr>
          <p:spPr>
            <a:xfrm rot="-10125585">
              <a:off x="1721644" y="1482958"/>
              <a:ext cx="328612" cy="120185"/>
            </a:xfrm>
            <a:prstGeom prst="ellipse">
              <a:avLst/>
            </a:prstGeom>
            <a:gradFill>
              <a:gsLst>
                <a:gs pos="0">
                  <a:srgbClr val="A1FFFA">
                    <a:alpha val="32968"/>
                  </a:srgbClr>
                </a:gs>
                <a:gs pos="14286">
                  <a:srgbClr val="A1FFFA">
                    <a:alpha val="30764"/>
                  </a:srgbClr>
                </a:gs>
                <a:gs pos="28571">
                  <a:srgbClr val="A1FFFA">
                    <a:alpha val="24833"/>
                  </a:srgbClr>
                </a:gs>
                <a:gs pos="42857">
                  <a:srgbClr val="A1FFFA">
                    <a:alpha val="17075"/>
                  </a:srgbClr>
                </a:gs>
                <a:gs pos="57143">
                  <a:srgbClr val="A1FFFA">
                    <a:alpha val="9855"/>
                  </a:srgbClr>
                </a:gs>
                <a:gs pos="71429">
                  <a:srgbClr val="A1FFFA">
                    <a:alpha val="4740"/>
                  </a:srgbClr>
                </a:gs>
                <a:gs pos="85714">
                  <a:srgbClr val="A1FFFA">
                    <a:alpha val="1902"/>
                  </a:srgbClr>
                </a:gs>
                <a:gs pos="100000">
                  <a:srgbClr val="A1FF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3" name="Splat 1253"/>
            <p:cNvSpPr>
              <a:spLocks noGrp="1"/>
            </p:cNvSpPr>
            <p:nvPr/>
          </p:nvSpPr>
          <p:spPr>
            <a:xfrm rot="5400000">
              <a:off x="981304" y="1975464"/>
              <a:ext cx="419727" cy="419727"/>
            </a:xfrm>
            <a:prstGeom prst="ellipse">
              <a:avLst/>
            </a:prstGeom>
            <a:gradFill>
              <a:gsLst>
                <a:gs pos="0">
                  <a:srgbClr val="0000D7">
                    <a:alpha val="32968"/>
                  </a:srgbClr>
                </a:gs>
                <a:gs pos="14286">
                  <a:srgbClr val="0000D7">
                    <a:alpha val="30764"/>
                  </a:srgbClr>
                </a:gs>
                <a:gs pos="28571">
                  <a:srgbClr val="0000D7">
                    <a:alpha val="24833"/>
                  </a:srgbClr>
                </a:gs>
                <a:gs pos="42857">
                  <a:srgbClr val="0000D7">
                    <a:alpha val="17075"/>
                  </a:srgbClr>
                </a:gs>
                <a:gs pos="57143">
                  <a:srgbClr val="0000D7">
                    <a:alpha val="9855"/>
                  </a:srgbClr>
                </a:gs>
                <a:gs pos="71429">
                  <a:srgbClr val="0000D7">
                    <a:alpha val="4740"/>
                  </a:srgbClr>
                </a:gs>
                <a:gs pos="85714">
                  <a:srgbClr val="0000D7">
                    <a:alpha val="1902"/>
                  </a:srgbClr>
                </a:gs>
                <a:gs pos="100000">
                  <a:srgbClr val="0000D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4" name="Splat 1254"/>
            <p:cNvSpPr>
              <a:spLocks noGrp="1"/>
            </p:cNvSpPr>
            <p:nvPr/>
          </p:nvSpPr>
          <p:spPr>
            <a:xfrm rot="-10653877">
              <a:off x="2227678" y="706077"/>
              <a:ext cx="348521" cy="96811"/>
            </a:xfrm>
            <a:prstGeom prst="ellipse">
              <a:avLst/>
            </a:prstGeom>
            <a:gradFill>
              <a:gsLst>
                <a:gs pos="0">
                  <a:srgbClr val="E4FFFF">
                    <a:alpha val="32968"/>
                  </a:srgbClr>
                </a:gs>
                <a:gs pos="14286">
                  <a:srgbClr val="E4FFFF">
                    <a:alpha val="30764"/>
                  </a:srgbClr>
                </a:gs>
                <a:gs pos="28571">
                  <a:srgbClr val="E4FFFF">
                    <a:alpha val="24833"/>
                  </a:srgbClr>
                </a:gs>
                <a:gs pos="42857">
                  <a:srgbClr val="E4FFFF">
                    <a:alpha val="17075"/>
                  </a:srgbClr>
                </a:gs>
                <a:gs pos="57143">
                  <a:srgbClr val="E4FFFF">
                    <a:alpha val="9855"/>
                  </a:srgbClr>
                </a:gs>
                <a:gs pos="71429">
                  <a:srgbClr val="E4FFFF">
                    <a:alpha val="4740"/>
                  </a:srgbClr>
                </a:gs>
                <a:gs pos="85714">
                  <a:srgbClr val="E4FFFF">
                    <a:alpha val="1902"/>
                  </a:srgbClr>
                </a:gs>
                <a:gs pos="100000">
                  <a:srgbClr val="E4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5" name="Splat 1255"/>
            <p:cNvSpPr>
              <a:spLocks noGrp="1"/>
            </p:cNvSpPr>
            <p:nvPr/>
          </p:nvSpPr>
          <p:spPr>
            <a:xfrm rot="10371806">
              <a:off x="2023520" y="1508273"/>
              <a:ext cx="304424" cy="84562"/>
            </a:xfrm>
            <a:prstGeom prst="ellipse">
              <a:avLst/>
            </a:prstGeom>
            <a:gradFill>
              <a:gsLst>
                <a:gs pos="0">
                  <a:srgbClr val="000090">
                    <a:alpha val="21234"/>
                  </a:srgbClr>
                </a:gs>
                <a:gs pos="14286">
                  <a:srgbClr val="000090">
                    <a:alpha val="19698"/>
                  </a:srgbClr>
                </a:gs>
                <a:gs pos="28571">
                  <a:srgbClr val="000090">
                    <a:alpha val="15662"/>
                  </a:srgbClr>
                </a:gs>
                <a:gs pos="42857">
                  <a:srgbClr val="000090">
                    <a:alpha val="10571"/>
                  </a:srgbClr>
                </a:gs>
                <a:gs pos="57143">
                  <a:srgbClr val="000090">
                    <a:alpha val="6003"/>
                  </a:srgbClr>
                </a:gs>
                <a:gs pos="71429">
                  <a:srgbClr val="000090">
                    <a:alpha val="2856"/>
                  </a:srgbClr>
                </a:gs>
                <a:gs pos="85714">
                  <a:srgbClr val="000090">
                    <a:alpha val="1139"/>
                  </a:srgbClr>
                </a:gs>
                <a:gs pos="100000">
                  <a:srgbClr val="000090">
                    <a:alpha val="3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6" name="Splat 1256"/>
            <p:cNvSpPr>
              <a:spLocks noGrp="1"/>
            </p:cNvSpPr>
            <p:nvPr/>
          </p:nvSpPr>
          <p:spPr>
            <a:xfrm rot="-10204568">
              <a:off x="1821123" y="1546666"/>
              <a:ext cx="398065" cy="110574"/>
            </a:xfrm>
            <a:prstGeom prst="ellipse">
              <a:avLst/>
            </a:prstGeom>
            <a:gradFill>
              <a:gsLst>
                <a:gs pos="0">
                  <a:srgbClr val="0000BA">
                    <a:alpha val="7317"/>
                  </a:srgbClr>
                </a:gs>
                <a:gs pos="14286">
                  <a:srgbClr val="0000BA">
                    <a:alpha val="6746"/>
                  </a:srgbClr>
                </a:gs>
                <a:gs pos="28571">
                  <a:srgbClr val="0000BA">
                    <a:alpha val="5278"/>
                  </a:srgbClr>
                </a:gs>
                <a:gs pos="42857">
                  <a:srgbClr val="0000BA">
                    <a:alpha val="3494"/>
                  </a:srgbClr>
                </a:gs>
                <a:gs pos="57143">
                  <a:srgbClr val="0000BA">
                    <a:alpha val="1952"/>
                  </a:srgbClr>
                </a:gs>
                <a:gs pos="71429">
                  <a:srgbClr val="0000BA">
                    <a:alpha val="918"/>
                  </a:srgbClr>
                </a:gs>
                <a:gs pos="85714">
                  <a:srgbClr val="0000BA">
                    <a:alpha val="364"/>
                  </a:srgbClr>
                </a:gs>
                <a:gs pos="100000">
                  <a:srgbClr val="0000BA">
                    <a:alpha val="1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7" name="Splat 1257"/>
            <p:cNvSpPr>
              <a:spLocks noGrp="1"/>
            </p:cNvSpPr>
            <p:nvPr/>
          </p:nvSpPr>
          <p:spPr>
            <a:xfrm rot="-10604924">
              <a:off x="1762941" y="624452"/>
              <a:ext cx="328612" cy="91281"/>
            </a:xfrm>
            <a:prstGeom prst="ellipse">
              <a:avLst/>
            </a:prstGeom>
            <a:gradFill>
              <a:gsLst>
                <a:gs pos="0">
                  <a:srgbClr val="F8FFFF">
                    <a:alpha val="32968"/>
                  </a:srgbClr>
                </a:gs>
                <a:gs pos="14286">
                  <a:srgbClr val="F8FFFF">
                    <a:alpha val="30764"/>
                  </a:srgbClr>
                </a:gs>
                <a:gs pos="28571">
                  <a:srgbClr val="F8FFFF">
                    <a:alpha val="24833"/>
                  </a:srgbClr>
                </a:gs>
                <a:gs pos="42857">
                  <a:srgbClr val="F8FFFF">
                    <a:alpha val="17075"/>
                  </a:srgbClr>
                </a:gs>
                <a:gs pos="57143">
                  <a:srgbClr val="F8FFFF">
                    <a:alpha val="9855"/>
                  </a:srgbClr>
                </a:gs>
                <a:gs pos="71429">
                  <a:srgbClr val="F8FFFF">
                    <a:alpha val="4740"/>
                  </a:srgbClr>
                </a:gs>
                <a:gs pos="85714">
                  <a:srgbClr val="F8FFFF">
                    <a:alpha val="1902"/>
                  </a:srgbClr>
                </a:gs>
                <a:gs pos="100000">
                  <a:srgbClr val="F8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8" name="Splat 1258"/>
            <p:cNvSpPr>
              <a:spLocks noGrp="1"/>
            </p:cNvSpPr>
            <p:nvPr/>
          </p:nvSpPr>
          <p:spPr>
            <a:xfrm rot="5400000">
              <a:off x="1892492" y="503250"/>
              <a:ext cx="357000" cy="357000"/>
            </a:xfrm>
            <a:prstGeom prst="ellipse">
              <a:avLst/>
            </a:prstGeom>
            <a:gradFill>
              <a:gsLst>
                <a:gs pos="0">
                  <a:srgbClr val="00C1FF">
                    <a:alpha val="28111"/>
                  </a:srgbClr>
                </a:gs>
                <a:gs pos="14286">
                  <a:srgbClr val="00C1FF">
                    <a:alpha val="26166"/>
                  </a:srgbClr>
                </a:gs>
                <a:gs pos="28571">
                  <a:srgbClr val="00C1FF">
                    <a:alpha val="20985"/>
                  </a:srgbClr>
                </a:gs>
                <a:gs pos="42857">
                  <a:srgbClr val="00C1FF">
                    <a:alpha val="14315"/>
                  </a:srgbClr>
                </a:gs>
                <a:gs pos="57143">
                  <a:srgbClr val="00C1FF">
                    <a:alpha val="8204"/>
                  </a:srgbClr>
                </a:gs>
                <a:gs pos="71429">
                  <a:srgbClr val="00C1FF">
                    <a:alpha val="3928"/>
                  </a:srgbClr>
                </a:gs>
                <a:gs pos="85714">
                  <a:srgbClr val="00C1FF">
                    <a:alpha val="1572"/>
                  </a:srgbClr>
                </a:gs>
                <a:gs pos="100000">
                  <a:srgbClr val="00C1FF">
                    <a:alpha val="5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9" name="Splat 1259"/>
            <p:cNvSpPr>
              <a:spLocks noGrp="1"/>
            </p:cNvSpPr>
            <p:nvPr/>
          </p:nvSpPr>
          <p:spPr>
            <a:xfrm rot="-10702682">
              <a:off x="1813731" y="621465"/>
              <a:ext cx="287817" cy="79949"/>
            </a:xfrm>
            <a:prstGeom prst="ellipse">
              <a:avLst/>
            </a:prstGeom>
            <a:gradFill>
              <a:gsLst>
                <a:gs pos="0">
                  <a:srgbClr val="78FDFF">
                    <a:alpha val="32968"/>
                  </a:srgbClr>
                </a:gs>
                <a:gs pos="14286">
                  <a:srgbClr val="78FDFF">
                    <a:alpha val="30764"/>
                  </a:srgbClr>
                </a:gs>
                <a:gs pos="28571">
                  <a:srgbClr val="78FDFF">
                    <a:alpha val="24833"/>
                  </a:srgbClr>
                </a:gs>
                <a:gs pos="42857">
                  <a:srgbClr val="78FDFF">
                    <a:alpha val="17075"/>
                  </a:srgbClr>
                </a:gs>
                <a:gs pos="57143">
                  <a:srgbClr val="78FDFF">
                    <a:alpha val="9855"/>
                  </a:srgbClr>
                </a:gs>
                <a:gs pos="71429">
                  <a:srgbClr val="78FDFF">
                    <a:alpha val="4740"/>
                  </a:srgbClr>
                </a:gs>
                <a:gs pos="85714">
                  <a:srgbClr val="78FDFF">
                    <a:alpha val="1902"/>
                  </a:srgbClr>
                </a:gs>
                <a:gs pos="100000">
                  <a:srgbClr val="78F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0" name="Splat 1260"/>
            <p:cNvSpPr>
              <a:spLocks noGrp="1"/>
            </p:cNvSpPr>
            <p:nvPr/>
          </p:nvSpPr>
          <p:spPr>
            <a:xfrm rot="5400000">
              <a:off x="2631056" y="436453"/>
              <a:ext cx="414744" cy="414744"/>
            </a:xfrm>
            <a:prstGeom prst="ellipse">
              <a:avLst/>
            </a:prstGeom>
            <a:gradFill>
              <a:gsLst>
                <a:gs pos="0">
                  <a:srgbClr val="E20097">
                    <a:alpha val="32968"/>
                  </a:srgbClr>
                </a:gs>
                <a:gs pos="14286">
                  <a:srgbClr val="E20097">
                    <a:alpha val="30764"/>
                  </a:srgbClr>
                </a:gs>
                <a:gs pos="28571">
                  <a:srgbClr val="E20097">
                    <a:alpha val="24833"/>
                  </a:srgbClr>
                </a:gs>
                <a:gs pos="42857">
                  <a:srgbClr val="E20097">
                    <a:alpha val="17075"/>
                  </a:srgbClr>
                </a:gs>
                <a:gs pos="57143">
                  <a:srgbClr val="E20097">
                    <a:alpha val="9855"/>
                  </a:srgbClr>
                </a:gs>
                <a:gs pos="71429">
                  <a:srgbClr val="E20097">
                    <a:alpha val="4740"/>
                  </a:srgbClr>
                </a:gs>
                <a:gs pos="85714">
                  <a:srgbClr val="E20097">
                    <a:alpha val="1902"/>
                  </a:srgbClr>
                </a:gs>
                <a:gs pos="100000">
                  <a:srgbClr val="E2009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1" name="Splat 1261"/>
            <p:cNvSpPr>
              <a:spLocks noGrp="1"/>
            </p:cNvSpPr>
            <p:nvPr/>
          </p:nvSpPr>
          <p:spPr>
            <a:xfrm rot="-9948377">
              <a:off x="618927" y="1333207"/>
              <a:ext cx="509819" cy="183131"/>
            </a:xfrm>
            <a:prstGeom prst="ellipse">
              <a:avLst/>
            </a:prstGeom>
            <a:gradFill>
              <a:gsLst>
                <a:gs pos="0">
                  <a:srgbClr val="000025">
                    <a:alpha val="32968"/>
                  </a:srgbClr>
                </a:gs>
                <a:gs pos="14286">
                  <a:srgbClr val="000025">
                    <a:alpha val="30764"/>
                  </a:srgbClr>
                </a:gs>
                <a:gs pos="28571">
                  <a:srgbClr val="000025">
                    <a:alpha val="24833"/>
                  </a:srgbClr>
                </a:gs>
                <a:gs pos="42857">
                  <a:srgbClr val="000025">
                    <a:alpha val="17075"/>
                  </a:srgbClr>
                </a:gs>
                <a:gs pos="57143">
                  <a:srgbClr val="000025">
                    <a:alpha val="9855"/>
                  </a:srgbClr>
                </a:gs>
                <a:gs pos="71429">
                  <a:srgbClr val="000025">
                    <a:alpha val="4740"/>
                  </a:srgbClr>
                </a:gs>
                <a:gs pos="85714">
                  <a:srgbClr val="000025">
                    <a:alpha val="1902"/>
                  </a:srgbClr>
                </a:gs>
                <a:gs pos="100000">
                  <a:srgbClr val="00002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2" name="Splat 1262"/>
            <p:cNvSpPr>
              <a:spLocks noGrp="1"/>
            </p:cNvSpPr>
            <p:nvPr/>
          </p:nvSpPr>
          <p:spPr>
            <a:xfrm rot="9693719">
              <a:off x="2123251" y="1273703"/>
              <a:ext cx="328612" cy="91281"/>
            </a:xfrm>
            <a:prstGeom prst="ellipse">
              <a:avLst/>
            </a:prstGeom>
            <a:gradFill>
              <a:gsLst>
                <a:gs pos="0">
                  <a:srgbClr val="00FDBB">
                    <a:alpha val="23622"/>
                  </a:srgbClr>
                </a:gs>
                <a:gs pos="14286">
                  <a:srgbClr val="00FDBB">
                    <a:alpha val="21939"/>
                  </a:srgbClr>
                </a:gs>
                <a:gs pos="28571">
                  <a:srgbClr val="00FDBB">
                    <a:alpha val="17495"/>
                  </a:srgbClr>
                </a:gs>
                <a:gs pos="42857">
                  <a:srgbClr val="00FDBB">
                    <a:alpha val="11851"/>
                  </a:srgbClr>
                </a:gs>
                <a:gs pos="57143">
                  <a:srgbClr val="00FDBB">
                    <a:alpha val="6751"/>
                  </a:srgbClr>
                </a:gs>
                <a:gs pos="71429">
                  <a:srgbClr val="00FDBB">
                    <a:alpha val="3219"/>
                  </a:srgbClr>
                </a:gs>
                <a:gs pos="85714">
                  <a:srgbClr val="00FDBB">
                    <a:alpha val="1285"/>
                  </a:srgbClr>
                </a:gs>
                <a:gs pos="100000">
                  <a:srgbClr val="00FDBB">
                    <a:alpha val="4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3" name="Splat 1263"/>
            <p:cNvSpPr>
              <a:spLocks noGrp="1"/>
            </p:cNvSpPr>
            <p:nvPr/>
          </p:nvSpPr>
          <p:spPr>
            <a:xfrm rot="-10449350">
              <a:off x="909590" y="1039733"/>
              <a:ext cx="570755" cy="158543"/>
            </a:xfrm>
            <a:prstGeom prst="ellipse">
              <a:avLst/>
            </a:prstGeom>
            <a:gradFill>
              <a:gsLst>
                <a:gs pos="0">
                  <a:srgbClr val="940000">
                    <a:alpha val="32968"/>
                  </a:srgbClr>
                </a:gs>
                <a:gs pos="14286">
                  <a:srgbClr val="940000">
                    <a:alpha val="30764"/>
                  </a:srgbClr>
                </a:gs>
                <a:gs pos="28571">
                  <a:srgbClr val="940000">
                    <a:alpha val="24833"/>
                  </a:srgbClr>
                </a:gs>
                <a:gs pos="42857">
                  <a:srgbClr val="940000">
                    <a:alpha val="17075"/>
                  </a:srgbClr>
                </a:gs>
                <a:gs pos="57143">
                  <a:srgbClr val="940000">
                    <a:alpha val="9855"/>
                  </a:srgbClr>
                </a:gs>
                <a:gs pos="71429">
                  <a:srgbClr val="940000">
                    <a:alpha val="4740"/>
                  </a:srgbClr>
                </a:gs>
                <a:gs pos="85714">
                  <a:srgbClr val="940000">
                    <a:alpha val="1902"/>
                  </a:srgbClr>
                </a:gs>
                <a:gs pos="100000">
                  <a:srgbClr val="9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4" name="Splat 1264"/>
            <p:cNvSpPr>
              <a:spLocks noGrp="1"/>
            </p:cNvSpPr>
            <p:nvPr/>
          </p:nvSpPr>
          <p:spPr>
            <a:xfrm rot="10728301">
              <a:off x="1910387" y="1393224"/>
              <a:ext cx="328612" cy="91281"/>
            </a:xfrm>
            <a:prstGeom prst="ellipse">
              <a:avLst/>
            </a:prstGeom>
            <a:gradFill>
              <a:gsLst>
                <a:gs pos="0">
                  <a:srgbClr val="006C95">
                    <a:alpha val="32968"/>
                  </a:srgbClr>
                </a:gs>
                <a:gs pos="14286">
                  <a:srgbClr val="006C95">
                    <a:alpha val="30764"/>
                  </a:srgbClr>
                </a:gs>
                <a:gs pos="28571">
                  <a:srgbClr val="006C95">
                    <a:alpha val="24833"/>
                  </a:srgbClr>
                </a:gs>
                <a:gs pos="42857">
                  <a:srgbClr val="006C95">
                    <a:alpha val="17075"/>
                  </a:srgbClr>
                </a:gs>
                <a:gs pos="57143">
                  <a:srgbClr val="006C95">
                    <a:alpha val="9855"/>
                  </a:srgbClr>
                </a:gs>
                <a:gs pos="71429">
                  <a:srgbClr val="006C95">
                    <a:alpha val="4740"/>
                  </a:srgbClr>
                </a:gs>
                <a:gs pos="85714">
                  <a:srgbClr val="006C95">
                    <a:alpha val="1902"/>
                  </a:srgbClr>
                </a:gs>
                <a:gs pos="100000">
                  <a:srgbClr val="006C9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5" name="Splat 1265"/>
            <p:cNvSpPr>
              <a:spLocks noGrp="1"/>
            </p:cNvSpPr>
            <p:nvPr/>
          </p:nvSpPr>
          <p:spPr>
            <a:xfrm rot="5400000">
              <a:off x="2585958" y="509619"/>
              <a:ext cx="351654" cy="351654"/>
            </a:xfrm>
            <a:prstGeom prst="ellipse">
              <a:avLst/>
            </a:prstGeom>
            <a:gradFill>
              <a:gsLst>
                <a:gs pos="0">
                  <a:srgbClr val="6CD8FF">
                    <a:alpha val="32968"/>
                  </a:srgbClr>
                </a:gs>
                <a:gs pos="14286">
                  <a:srgbClr val="6CD8FF">
                    <a:alpha val="30764"/>
                  </a:srgbClr>
                </a:gs>
                <a:gs pos="28571">
                  <a:srgbClr val="6CD8FF">
                    <a:alpha val="24833"/>
                  </a:srgbClr>
                </a:gs>
                <a:gs pos="42857">
                  <a:srgbClr val="6CD8FF">
                    <a:alpha val="17075"/>
                  </a:srgbClr>
                </a:gs>
                <a:gs pos="57143">
                  <a:srgbClr val="6CD8FF">
                    <a:alpha val="9855"/>
                  </a:srgbClr>
                </a:gs>
                <a:gs pos="71429">
                  <a:srgbClr val="6CD8FF">
                    <a:alpha val="4740"/>
                  </a:srgbClr>
                </a:gs>
                <a:gs pos="85714">
                  <a:srgbClr val="6CD8FF">
                    <a:alpha val="1902"/>
                  </a:srgbClr>
                </a:gs>
                <a:gs pos="100000">
                  <a:srgbClr val="6CD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6" name="Splat 1266"/>
            <p:cNvSpPr>
              <a:spLocks noGrp="1"/>
            </p:cNvSpPr>
            <p:nvPr/>
          </p:nvSpPr>
          <p:spPr>
            <a:xfrm rot="-10555285">
              <a:off x="1756870" y="1373943"/>
              <a:ext cx="222189" cy="61719"/>
            </a:xfrm>
            <a:prstGeom prst="ellipse">
              <a:avLst/>
            </a:prstGeom>
            <a:gradFill>
              <a:gsLst>
                <a:gs pos="0">
                  <a:srgbClr val="730000">
                    <a:alpha val="23192"/>
                  </a:srgbClr>
                </a:gs>
                <a:gs pos="14286">
                  <a:srgbClr val="730000">
                    <a:alpha val="21535"/>
                  </a:srgbClr>
                </a:gs>
                <a:gs pos="28571">
                  <a:srgbClr val="730000">
                    <a:alpha val="17164"/>
                  </a:srgbClr>
                </a:gs>
                <a:gs pos="42857">
                  <a:srgbClr val="730000">
                    <a:alpha val="11619"/>
                  </a:srgbClr>
                </a:gs>
                <a:gs pos="57143">
                  <a:srgbClr val="730000">
                    <a:alpha val="6615"/>
                  </a:srgbClr>
                </a:gs>
                <a:gs pos="71429">
                  <a:srgbClr val="730000">
                    <a:alpha val="3153"/>
                  </a:srgbClr>
                </a:gs>
                <a:gs pos="85714">
                  <a:srgbClr val="730000">
                    <a:alpha val="1259"/>
                  </a:srgbClr>
                </a:gs>
                <a:gs pos="100000">
                  <a:srgbClr val="730000">
                    <a:alpha val="4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7" name="Splat 1267"/>
            <p:cNvSpPr>
              <a:spLocks noGrp="1"/>
            </p:cNvSpPr>
            <p:nvPr/>
          </p:nvSpPr>
          <p:spPr>
            <a:xfrm rot="5400000">
              <a:off x="2132149" y="1318418"/>
              <a:ext cx="269457" cy="269457"/>
            </a:xfrm>
            <a:prstGeom prst="ellipse">
              <a:avLst/>
            </a:prstGeom>
            <a:gradFill>
              <a:gsLst>
                <a:gs pos="0">
                  <a:srgbClr val="000081">
                    <a:alpha val="15025"/>
                  </a:srgbClr>
                </a:gs>
                <a:gs pos="14286">
                  <a:srgbClr val="000081">
                    <a:alpha val="13898"/>
                  </a:srgbClr>
                </a:gs>
                <a:gs pos="28571">
                  <a:srgbClr val="000081">
                    <a:alpha val="10969"/>
                  </a:srgbClr>
                </a:gs>
                <a:gs pos="42857">
                  <a:srgbClr val="000081">
                    <a:alpha val="7338"/>
                  </a:srgbClr>
                </a:gs>
                <a:gs pos="57143">
                  <a:srgbClr val="000081">
                    <a:alpha val="4135"/>
                  </a:srgbClr>
                </a:gs>
                <a:gs pos="71429">
                  <a:srgbClr val="000081">
                    <a:alpha val="1957"/>
                  </a:srgbClr>
                </a:gs>
                <a:gs pos="85714">
                  <a:srgbClr val="000081">
                    <a:alpha val="779"/>
                  </a:srgbClr>
                </a:gs>
                <a:gs pos="100000">
                  <a:srgbClr val="000081">
                    <a:alpha val="2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8" name="Splat 1268"/>
            <p:cNvSpPr>
              <a:spLocks noGrp="1"/>
            </p:cNvSpPr>
            <p:nvPr/>
          </p:nvSpPr>
          <p:spPr>
            <a:xfrm rot="-9454131">
              <a:off x="1843718" y="1515412"/>
              <a:ext cx="258971" cy="53952"/>
            </a:xfrm>
            <a:prstGeom prst="ellipse">
              <a:avLst/>
            </a:prstGeom>
            <a:gradFill>
              <a:gsLst>
                <a:gs pos="0">
                  <a:srgbClr val="0000A0">
                    <a:alpha val="32968"/>
                  </a:srgbClr>
                </a:gs>
                <a:gs pos="14286">
                  <a:srgbClr val="0000A0">
                    <a:alpha val="30764"/>
                  </a:srgbClr>
                </a:gs>
                <a:gs pos="28571">
                  <a:srgbClr val="0000A0">
                    <a:alpha val="24833"/>
                  </a:srgbClr>
                </a:gs>
                <a:gs pos="42857">
                  <a:srgbClr val="0000A0">
                    <a:alpha val="17075"/>
                  </a:srgbClr>
                </a:gs>
                <a:gs pos="57143">
                  <a:srgbClr val="0000A0">
                    <a:alpha val="9855"/>
                  </a:srgbClr>
                </a:gs>
                <a:gs pos="71429">
                  <a:srgbClr val="0000A0">
                    <a:alpha val="4740"/>
                  </a:srgbClr>
                </a:gs>
                <a:gs pos="85714">
                  <a:srgbClr val="0000A0">
                    <a:alpha val="1902"/>
                  </a:srgbClr>
                </a:gs>
                <a:gs pos="100000">
                  <a:srgbClr val="0000A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9" name="Splat 1269"/>
            <p:cNvSpPr>
              <a:spLocks noGrp="1"/>
            </p:cNvSpPr>
            <p:nvPr/>
          </p:nvSpPr>
          <p:spPr>
            <a:xfrm rot="5400000">
              <a:off x="962307" y="1366691"/>
              <a:ext cx="367182" cy="36718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0" name="Splat 1270"/>
            <p:cNvSpPr>
              <a:spLocks noGrp="1"/>
            </p:cNvSpPr>
            <p:nvPr/>
          </p:nvSpPr>
          <p:spPr>
            <a:xfrm rot="-8265070">
              <a:off x="2266606" y="1203177"/>
              <a:ext cx="567963" cy="157767"/>
            </a:xfrm>
            <a:prstGeom prst="ellipse">
              <a:avLst/>
            </a:prstGeom>
            <a:gradFill>
              <a:gsLst>
                <a:gs pos="0">
                  <a:srgbClr val="FFFFD9">
                    <a:alpha val="3524"/>
                  </a:srgbClr>
                </a:gs>
                <a:gs pos="14286">
                  <a:srgbClr val="FFFFD9">
                    <a:alpha val="3244"/>
                  </a:srgbClr>
                </a:gs>
                <a:gs pos="28571">
                  <a:srgbClr val="FFFFD9">
                    <a:alpha val="2528"/>
                  </a:srgbClr>
                </a:gs>
                <a:gs pos="42857">
                  <a:srgbClr val="FFFFD9">
                    <a:alpha val="1665"/>
                  </a:srgbClr>
                </a:gs>
                <a:gs pos="57143">
                  <a:srgbClr val="FFFFD9">
                    <a:alpha val="926"/>
                  </a:srgbClr>
                </a:gs>
                <a:gs pos="71429">
                  <a:srgbClr val="FFFFD9">
                    <a:alpha val="435"/>
                  </a:srgbClr>
                </a:gs>
                <a:gs pos="85714">
                  <a:srgbClr val="FFFFD9">
                    <a:alpha val="172"/>
                  </a:srgbClr>
                </a:gs>
                <a:gs pos="100000">
                  <a:srgbClr val="FFFFD9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1" name="Splat 1271"/>
            <p:cNvSpPr>
              <a:spLocks noGrp="1"/>
            </p:cNvSpPr>
            <p:nvPr/>
          </p:nvSpPr>
          <p:spPr>
            <a:xfrm rot="-10628843">
              <a:off x="1816894" y="1459309"/>
              <a:ext cx="328613" cy="91281"/>
            </a:xfrm>
            <a:prstGeom prst="ellipse">
              <a:avLst/>
            </a:prstGeom>
            <a:gradFill>
              <a:gsLst>
                <a:gs pos="0">
                  <a:srgbClr val="00B4C4">
                    <a:alpha val="31007"/>
                  </a:srgbClr>
                </a:gs>
                <a:gs pos="14286">
                  <a:srgbClr val="00B4C4">
                    <a:alpha val="28904"/>
                  </a:srgbClr>
                </a:gs>
                <a:gs pos="28571">
                  <a:srgbClr val="00B4C4">
                    <a:alpha val="23270"/>
                  </a:srgbClr>
                </a:gs>
                <a:gs pos="42857">
                  <a:srgbClr val="00B4C4">
                    <a:alpha val="15948"/>
                  </a:srgbClr>
                </a:gs>
                <a:gs pos="57143">
                  <a:srgbClr val="00B4C4">
                    <a:alpha val="9178"/>
                  </a:srgbClr>
                </a:gs>
                <a:gs pos="71429">
                  <a:srgbClr val="00B4C4">
                    <a:alpha val="4406"/>
                  </a:srgbClr>
                </a:gs>
                <a:gs pos="85714">
                  <a:srgbClr val="00B4C4">
                    <a:alpha val="1766"/>
                  </a:srgbClr>
                </a:gs>
                <a:gs pos="100000">
                  <a:srgbClr val="00B4C4">
                    <a:alpha val="5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2" name="Splat 1272"/>
            <p:cNvSpPr>
              <a:spLocks noGrp="1"/>
            </p:cNvSpPr>
            <p:nvPr/>
          </p:nvSpPr>
          <p:spPr>
            <a:xfrm rot="7902403">
              <a:off x="1919415" y="881111"/>
              <a:ext cx="328612" cy="912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3" name="Splat 1273"/>
            <p:cNvSpPr>
              <a:spLocks noGrp="1"/>
            </p:cNvSpPr>
            <p:nvPr/>
          </p:nvSpPr>
          <p:spPr>
            <a:xfrm rot="-9843158">
              <a:off x="1980012" y="1909410"/>
              <a:ext cx="328612" cy="912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4" name="Splat 1274"/>
            <p:cNvSpPr>
              <a:spLocks noGrp="1"/>
            </p:cNvSpPr>
            <p:nvPr/>
          </p:nvSpPr>
          <p:spPr>
            <a:xfrm rot="-10009090">
              <a:off x="2422791" y="747614"/>
              <a:ext cx="328612" cy="115025"/>
            </a:xfrm>
            <a:prstGeom prst="ellipse">
              <a:avLst/>
            </a:prstGeom>
            <a:gradFill>
              <a:gsLst>
                <a:gs pos="0">
                  <a:srgbClr val="53EAFF">
                    <a:alpha val="32968"/>
                  </a:srgbClr>
                </a:gs>
                <a:gs pos="14286">
                  <a:srgbClr val="53EAFF">
                    <a:alpha val="30764"/>
                  </a:srgbClr>
                </a:gs>
                <a:gs pos="28571">
                  <a:srgbClr val="53EAFF">
                    <a:alpha val="24833"/>
                  </a:srgbClr>
                </a:gs>
                <a:gs pos="42857">
                  <a:srgbClr val="53EAFF">
                    <a:alpha val="17075"/>
                  </a:srgbClr>
                </a:gs>
                <a:gs pos="57143">
                  <a:srgbClr val="53EAFF">
                    <a:alpha val="9855"/>
                  </a:srgbClr>
                </a:gs>
                <a:gs pos="71429">
                  <a:srgbClr val="53EAFF">
                    <a:alpha val="4740"/>
                  </a:srgbClr>
                </a:gs>
                <a:gs pos="85714">
                  <a:srgbClr val="53EAFF">
                    <a:alpha val="1902"/>
                  </a:srgbClr>
                </a:gs>
                <a:gs pos="100000">
                  <a:srgbClr val="53E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5" name="Splat 1275"/>
            <p:cNvSpPr>
              <a:spLocks noGrp="1"/>
            </p:cNvSpPr>
            <p:nvPr/>
          </p:nvSpPr>
          <p:spPr>
            <a:xfrm rot="5400000">
              <a:off x="2682082" y="613699"/>
              <a:ext cx="257875" cy="25787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6" name="Splat 1276"/>
            <p:cNvSpPr>
              <a:spLocks noGrp="1"/>
            </p:cNvSpPr>
            <p:nvPr/>
          </p:nvSpPr>
          <p:spPr>
            <a:xfrm rot="5663561">
              <a:off x="1893094" y="2611834"/>
              <a:ext cx="328613" cy="91281"/>
            </a:xfrm>
            <a:prstGeom prst="ellipse">
              <a:avLst/>
            </a:prstGeom>
            <a:gradFill>
              <a:gsLst>
                <a:gs pos="0">
                  <a:srgbClr val="FFFFE2">
                    <a:alpha val="29852"/>
                  </a:srgbClr>
                </a:gs>
                <a:gs pos="14286">
                  <a:srgbClr val="FFFFE2">
                    <a:alpha val="27811"/>
                  </a:srgbClr>
                </a:gs>
                <a:gs pos="28571">
                  <a:srgbClr val="FFFFE2">
                    <a:alpha val="22355"/>
                  </a:srgbClr>
                </a:gs>
                <a:gs pos="42857">
                  <a:srgbClr val="FFFFE2">
                    <a:alpha val="15292"/>
                  </a:srgbClr>
                </a:gs>
                <a:gs pos="57143">
                  <a:srgbClr val="FFFFE2">
                    <a:alpha val="8786"/>
                  </a:srgbClr>
                </a:gs>
                <a:gs pos="71429">
                  <a:srgbClr val="FFFFE2">
                    <a:alpha val="4213"/>
                  </a:srgbClr>
                </a:gs>
                <a:gs pos="85714">
                  <a:srgbClr val="FFFFE2">
                    <a:alpha val="1688"/>
                  </a:srgbClr>
                </a:gs>
                <a:gs pos="100000">
                  <a:srgbClr val="FFFFE2">
                    <a:alpha val="5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7" name="Splat 1277"/>
            <p:cNvSpPr>
              <a:spLocks noGrp="1"/>
            </p:cNvSpPr>
            <p:nvPr/>
          </p:nvSpPr>
          <p:spPr>
            <a:xfrm rot="5400000">
              <a:off x="3173509" y="1669556"/>
              <a:ext cx="407488" cy="407488"/>
            </a:xfrm>
            <a:prstGeom prst="ellipse">
              <a:avLst/>
            </a:prstGeom>
            <a:gradFill>
              <a:gsLst>
                <a:gs pos="0">
                  <a:srgbClr val="9B9CFF">
                    <a:alpha val="28106"/>
                  </a:srgbClr>
                </a:gs>
                <a:gs pos="14286">
                  <a:srgbClr val="9B9CFF">
                    <a:alpha val="26161"/>
                  </a:srgbClr>
                </a:gs>
                <a:gs pos="28571">
                  <a:srgbClr val="9B9CFF">
                    <a:alpha val="20981"/>
                  </a:srgbClr>
                </a:gs>
                <a:gs pos="42857">
                  <a:srgbClr val="9B9CFF">
                    <a:alpha val="14312"/>
                  </a:srgbClr>
                </a:gs>
                <a:gs pos="57143">
                  <a:srgbClr val="9B9CFF">
                    <a:alpha val="8203"/>
                  </a:srgbClr>
                </a:gs>
                <a:gs pos="71429">
                  <a:srgbClr val="9B9CFF">
                    <a:alpha val="3927"/>
                  </a:srgbClr>
                </a:gs>
                <a:gs pos="85714">
                  <a:srgbClr val="9B9CFF">
                    <a:alpha val="1572"/>
                  </a:srgbClr>
                </a:gs>
                <a:gs pos="100000">
                  <a:srgbClr val="9B9CFF">
                    <a:alpha val="5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8" name="Splat 1278"/>
            <p:cNvSpPr>
              <a:spLocks noGrp="1"/>
            </p:cNvSpPr>
            <p:nvPr/>
          </p:nvSpPr>
          <p:spPr>
            <a:xfrm rot="9858471">
              <a:off x="1801173" y="733839"/>
              <a:ext cx="336880" cy="210129"/>
            </a:xfrm>
            <a:prstGeom prst="ellipse">
              <a:avLst/>
            </a:prstGeom>
            <a:gradFill>
              <a:gsLst>
                <a:gs pos="0">
                  <a:srgbClr val="00DFFF">
                    <a:alpha val="32968"/>
                  </a:srgbClr>
                </a:gs>
                <a:gs pos="14286">
                  <a:srgbClr val="00DFFF">
                    <a:alpha val="30764"/>
                  </a:srgbClr>
                </a:gs>
                <a:gs pos="28571">
                  <a:srgbClr val="00DFFF">
                    <a:alpha val="24833"/>
                  </a:srgbClr>
                </a:gs>
                <a:gs pos="42857">
                  <a:srgbClr val="00DFFF">
                    <a:alpha val="17075"/>
                  </a:srgbClr>
                </a:gs>
                <a:gs pos="57143">
                  <a:srgbClr val="00DFFF">
                    <a:alpha val="9855"/>
                  </a:srgbClr>
                </a:gs>
                <a:gs pos="71429">
                  <a:srgbClr val="00DFFF">
                    <a:alpha val="4740"/>
                  </a:srgbClr>
                </a:gs>
                <a:gs pos="85714">
                  <a:srgbClr val="00DFFF">
                    <a:alpha val="1902"/>
                  </a:srgbClr>
                </a:gs>
                <a:gs pos="100000">
                  <a:srgbClr val="00D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9" name="Splat 1279"/>
            <p:cNvSpPr>
              <a:spLocks noGrp="1"/>
            </p:cNvSpPr>
            <p:nvPr/>
          </p:nvSpPr>
          <p:spPr>
            <a:xfrm rot="10614810">
              <a:off x="1835944" y="1926034"/>
              <a:ext cx="328612" cy="91281"/>
            </a:xfrm>
            <a:prstGeom prst="ellipse">
              <a:avLst/>
            </a:prstGeom>
            <a:gradFill>
              <a:gsLst>
                <a:gs pos="0">
                  <a:srgbClr val="8CE1FF">
                    <a:alpha val="32968"/>
                  </a:srgbClr>
                </a:gs>
                <a:gs pos="14286">
                  <a:srgbClr val="8CE1FF">
                    <a:alpha val="30764"/>
                  </a:srgbClr>
                </a:gs>
                <a:gs pos="28571">
                  <a:srgbClr val="8CE1FF">
                    <a:alpha val="24833"/>
                  </a:srgbClr>
                </a:gs>
                <a:gs pos="42857">
                  <a:srgbClr val="8CE1FF">
                    <a:alpha val="17075"/>
                  </a:srgbClr>
                </a:gs>
                <a:gs pos="57143">
                  <a:srgbClr val="8CE1FF">
                    <a:alpha val="9855"/>
                  </a:srgbClr>
                </a:gs>
                <a:gs pos="71429">
                  <a:srgbClr val="8CE1FF">
                    <a:alpha val="4740"/>
                  </a:srgbClr>
                </a:gs>
                <a:gs pos="85714">
                  <a:srgbClr val="8CE1FF">
                    <a:alpha val="1902"/>
                  </a:srgbClr>
                </a:gs>
                <a:gs pos="100000">
                  <a:srgbClr val="8CE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0" name="Splat 1280"/>
            <p:cNvSpPr>
              <a:spLocks noGrp="1"/>
            </p:cNvSpPr>
            <p:nvPr/>
          </p:nvSpPr>
          <p:spPr>
            <a:xfrm rot="10754400">
              <a:off x="1577742" y="672103"/>
              <a:ext cx="492815" cy="136893"/>
            </a:xfrm>
            <a:prstGeom prst="ellipse">
              <a:avLst/>
            </a:prstGeom>
            <a:gradFill>
              <a:gsLst>
                <a:gs pos="0">
                  <a:srgbClr val="F3FFFF">
                    <a:alpha val="32968"/>
                  </a:srgbClr>
                </a:gs>
                <a:gs pos="14286">
                  <a:srgbClr val="F3FFFF">
                    <a:alpha val="30764"/>
                  </a:srgbClr>
                </a:gs>
                <a:gs pos="28571">
                  <a:srgbClr val="F3FFFF">
                    <a:alpha val="24833"/>
                  </a:srgbClr>
                </a:gs>
                <a:gs pos="42857">
                  <a:srgbClr val="F3FFFF">
                    <a:alpha val="17075"/>
                  </a:srgbClr>
                </a:gs>
                <a:gs pos="57143">
                  <a:srgbClr val="F3FFFF">
                    <a:alpha val="9855"/>
                  </a:srgbClr>
                </a:gs>
                <a:gs pos="71429">
                  <a:srgbClr val="F3FFFF">
                    <a:alpha val="4740"/>
                  </a:srgbClr>
                </a:gs>
                <a:gs pos="85714">
                  <a:srgbClr val="F3FFFF">
                    <a:alpha val="1902"/>
                  </a:srgbClr>
                </a:gs>
                <a:gs pos="100000">
                  <a:srgbClr val="F3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1" name="Splat 1281"/>
            <p:cNvSpPr>
              <a:spLocks noGrp="1"/>
            </p:cNvSpPr>
            <p:nvPr/>
          </p:nvSpPr>
          <p:spPr>
            <a:xfrm rot="-9632643">
              <a:off x="726947" y="1349252"/>
              <a:ext cx="283927" cy="124352"/>
            </a:xfrm>
            <a:prstGeom prst="ellipse">
              <a:avLst/>
            </a:prstGeom>
            <a:gradFill>
              <a:gsLst>
                <a:gs pos="0">
                  <a:srgbClr val="FFFFF1">
                    <a:alpha val="30325"/>
                  </a:srgbClr>
                </a:gs>
                <a:gs pos="14286">
                  <a:srgbClr val="FFFFF1">
                    <a:alpha val="28259"/>
                  </a:srgbClr>
                </a:gs>
                <a:gs pos="28571">
                  <a:srgbClr val="FFFFF1">
                    <a:alpha val="22730"/>
                  </a:srgbClr>
                </a:gs>
                <a:gs pos="42857">
                  <a:srgbClr val="FFFFF1">
                    <a:alpha val="15561"/>
                  </a:srgbClr>
                </a:gs>
                <a:gs pos="57143">
                  <a:srgbClr val="FFFFF1">
                    <a:alpha val="8946"/>
                  </a:srgbClr>
                </a:gs>
                <a:gs pos="71429">
                  <a:srgbClr val="FFFFF1">
                    <a:alpha val="4292"/>
                  </a:srgbClr>
                </a:gs>
                <a:gs pos="85714">
                  <a:srgbClr val="FFFFF1">
                    <a:alpha val="1720"/>
                  </a:srgbClr>
                </a:gs>
                <a:gs pos="100000">
                  <a:srgbClr val="FFFFF1">
                    <a:alpha val="5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2" name="Splat 1282"/>
            <p:cNvSpPr>
              <a:spLocks noGrp="1"/>
            </p:cNvSpPr>
            <p:nvPr/>
          </p:nvSpPr>
          <p:spPr>
            <a:xfrm rot="5400000">
              <a:off x="1935920" y="994749"/>
              <a:ext cx="329913" cy="329913"/>
            </a:xfrm>
            <a:prstGeom prst="ellipse">
              <a:avLst/>
            </a:prstGeom>
            <a:gradFill>
              <a:gsLst>
                <a:gs pos="0">
                  <a:srgbClr val="0000FF">
                    <a:alpha val="23745"/>
                  </a:srgbClr>
                </a:gs>
                <a:gs pos="14286">
                  <a:srgbClr val="0000FF">
                    <a:alpha val="22054"/>
                  </a:srgbClr>
                </a:gs>
                <a:gs pos="28571">
                  <a:srgbClr val="0000FF">
                    <a:alpha val="17590"/>
                  </a:srgbClr>
                </a:gs>
                <a:gs pos="42857">
                  <a:srgbClr val="0000FF">
                    <a:alpha val="11917"/>
                  </a:srgbClr>
                </a:gs>
                <a:gs pos="57143">
                  <a:srgbClr val="0000FF">
                    <a:alpha val="6790"/>
                  </a:srgbClr>
                </a:gs>
                <a:gs pos="71429">
                  <a:srgbClr val="0000FF">
                    <a:alpha val="3238"/>
                  </a:srgbClr>
                </a:gs>
                <a:gs pos="85714">
                  <a:srgbClr val="0000FF">
                    <a:alpha val="1293"/>
                  </a:srgbClr>
                </a:gs>
                <a:gs pos="100000">
                  <a:srgbClr val="0000FF">
                    <a:alpha val="4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3" name="Splat 1283"/>
            <p:cNvSpPr>
              <a:spLocks noGrp="1"/>
            </p:cNvSpPr>
            <p:nvPr/>
          </p:nvSpPr>
          <p:spPr>
            <a:xfrm rot="6602862">
              <a:off x="3055373" y="2146301"/>
              <a:ext cx="328612" cy="912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4" name="Splat 1284"/>
            <p:cNvSpPr>
              <a:spLocks noGrp="1"/>
            </p:cNvSpPr>
            <p:nvPr/>
          </p:nvSpPr>
          <p:spPr>
            <a:xfrm rot="9186185">
              <a:off x="2448240" y="960067"/>
              <a:ext cx="328612" cy="94627"/>
            </a:xfrm>
            <a:prstGeom prst="ellipse">
              <a:avLst/>
            </a:prstGeom>
            <a:gradFill>
              <a:gsLst>
                <a:gs pos="0">
                  <a:srgbClr val="FFEEFF">
                    <a:alpha val="10783"/>
                  </a:srgbClr>
                </a:gs>
                <a:gs pos="14286">
                  <a:srgbClr val="FFEEFF">
                    <a:alpha val="9956"/>
                  </a:srgbClr>
                </a:gs>
                <a:gs pos="28571">
                  <a:srgbClr val="FFEEFF">
                    <a:alpha val="7820"/>
                  </a:srgbClr>
                </a:gs>
                <a:gs pos="42857">
                  <a:srgbClr val="FFEEFF">
                    <a:alpha val="5201"/>
                  </a:srgbClr>
                </a:gs>
                <a:gs pos="57143">
                  <a:srgbClr val="FFEEFF">
                    <a:alpha val="2916"/>
                  </a:srgbClr>
                </a:gs>
                <a:gs pos="71429">
                  <a:srgbClr val="FFEEFF">
                    <a:alpha val="1376"/>
                  </a:srgbClr>
                </a:gs>
                <a:gs pos="85714">
                  <a:srgbClr val="FFEEFF">
                    <a:alpha val="546"/>
                  </a:srgbClr>
                </a:gs>
                <a:gs pos="100000">
                  <a:srgbClr val="FFEEFF">
                    <a:alpha val="1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5" name="Splat 1285"/>
            <p:cNvSpPr>
              <a:spLocks noGrp="1"/>
            </p:cNvSpPr>
            <p:nvPr/>
          </p:nvSpPr>
          <p:spPr>
            <a:xfrm rot="5400000">
              <a:off x="2996458" y="1316735"/>
              <a:ext cx="334865" cy="3348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6" name="Splat 1286"/>
            <p:cNvSpPr>
              <a:spLocks noGrp="1"/>
            </p:cNvSpPr>
            <p:nvPr/>
          </p:nvSpPr>
          <p:spPr>
            <a:xfrm rot="5400000">
              <a:off x="1453741" y="2050326"/>
              <a:ext cx="285064" cy="285064"/>
            </a:xfrm>
            <a:prstGeom prst="ellipse">
              <a:avLst/>
            </a:prstGeom>
            <a:gradFill>
              <a:gsLst>
                <a:gs pos="0">
                  <a:srgbClr val="00A3A8">
                    <a:alpha val="26709"/>
                  </a:srgbClr>
                </a:gs>
                <a:gs pos="14286">
                  <a:srgbClr val="00A3A8">
                    <a:alpha val="24844"/>
                  </a:srgbClr>
                </a:gs>
                <a:gs pos="28571">
                  <a:srgbClr val="00A3A8">
                    <a:alpha val="19889"/>
                  </a:srgbClr>
                </a:gs>
                <a:gs pos="42857">
                  <a:srgbClr val="00A3A8">
                    <a:alpha val="13537"/>
                  </a:srgbClr>
                </a:gs>
                <a:gs pos="57143">
                  <a:srgbClr val="00A3A8">
                    <a:alpha val="7743"/>
                  </a:srgbClr>
                </a:gs>
                <a:gs pos="71429">
                  <a:srgbClr val="00A3A8">
                    <a:alpha val="3702"/>
                  </a:srgbClr>
                </a:gs>
                <a:gs pos="85714">
                  <a:srgbClr val="00A3A8">
                    <a:alpha val="1481"/>
                  </a:srgbClr>
                </a:gs>
                <a:gs pos="100000">
                  <a:srgbClr val="00A3A8">
                    <a:alpha val="4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7" name="Splat 1287"/>
            <p:cNvSpPr>
              <a:spLocks noGrp="1"/>
            </p:cNvSpPr>
            <p:nvPr/>
          </p:nvSpPr>
          <p:spPr>
            <a:xfrm rot="5400000">
              <a:off x="1365414" y="670063"/>
              <a:ext cx="367224" cy="367224"/>
            </a:xfrm>
            <a:prstGeom prst="ellipse">
              <a:avLst/>
            </a:prstGeom>
            <a:gradFill>
              <a:gsLst>
                <a:gs pos="0">
                  <a:srgbClr val="DAFFFF">
                    <a:alpha val="32968"/>
                  </a:srgbClr>
                </a:gs>
                <a:gs pos="14286">
                  <a:srgbClr val="DAFFFF">
                    <a:alpha val="30764"/>
                  </a:srgbClr>
                </a:gs>
                <a:gs pos="28571">
                  <a:srgbClr val="DAFFFF">
                    <a:alpha val="24833"/>
                  </a:srgbClr>
                </a:gs>
                <a:gs pos="42857">
                  <a:srgbClr val="DAFFFF">
                    <a:alpha val="17075"/>
                  </a:srgbClr>
                </a:gs>
                <a:gs pos="57143">
                  <a:srgbClr val="DAFFFF">
                    <a:alpha val="9855"/>
                  </a:srgbClr>
                </a:gs>
                <a:gs pos="71429">
                  <a:srgbClr val="DAFFFF">
                    <a:alpha val="4740"/>
                  </a:srgbClr>
                </a:gs>
                <a:gs pos="85714">
                  <a:srgbClr val="DAFFFF">
                    <a:alpha val="1902"/>
                  </a:srgbClr>
                </a:gs>
                <a:gs pos="100000">
                  <a:srgbClr val="DA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8" name="Splat 1288"/>
            <p:cNvSpPr>
              <a:spLocks noGrp="1"/>
            </p:cNvSpPr>
            <p:nvPr/>
          </p:nvSpPr>
          <p:spPr>
            <a:xfrm rot="-10437636">
              <a:off x="2219467" y="1254384"/>
              <a:ext cx="380145" cy="244495"/>
            </a:xfrm>
            <a:prstGeom prst="ellipse">
              <a:avLst/>
            </a:prstGeom>
            <a:gradFill>
              <a:gsLst>
                <a:gs pos="0">
                  <a:srgbClr val="0000FF">
                    <a:alpha val="8110"/>
                  </a:srgbClr>
                </a:gs>
                <a:gs pos="14286">
                  <a:srgbClr val="0000FF">
                    <a:alpha val="7479"/>
                  </a:srgbClr>
                </a:gs>
                <a:gs pos="28571">
                  <a:srgbClr val="0000FF">
                    <a:alpha val="5857"/>
                  </a:srgbClr>
                </a:gs>
                <a:gs pos="42857">
                  <a:srgbClr val="0000FF">
                    <a:alpha val="3882"/>
                  </a:srgbClr>
                </a:gs>
                <a:gs pos="57143">
                  <a:srgbClr val="0000FF">
                    <a:alpha val="2170"/>
                  </a:srgbClr>
                </a:gs>
                <a:gs pos="71429">
                  <a:srgbClr val="0000FF">
                    <a:alpha val="1022"/>
                  </a:srgbClr>
                </a:gs>
                <a:gs pos="85714">
                  <a:srgbClr val="0000FF">
                    <a:alpha val="405"/>
                  </a:srgbClr>
                </a:gs>
                <a:gs pos="100000">
                  <a:srgbClr val="0000FF">
                    <a:alpha val="1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9" name="Splat 1289"/>
            <p:cNvSpPr>
              <a:spLocks noGrp="1"/>
            </p:cNvSpPr>
            <p:nvPr/>
          </p:nvSpPr>
          <p:spPr>
            <a:xfrm rot="9616396">
              <a:off x="2432116" y="819699"/>
              <a:ext cx="307356" cy="85377"/>
            </a:xfrm>
            <a:prstGeom prst="ellipse">
              <a:avLst/>
            </a:prstGeom>
            <a:gradFill>
              <a:gsLst>
                <a:gs pos="0">
                  <a:srgbClr val="008D9E">
                    <a:alpha val="32968"/>
                  </a:srgbClr>
                </a:gs>
                <a:gs pos="14286">
                  <a:srgbClr val="008D9E">
                    <a:alpha val="30764"/>
                  </a:srgbClr>
                </a:gs>
                <a:gs pos="28571">
                  <a:srgbClr val="008D9E">
                    <a:alpha val="24833"/>
                  </a:srgbClr>
                </a:gs>
                <a:gs pos="42857">
                  <a:srgbClr val="008D9E">
                    <a:alpha val="17075"/>
                  </a:srgbClr>
                </a:gs>
                <a:gs pos="57143">
                  <a:srgbClr val="008D9E">
                    <a:alpha val="9855"/>
                  </a:srgbClr>
                </a:gs>
                <a:gs pos="71429">
                  <a:srgbClr val="008D9E">
                    <a:alpha val="4740"/>
                  </a:srgbClr>
                </a:gs>
                <a:gs pos="85714">
                  <a:srgbClr val="008D9E">
                    <a:alpha val="1902"/>
                  </a:srgbClr>
                </a:gs>
                <a:gs pos="100000">
                  <a:srgbClr val="008D9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0" name="Splat 1290"/>
            <p:cNvSpPr>
              <a:spLocks noGrp="1"/>
            </p:cNvSpPr>
            <p:nvPr/>
          </p:nvSpPr>
          <p:spPr>
            <a:xfrm rot="4562931">
              <a:off x="1034533" y="1165061"/>
              <a:ext cx="447783" cy="259924"/>
            </a:xfrm>
            <a:prstGeom prst="ellipse">
              <a:avLst/>
            </a:prstGeom>
            <a:gradFill>
              <a:gsLst>
                <a:gs pos="0">
                  <a:srgbClr val="EBFF8A">
                    <a:alpha val="15726"/>
                  </a:srgbClr>
                </a:gs>
                <a:gs pos="14286">
                  <a:srgbClr val="EBFF8A">
                    <a:alpha val="14551"/>
                  </a:srgbClr>
                </a:gs>
                <a:gs pos="28571">
                  <a:srgbClr val="EBFF8A">
                    <a:alpha val="11494"/>
                  </a:srgbClr>
                </a:gs>
                <a:gs pos="42857">
                  <a:srgbClr val="EBFF8A">
                    <a:alpha val="7696"/>
                  </a:srgbClr>
                </a:gs>
                <a:gs pos="57143">
                  <a:srgbClr val="EBFF8A">
                    <a:alpha val="4341"/>
                  </a:srgbClr>
                </a:gs>
                <a:gs pos="71429">
                  <a:srgbClr val="EBFF8A">
                    <a:alpha val="2056"/>
                  </a:srgbClr>
                </a:gs>
                <a:gs pos="85714">
                  <a:srgbClr val="EBFF8A">
                    <a:alpha val="818"/>
                  </a:srgbClr>
                </a:gs>
                <a:gs pos="100000">
                  <a:srgbClr val="EBFF8A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1" name="Splat 1291"/>
            <p:cNvSpPr>
              <a:spLocks noGrp="1"/>
            </p:cNvSpPr>
            <p:nvPr/>
          </p:nvSpPr>
          <p:spPr>
            <a:xfrm rot="10042925">
              <a:off x="2045216" y="804591"/>
              <a:ext cx="328612" cy="13775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2" name="Splat 1292"/>
            <p:cNvSpPr>
              <a:spLocks noGrp="1"/>
            </p:cNvSpPr>
            <p:nvPr/>
          </p:nvSpPr>
          <p:spPr>
            <a:xfrm rot="9232757">
              <a:off x="2084578" y="1324776"/>
              <a:ext cx="292870" cy="81353"/>
            </a:xfrm>
            <a:prstGeom prst="ellipse">
              <a:avLst/>
            </a:prstGeom>
            <a:gradFill>
              <a:gsLst>
                <a:gs pos="0">
                  <a:srgbClr val="BAFFFF">
                    <a:alpha val="5961"/>
                  </a:srgbClr>
                </a:gs>
                <a:gs pos="14286">
                  <a:srgbClr val="BAFFFF">
                    <a:alpha val="5492"/>
                  </a:srgbClr>
                </a:gs>
                <a:gs pos="28571">
                  <a:srgbClr val="BAFFFF">
                    <a:alpha val="4291"/>
                  </a:srgbClr>
                </a:gs>
                <a:gs pos="42857">
                  <a:srgbClr val="BAFFFF">
                    <a:alpha val="2836"/>
                  </a:srgbClr>
                </a:gs>
                <a:gs pos="57143">
                  <a:srgbClr val="BAFFFF">
                    <a:alpha val="1581"/>
                  </a:srgbClr>
                </a:gs>
                <a:gs pos="71429">
                  <a:srgbClr val="BAFFFF">
                    <a:alpha val="743"/>
                  </a:srgbClr>
                </a:gs>
                <a:gs pos="85714">
                  <a:srgbClr val="BAFFFF">
                    <a:alpha val="295"/>
                  </a:srgbClr>
                </a:gs>
                <a:gs pos="100000">
                  <a:srgbClr val="BAFFFF">
                    <a:alpha val="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3" name="Splat 1293"/>
            <p:cNvSpPr>
              <a:spLocks noGrp="1"/>
            </p:cNvSpPr>
            <p:nvPr/>
          </p:nvSpPr>
          <p:spPr>
            <a:xfrm rot="9672631">
              <a:off x="1515195" y="669954"/>
              <a:ext cx="328612" cy="91281"/>
            </a:xfrm>
            <a:prstGeom prst="ellipse">
              <a:avLst/>
            </a:prstGeom>
            <a:gradFill>
              <a:gsLst>
                <a:gs pos="0">
                  <a:srgbClr val="C8FFFF">
                    <a:alpha val="32968"/>
                  </a:srgbClr>
                </a:gs>
                <a:gs pos="14286">
                  <a:srgbClr val="C8FFFF">
                    <a:alpha val="30764"/>
                  </a:srgbClr>
                </a:gs>
                <a:gs pos="28571">
                  <a:srgbClr val="C8FFFF">
                    <a:alpha val="24833"/>
                  </a:srgbClr>
                </a:gs>
                <a:gs pos="42857">
                  <a:srgbClr val="C8FFFF">
                    <a:alpha val="17075"/>
                  </a:srgbClr>
                </a:gs>
                <a:gs pos="57143">
                  <a:srgbClr val="C8FFFF">
                    <a:alpha val="9855"/>
                  </a:srgbClr>
                </a:gs>
                <a:gs pos="71429">
                  <a:srgbClr val="C8FFFF">
                    <a:alpha val="4740"/>
                  </a:srgbClr>
                </a:gs>
                <a:gs pos="85714">
                  <a:srgbClr val="C8FFFF">
                    <a:alpha val="1902"/>
                  </a:srgbClr>
                </a:gs>
                <a:gs pos="100000">
                  <a:srgbClr val="C8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4" name="Splat 1294"/>
            <p:cNvSpPr>
              <a:spLocks noGrp="1"/>
            </p:cNvSpPr>
            <p:nvPr/>
          </p:nvSpPr>
          <p:spPr>
            <a:xfrm rot="5400000">
              <a:off x="1147421" y="4452028"/>
              <a:ext cx="64122" cy="64122"/>
            </a:xfrm>
            <a:prstGeom prst="ellipse">
              <a:avLst/>
            </a:prstGeom>
            <a:gradFill>
              <a:gsLst>
                <a:gs pos="0">
                  <a:srgbClr val="BC533C">
                    <a:alpha val="12731"/>
                  </a:srgbClr>
                </a:gs>
                <a:gs pos="14286">
                  <a:srgbClr val="BC533C">
                    <a:alpha val="11765"/>
                  </a:srgbClr>
                </a:gs>
                <a:gs pos="28571">
                  <a:srgbClr val="BC533C">
                    <a:alpha val="9261"/>
                  </a:srgbClr>
                </a:gs>
                <a:gs pos="42857">
                  <a:srgbClr val="BC533C">
                    <a:alpha val="6176"/>
                  </a:srgbClr>
                </a:gs>
                <a:gs pos="57143">
                  <a:srgbClr val="BC533C">
                    <a:alpha val="3470"/>
                  </a:srgbClr>
                </a:gs>
                <a:gs pos="71429">
                  <a:srgbClr val="BC533C">
                    <a:alpha val="1640"/>
                  </a:srgbClr>
                </a:gs>
                <a:gs pos="85714">
                  <a:srgbClr val="BC533C">
                    <a:alpha val="652"/>
                  </a:srgbClr>
                </a:gs>
                <a:gs pos="100000">
                  <a:srgbClr val="BC533C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5" name="Splat 1295"/>
            <p:cNvSpPr>
              <a:spLocks noGrp="1"/>
            </p:cNvSpPr>
            <p:nvPr/>
          </p:nvSpPr>
          <p:spPr>
            <a:xfrm rot="9553289">
              <a:off x="188101" y="4279935"/>
              <a:ext cx="328612" cy="912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6" name="Splat 1296"/>
            <p:cNvSpPr>
              <a:spLocks noGrp="1"/>
            </p:cNvSpPr>
            <p:nvPr/>
          </p:nvSpPr>
          <p:spPr>
            <a:xfrm rot="5400000">
              <a:off x="-138574" y="2507243"/>
              <a:ext cx="485014" cy="485014"/>
            </a:xfrm>
            <a:prstGeom prst="ellipse">
              <a:avLst/>
            </a:prstGeom>
            <a:gradFill>
              <a:gsLst>
                <a:gs pos="0">
                  <a:srgbClr val="FED400">
                    <a:alpha val="29372"/>
                  </a:srgbClr>
                </a:gs>
                <a:gs pos="14286">
                  <a:srgbClr val="FED400">
                    <a:alpha val="27357"/>
                  </a:srgbClr>
                </a:gs>
                <a:gs pos="28571">
                  <a:srgbClr val="FED400">
                    <a:alpha val="21977"/>
                  </a:srgbClr>
                </a:gs>
                <a:gs pos="42857">
                  <a:srgbClr val="FED400">
                    <a:alpha val="15022"/>
                  </a:srgbClr>
                </a:gs>
                <a:gs pos="57143">
                  <a:srgbClr val="FED400">
                    <a:alpha val="8625"/>
                  </a:srgbClr>
                </a:gs>
                <a:gs pos="71429">
                  <a:srgbClr val="FED400">
                    <a:alpha val="4134"/>
                  </a:srgbClr>
                </a:gs>
                <a:gs pos="85714">
                  <a:srgbClr val="FED400">
                    <a:alpha val="1656"/>
                  </a:srgbClr>
                </a:gs>
                <a:gs pos="100000">
                  <a:srgbClr val="FED400">
                    <a:alpha val="5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7" name="Splat 1297"/>
            <p:cNvSpPr>
              <a:spLocks noGrp="1"/>
            </p:cNvSpPr>
            <p:nvPr/>
          </p:nvSpPr>
          <p:spPr>
            <a:xfrm rot="-8903087">
              <a:off x="907181" y="1752285"/>
              <a:ext cx="333426" cy="92618"/>
            </a:xfrm>
            <a:prstGeom prst="ellipse">
              <a:avLst/>
            </a:prstGeom>
            <a:gradFill>
              <a:gsLst>
                <a:gs pos="0">
                  <a:srgbClr val="FFFFD5">
                    <a:alpha val="29082"/>
                  </a:srgbClr>
                </a:gs>
                <a:gs pos="14286">
                  <a:srgbClr val="FFFFD5">
                    <a:alpha val="27083"/>
                  </a:srgbClr>
                </a:gs>
                <a:gs pos="28571">
                  <a:srgbClr val="FFFFD5">
                    <a:alpha val="21748"/>
                  </a:srgbClr>
                </a:gs>
                <a:gs pos="42857">
                  <a:srgbClr val="FFFFD5">
                    <a:alpha val="14859"/>
                  </a:srgbClr>
                </a:gs>
                <a:gs pos="57143">
                  <a:srgbClr val="FFFFD5">
                    <a:alpha val="8527"/>
                  </a:srgbClr>
                </a:gs>
                <a:gs pos="71429">
                  <a:srgbClr val="FFFFD5">
                    <a:alpha val="4086"/>
                  </a:srgbClr>
                </a:gs>
                <a:gs pos="85714">
                  <a:srgbClr val="FFFFD5">
                    <a:alpha val="1636"/>
                  </a:srgbClr>
                </a:gs>
                <a:gs pos="100000">
                  <a:srgbClr val="FFFFD5">
                    <a:alpha val="5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8" name="Splat 1298"/>
            <p:cNvSpPr>
              <a:spLocks noGrp="1"/>
            </p:cNvSpPr>
            <p:nvPr/>
          </p:nvSpPr>
          <p:spPr>
            <a:xfrm rot="-9861113">
              <a:off x="2123839" y="1594772"/>
              <a:ext cx="410427" cy="85506"/>
            </a:xfrm>
            <a:prstGeom prst="ellipse">
              <a:avLst/>
            </a:prstGeom>
            <a:gradFill>
              <a:gsLst>
                <a:gs pos="0">
                  <a:srgbClr val="5B0080">
                    <a:alpha val="22068"/>
                  </a:srgbClr>
                </a:gs>
                <a:gs pos="14286">
                  <a:srgbClr val="5B0080">
                    <a:alpha val="20481"/>
                  </a:srgbClr>
                </a:gs>
                <a:gs pos="28571">
                  <a:srgbClr val="5B0080">
                    <a:alpha val="16301"/>
                  </a:srgbClr>
                </a:gs>
                <a:gs pos="42857">
                  <a:srgbClr val="5B0080">
                    <a:alpha val="11016"/>
                  </a:srgbClr>
                </a:gs>
                <a:gs pos="57143">
                  <a:srgbClr val="5B0080">
                    <a:alpha val="6262"/>
                  </a:srgbClr>
                </a:gs>
                <a:gs pos="71429">
                  <a:srgbClr val="5B0080">
                    <a:alpha val="2982"/>
                  </a:srgbClr>
                </a:gs>
                <a:gs pos="85714">
                  <a:srgbClr val="5B0080">
                    <a:alpha val="1190"/>
                  </a:srgbClr>
                </a:gs>
                <a:gs pos="100000">
                  <a:srgbClr val="5B0080">
                    <a:alpha val="3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9" name="Splat 1299"/>
            <p:cNvSpPr>
              <a:spLocks noGrp="1"/>
            </p:cNvSpPr>
            <p:nvPr/>
          </p:nvSpPr>
          <p:spPr>
            <a:xfrm rot="5400000">
              <a:off x="934237" y="1526933"/>
              <a:ext cx="348605" cy="348605"/>
            </a:xfrm>
            <a:prstGeom prst="ellipse">
              <a:avLst/>
            </a:prstGeom>
            <a:gradFill>
              <a:gsLst>
                <a:gs pos="0">
                  <a:srgbClr val="000000">
                    <a:alpha val="26134"/>
                  </a:srgbClr>
                </a:gs>
                <a:gs pos="14286">
                  <a:srgbClr val="000000">
                    <a:alpha val="24302"/>
                  </a:srgbClr>
                </a:gs>
                <a:gs pos="28571">
                  <a:srgbClr val="000000">
                    <a:alpha val="19441"/>
                  </a:srgbClr>
                </a:gs>
                <a:gs pos="42857">
                  <a:srgbClr val="000000">
                    <a:alpha val="13220"/>
                  </a:srgbClr>
                </a:gs>
                <a:gs pos="57143">
                  <a:srgbClr val="000000">
                    <a:alpha val="7556"/>
                  </a:srgbClr>
                </a:gs>
                <a:gs pos="71429">
                  <a:srgbClr val="000000">
                    <a:alpha val="3611"/>
                  </a:srgbClr>
                </a:gs>
                <a:gs pos="85714">
                  <a:srgbClr val="000000">
                    <a:alpha val="1444"/>
                  </a:srgbClr>
                </a:gs>
                <a:gs pos="100000">
                  <a:srgbClr val="000000">
                    <a:alpha val="4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0" name="Splat 1300"/>
            <p:cNvSpPr>
              <a:spLocks noGrp="1"/>
            </p:cNvSpPr>
            <p:nvPr/>
          </p:nvSpPr>
          <p:spPr>
            <a:xfrm rot="5400000">
              <a:off x="2254259" y="603511"/>
              <a:ext cx="64264" cy="64264"/>
            </a:xfrm>
            <a:prstGeom prst="ellipse">
              <a:avLst/>
            </a:prstGeom>
            <a:gradFill>
              <a:gsLst>
                <a:gs pos="0">
                  <a:srgbClr val="2A7AA3">
                    <a:alpha val="12693"/>
                  </a:srgbClr>
                </a:gs>
                <a:gs pos="14286">
                  <a:srgbClr val="2A7AA3">
                    <a:alpha val="11729"/>
                  </a:srgbClr>
                </a:gs>
                <a:gs pos="28571">
                  <a:srgbClr val="2A7AA3">
                    <a:alpha val="9233"/>
                  </a:srgbClr>
                </a:gs>
                <a:gs pos="42857">
                  <a:srgbClr val="2A7AA3">
                    <a:alpha val="6156"/>
                  </a:srgbClr>
                </a:gs>
                <a:gs pos="57143">
                  <a:srgbClr val="2A7AA3">
                    <a:alpha val="3459"/>
                  </a:srgbClr>
                </a:gs>
                <a:gs pos="71429">
                  <a:srgbClr val="2A7AA3">
                    <a:alpha val="1635"/>
                  </a:srgbClr>
                </a:gs>
                <a:gs pos="85714">
                  <a:srgbClr val="2A7AA3">
                    <a:alpha val="650"/>
                  </a:srgbClr>
                </a:gs>
                <a:gs pos="100000">
                  <a:srgbClr val="2A7AA3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1" name="Splat 1301"/>
            <p:cNvSpPr>
              <a:spLocks noGrp="1"/>
            </p:cNvSpPr>
            <p:nvPr/>
          </p:nvSpPr>
          <p:spPr>
            <a:xfrm rot="10425867">
              <a:off x="1769269" y="1087834"/>
              <a:ext cx="328612" cy="91281"/>
            </a:xfrm>
            <a:prstGeom prst="ellipse">
              <a:avLst/>
            </a:prstGeom>
            <a:gradFill>
              <a:gsLst>
                <a:gs pos="0">
                  <a:srgbClr val="00F2BB">
                    <a:alpha val="19876"/>
                  </a:srgbClr>
                </a:gs>
                <a:gs pos="14286">
                  <a:srgbClr val="00F2BB">
                    <a:alpha val="18427"/>
                  </a:srgbClr>
                </a:gs>
                <a:gs pos="28571">
                  <a:srgbClr val="00F2BB">
                    <a:alpha val="14627"/>
                  </a:srgbClr>
                </a:gs>
                <a:gs pos="42857">
                  <a:srgbClr val="00F2BB">
                    <a:alpha val="9853"/>
                  </a:srgbClr>
                </a:gs>
                <a:gs pos="57143">
                  <a:srgbClr val="00F2BB">
                    <a:alpha val="5586"/>
                  </a:srgbClr>
                </a:gs>
                <a:gs pos="71429">
                  <a:srgbClr val="00F2BB">
                    <a:alpha val="2655"/>
                  </a:srgbClr>
                </a:gs>
                <a:gs pos="85714">
                  <a:srgbClr val="00F2BB">
                    <a:alpha val="1058"/>
                  </a:srgbClr>
                </a:gs>
                <a:gs pos="100000">
                  <a:srgbClr val="00F2BB">
                    <a:alpha val="3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2" name="Splat 1302"/>
            <p:cNvSpPr>
              <a:spLocks noGrp="1"/>
            </p:cNvSpPr>
            <p:nvPr/>
          </p:nvSpPr>
          <p:spPr>
            <a:xfrm rot="5400000">
              <a:off x="2519509" y="1513929"/>
              <a:ext cx="63969" cy="63969"/>
            </a:xfrm>
            <a:prstGeom prst="ellipse">
              <a:avLst/>
            </a:prstGeom>
            <a:gradFill>
              <a:gsLst>
                <a:gs pos="0">
                  <a:srgbClr val="A97796">
                    <a:alpha val="12773"/>
                  </a:srgbClr>
                </a:gs>
                <a:gs pos="14286">
                  <a:srgbClr val="A97796">
                    <a:alpha val="11804"/>
                  </a:srgbClr>
                </a:gs>
                <a:gs pos="28571">
                  <a:srgbClr val="A97796">
                    <a:alpha val="9292"/>
                  </a:srgbClr>
                </a:gs>
                <a:gs pos="42857">
                  <a:srgbClr val="A97796">
                    <a:alpha val="6197"/>
                  </a:srgbClr>
                </a:gs>
                <a:gs pos="57143">
                  <a:srgbClr val="A97796">
                    <a:alpha val="3482"/>
                  </a:srgbClr>
                </a:gs>
                <a:gs pos="71429">
                  <a:srgbClr val="A97796">
                    <a:alpha val="1645"/>
                  </a:srgbClr>
                </a:gs>
                <a:gs pos="85714">
                  <a:srgbClr val="A97796">
                    <a:alpha val="654"/>
                  </a:srgbClr>
                </a:gs>
                <a:gs pos="100000">
                  <a:srgbClr val="A97796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3" name="Splat 1303"/>
            <p:cNvSpPr>
              <a:spLocks noGrp="1"/>
            </p:cNvSpPr>
            <p:nvPr/>
          </p:nvSpPr>
          <p:spPr>
            <a:xfrm rot="-10306133">
              <a:off x="1695498" y="853501"/>
              <a:ext cx="218107" cy="60585"/>
            </a:xfrm>
            <a:prstGeom prst="ellipse">
              <a:avLst/>
            </a:prstGeom>
            <a:gradFill>
              <a:gsLst>
                <a:gs pos="0">
                  <a:srgbClr val="004000">
                    <a:alpha val="32968"/>
                  </a:srgbClr>
                </a:gs>
                <a:gs pos="14286">
                  <a:srgbClr val="004000">
                    <a:alpha val="30764"/>
                  </a:srgbClr>
                </a:gs>
                <a:gs pos="28571">
                  <a:srgbClr val="004000">
                    <a:alpha val="24833"/>
                  </a:srgbClr>
                </a:gs>
                <a:gs pos="42857">
                  <a:srgbClr val="004000">
                    <a:alpha val="17075"/>
                  </a:srgbClr>
                </a:gs>
                <a:gs pos="57143">
                  <a:srgbClr val="004000">
                    <a:alpha val="9855"/>
                  </a:srgbClr>
                </a:gs>
                <a:gs pos="71429">
                  <a:srgbClr val="004000">
                    <a:alpha val="4740"/>
                  </a:srgbClr>
                </a:gs>
                <a:gs pos="85714">
                  <a:srgbClr val="004000">
                    <a:alpha val="1902"/>
                  </a:srgbClr>
                </a:gs>
                <a:gs pos="100000">
                  <a:srgbClr val="004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4" name="Splat 1304"/>
            <p:cNvSpPr>
              <a:spLocks noGrp="1"/>
            </p:cNvSpPr>
            <p:nvPr/>
          </p:nvSpPr>
          <p:spPr>
            <a:xfrm rot="5400000">
              <a:off x="2660663" y="694286"/>
              <a:ext cx="414442" cy="41444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5" name="Splat 1305"/>
            <p:cNvSpPr>
              <a:spLocks noGrp="1"/>
            </p:cNvSpPr>
            <p:nvPr/>
          </p:nvSpPr>
          <p:spPr>
            <a:xfrm rot="-8573964">
              <a:off x="1359694" y="983059"/>
              <a:ext cx="328612" cy="91281"/>
            </a:xfrm>
            <a:prstGeom prst="ellipse">
              <a:avLst/>
            </a:prstGeom>
            <a:gradFill>
              <a:gsLst>
                <a:gs pos="0">
                  <a:srgbClr val="F9FFFF">
                    <a:alpha val="32968"/>
                  </a:srgbClr>
                </a:gs>
                <a:gs pos="14286">
                  <a:srgbClr val="F9FFFF">
                    <a:alpha val="30764"/>
                  </a:srgbClr>
                </a:gs>
                <a:gs pos="28571">
                  <a:srgbClr val="F9FFFF">
                    <a:alpha val="24833"/>
                  </a:srgbClr>
                </a:gs>
                <a:gs pos="42857">
                  <a:srgbClr val="F9FFFF">
                    <a:alpha val="17075"/>
                  </a:srgbClr>
                </a:gs>
                <a:gs pos="57143">
                  <a:srgbClr val="F9FFFF">
                    <a:alpha val="9855"/>
                  </a:srgbClr>
                </a:gs>
                <a:gs pos="71429">
                  <a:srgbClr val="F9FFFF">
                    <a:alpha val="4740"/>
                  </a:srgbClr>
                </a:gs>
                <a:gs pos="85714">
                  <a:srgbClr val="F9FFFF">
                    <a:alpha val="1902"/>
                  </a:srgbClr>
                </a:gs>
                <a:gs pos="100000">
                  <a:srgbClr val="F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6" name="Splat 1306"/>
            <p:cNvSpPr>
              <a:spLocks noGrp="1"/>
            </p:cNvSpPr>
            <p:nvPr/>
          </p:nvSpPr>
          <p:spPr>
            <a:xfrm rot="10306097">
              <a:off x="1962654" y="1313080"/>
              <a:ext cx="328612" cy="91281"/>
            </a:xfrm>
            <a:prstGeom prst="ellipse">
              <a:avLst/>
            </a:prstGeom>
            <a:gradFill>
              <a:gsLst>
                <a:gs pos="0">
                  <a:srgbClr val="0066A2">
                    <a:alpha val="32968"/>
                  </a:srgbClr>
                </a:gs>
                <a:gs pos="14286">
                  <a:srgbClr val="0066A2">
                    <a:alpha val="30764"/>
                  </a:srgbClr>
                </a:gs>
                <a:gs pos="28571">
                  <a:srgbClr val="0066A2">
                    <a:alpha val="24833"/>
                  </a:srgbClr>
                </a:gs>
                <a:gs pos="42857">
                  <a:srgbClr val="0066A2">
                    <a:alpha val="17075"/>
                  </a:srgbClr>
                </a:gs>
                <a:gs pos="57143">
                  <a:srgbClr val="0066A2">
                    <a:alpha val="9855"/>
                  </a:srgbClr>
                </a:gs>
                <a:gs pos="71429">
                  <a:srgbClr val="0066A2">
                    <a:alpha val="4740"/>
                  </a:srgbClr>
                </a:gs>
                <a:gs pos="85714">
                  <a:srgbClr val="0066A2">
                    <a:alpha val="1902"/>
                  </a:srgbClr>
                </a:gs>
                <a:gs pos="100000">
                  <a:srgbClr val="0066A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7" name="Splat 1307"/>
            <p:cNvSpPr>
              <a:spLocks noGrp="1"/>
            </p:cNvSpPr>
            <p:nvPr/>
          </p:nvSpPr>
          <p:spPr>
            <a:xfrm rot="10442178">
              <a:off x="2209185" y="1113783"/>
              <a:ext cx="550236" cy="358584"/>
            </a:xfrm>
            <a:prstGeom prst="ellipse">
              <a:avLst/>
            </a:prstGeom>
            <a:gradFill>
              <a:gsLst>
                <a:gs pos="0">
                  <a:srgbClr val="00FFFF">
                    <a:alpha val="12848"/>
                  </a:srgbClr>
                </a:gs>
                <a:gs pos="14286">
                  <a:srgbClr val="00FFFF">
                    <a:alpha val="11873"/>
                  </a:srgbClr>
                </a:gs>
                <a:gs pos="28571">
                  <a:srgbClr val="00FFFF">
                    <a:alpha val="9348"/>
                  </a:srgbClr>
                </a:gs>
                <a:gs pos="42857">
                  <a:srgbClr val="00FFFF">
                    <a:alpha val="6234"/>
                  </a:srgbClr>
                </a:gs>
                <a:gs pos="57143">
                  <a:srgbClr val="00FFFF">
                    <a:alpha val="3504"/>
                  </a:srgbClr>
                </a:gs>
                <a:gs pos="71429">
                  <a:srgbClr val="00FFFF">
                    <a:alpha val="1656"/>
                  </a:srgbClr>
                </a:gs>
                <a:gs pos="85714">
                  <a:srgbClr val="00FFFF">
                    <a:alpha val="658"/>
                  </a:srgbClr>
                </a:gs>
                <a:gs pos="100000">
                  <a:srgbClr val="00FFFF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8" name="Splat 1308"/>
            <p:cNvSpPr>
              <a:spLocks noGrp="1"/>
            </p:cNvSpPr>
            <p:nvPr/>
          </p:nvSpPr>
          <p:spPr>
            <a:xfrm rot="9203143">
              <a:off x="845344" y="1306909"/>
              <a:ext cx="328612" cy="912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9" name="Splat 1309"/>
            <p:cNvSpPr>
              <a:spLocks noGrp="1"/>
            </p:cNvSpPr>
            <p:nvPr/>
          </p:nvSpPr>
          <p:spPr>
            <a:xfrm rot="9510712">
              <a:off x="293494" y="4266221"/>
              <a:ext cx="328612" cy="91281"/>
            </a:xfrm>
            <a:prstGeom prst="ellipse">
              <a:avLst/>
            </a:prstGeom>
            <a:gradFill>
              <a:gsLst>
                <a:gs pos="0">
                  <a:srgbClr val="DCFFFF">
                    <a:alpha val="32968"/>
                  </a:srgbClr>
                </a:gs>
                <a:gs pos="14286">
                  <a:srgbClr val="DCFFFF">
                    <a:alpha val="30764"/>
                  </a:srgbClr>
                </a:gs>
                <a:gs pos="28571">
                  <a:srgbClr val="DCFFFF">
                    <a:alpha val="24833"/>
                  </a:srgbClr>
                </a:gs>
                <a:gs pos="42857">
                  <a:srgbClr val="DCFFFF">
                    <a:alpha val="17075"/>
                  </a:srgbClr>
                </a:gs>
                <a:gs pos="57143">
                  <a:srgbClr val="DCFFFF">
                    <a:alpha val="9855"/>
                  </a:srgbClr>
                </a:gs>
                <a:gs pos="71429">
                  <a:srgbClr val="DCFFFF">
                    <a:alpha val="4740"/>
                  </a:srgbClr>
                </a:gs>
                <a:gs pos="85714">
                  <a:srgbClr val="DCFFFF">
                    <a:alpha val="1902"/>
                  </a:srgbClr>
                </a:gs>
                <a:gs pos="100000">
                  <a:srgbClr val="DC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0" name="Splat 1310"/>
            <p:cNvSpPr>
              <a:spLocks noGrp="1"/>
            </p:cNvSpPr>
            <p:nvPr/>
          </p:nvSpPr>
          <p:spPr>
            <a:xfrm rot="5400000">
              <a:off x="2901435" y="1938753"/>
              <a:ext cx="63771" cy="63771"/>
            </a:xfrm>
            <a:prstGeom prst="ellipse">
              <a:avLst/>
            </a:prstGeom>
            <a:gradFill>
              <a:gsLst>
                <a:gs pos="0">
                  <a:srgbClr val="843D00">
                    <a:alpha val="12827"/>
                  </a:srgbClr>
                </a:gs>
                <a:gs pos="14286">
                  <a:srgbClr val="843D00">
                    <a:alpha val="11853"/>
                  </a:srgbClr>
                </a:gs>
                <a:gs pos="28571">
                  <a:srgbClr val="843D00">
                    <a:alpha val="9332"/>
                  </a:srgbClr>
                </a:gs>
                <a:gs pos="42857">
                  <a:srgbClr val="843D00">
                    <a:alpha val="6224"/>
                  </a:srgbClr>
                </a:gs>
                <a:gs pos="57143">
                  <a:srgbClr val="843D00">
                    <a:alpha val="3498"/>
                  </a:srgbClr>
                </a:gs>
                <a:gs pos="71429">
                  <a:srgbClr val="843D00">
                    <a:alpha val="1653"/>
                  </a:srgbClr>
                </a:gs>
                <a:gs pos="85714">
                  <a:srgbClr val="843D00">
                    <a:alpha val="657"/>
                  </a:srgbClr>
                </a:gs>
                <a:gs pos="100000">
                  <a:srgbClr val="843D00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1" name="Splat 1311"/>
            <p:cNvSpPr>
              <a:spLocks noGrp="1"/>
            </p:cNvSpPr>
            <p:nvPr/>
          </p:nvSpPr>
          <p:spPr>
            <a:xfrm rot="8778278">
              <a:off x="2436019" y="1043799"/>
              <a:ext cx="328612" cy="103153"/>
            </a:xfrm>
            <a:prstGeom prst="ellipse">
              <a:avLst/>
            </a:prstGeom>
            <a:gradFill>
              <a:gsLst>
                <a:gs pos="0">
                  <a:srgbClr val="F8FFFF">
                    <a:alpha val="32968"/>
                  </a:srgbClr>
                </a:gs>
                <a:gs pos="14286">
                  <a:srgbClr val="F8FFFF">
                    <a:alpha val="30764"/>
                  </a:srgbClr>
                </a:gs>
                <a:gs pos="28571">
                  <a:srgbClr val="F8FFFF">
                    <a:alpha val="24833"/>
                  </a:srgbClr>
                </a:gs>
                <a:gs pos="42857">
                  <a:srgbClr val="F8FFFF">
                    <a:alpha val="17075"/>
                  </a:srgbClr>
                </a:gs>
                <a:gs pos="57143">
                  <a:srgbClr val="F8FFFF">
                    <a:alpha val="9855"/>
                  </a:srgbClr>
                </a:gs>
                <a:gs pos="71429">
                  <a:srgbClr val="F8FFFF">
                    <a:alpha val="4740"/>
                  </a:srgbClr>
                </a:gs>
                <a:gs pos="85714">
                  <a:srgbClr val="F8FFFF">
                    <a:alpha val="1902"/>
                  </a:srgbClr>
                </a:gs>
                <a:gs pos="100000">
                  <a:srgbClr val="F8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2" name="Splat 1312"/>
            <p:cNvSpPr>
              <a:spLocks noGrp="1"/>
            </p:cNvSpPr>
            <p:nvPr/>
          </p:nvSpPr>
          <p:spPr>
            <a:xfrm rot="10397879">
              <a:off x="1645444" y="754459"/>
              <a:ext cx="328613" cy="912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3" name="Splat 1313"/>
            <p:cNvSpPr>
              <a:spLocks noGrp="1"/>
            </p:cNvSpPr>
            <p:nvPr/>
          </p:nvSpPr>
          <p:spPr>
            <a:xfrm rot="5400000">
              <a:off x="2093119" y="702469"/>
              <a:ext cx="328612" cy="32861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4" name="Splat 1314"/>
            <p:cNvSpPr>
              <a:spLocks noGrp="1"/>
            </p:cNvSpPr>
            <p:nvPr/>
          </p:nvSpPr>
          <p:spPr>
            <a:xfrm rot="-9351870">
              <a:off x="2163706" y="1603114"/>
              <a:ext cx="350447" cy="97346"/>
            </a:xfrm>
            <a:prstGeom prst="ellipse">
              <a:avLst/>
            </a:prstGeom>
            <a:gradFill>
              <a:gsLst>
                <a:gs pos="0">
                  <a:srgbClr val="FFECFF">
                    <a:alpha val="13045"/>
                  </a:srgbClr>
                </a:gs>
                <a:gs pos="14286">
                  <a:srgbClr val="FFECFF">
                    <a:alpha val="12056"/>
                  </a:srgbClr>
                </a:gs>
                <a:gs pos="28571">
                  <a:srgbClr val="FFECFF">
                    <a:alpha val="9494"/>
                  </a:srgbClr>
                </a:gs>
                <a:gs pos="42857">
                  <a:srgbClr val="FFECFF">
                    <a:alpha val="6334"/>
                  </a:srgbClr>
                </a:gs>
                <a:gs pos="57143">
                  <a:srgbClr val="FFECFF">
                    <a:alpha val="3561"/>
                  </a:srgbClr>
                </a:gs>
                <a:gs pos="71429">
                  <a:srgbClr val="FFECFF">
                    <a:alpha val="1683"/>
                  </a:srgbClr>
                </a:gs>
                <a:gs pos="85714">
                  <a:srgbClr val="FFECFF">
                    <a:alpha val="669"/>
                  </a:srgbClr>
                </a:gs>
                <a:gs pos="100000">
                  <a:srgbClr val="FFECFF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5" name="Splat 1315"/>
            <p:cNvSpPr>
              <a:spLocks noGrp="1"/>
            </p:cNvSpPr>
            <p:nvPr/>
          </p:nvSpPr>
          <p:spPr>
            <a:xfrm rot="5014782">
              <a:off x="1850550" y="2716925"/>
              <a:ext cx="452820" cy="125783"/>
            </a:xfrm>
            <a:prstGeom prst="ellipse">
              <a:avLst/>
            </a:prstGeom>
            <a:gradFill>
              <a:gsLst>
                <a:gs pos="0">
                  <a:srgbClr val="FFFFDA">
                    <a:alpha val="30005"/>
                  </a:srgbClr>
                </a:gs>
                <a:gs pos="14286">
                  <a:srgbClr val="FFFFDA">
                    <a:alpha val="27956"/>
                  </a:srgbClr>
                </a:gs>
                <a:gs pos="28571">
                  <a:srgbClr val="FFFFDA">
                    <a:alpha val="22477"/>
                  </a:srgbClr>
                </a:gs>
                <a:gs pos="42857">
                  <a:srgbClr val="FFFFDA">
                    <a:alpha val="15379"/>
                  </a:srgbClr>
                </a:gs>
                <a:gs pos="57143">
                  <a:srgbClr val="FFFFDA">
                    <a:alpha val="8838"/>
                  </a:srgbClr>
                </a:gs>
                <a:gs pos="71429">
                  <a:srgbClr val="FFFFDA">
                    <a:alpha val="4239"/>
                  </a:srgbClr>
                </a:gs>
                <a:gs pos="85714">
                  <a:srgbClr val="FFFFDA">
                    <a:alpha val="1698"/>
                  </a:srgbClr>
                </a:gs>
                <a:gs pos="100000">
                  <a:srgbClr val="FFFFDA">
                    <a:alpha val="5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6" name="Splat 1316"/>
            <p:cNvSpPr>
              <a:spLocks noGrp="1"/>
            </p:cNvSpPr>
            <p:nvPr/>
          </p:nvSpPr>
          <p:spPr>
            <a:xfrm rot="5400000">
              <a:off x="1776591" y="1589556"/>
              <a:ext cx="234535" cy="234535"/>
            </a:xfrm>
            <a:prstGeom prst="ellipse">
              <a:avLst/>
            </a:prstGeom>
            <a:gradFill>
              <a:gsLst>
                <a:gs pos="0">
                  <a:srgbClr val="000079">
                    <a:alpha val="23736"/>
                  </a:srgbClr>
                </a:gs>
                <a:gs pos="14286">
                  <a:srgbClr val="000079">
                    <a:alpha val="22046"/>
                  </a:srgbClr>
                </a:gs>
                <a:gs pos="28571">
                  <a:srgbClr val="000079">
                    <a:alpha val="17583"/>
                  </a:srgbClr>
                </a:gs>
                <a:gs pos="42857">
                  <a:srgbClr val="000079">
                    <a:alpha val="11912"/>
                  </a:srgbClr>
                </a:gs>
                <a:gs pos="57143">
                  <a:srgbClr val="000079">
                    <a:alpha val="6787"/>
                  </a:srgbClr>
                </a:gs>
                <a:gs pos="71429">
                  <a:srgbClr val="000079">
                    <a:alpha val="3236"/>
                  </a:srgbClr>
                </a:gs>
                <a:gs pos="85714">
                  <a:srgbClr val="000079">
                    <a:alpha val="1292"/>
                  </a:srgbClr>
                </a:gs>
                <a:gs pos="100000">
                  <a:srgbClr val="000079">
                    <a:alpha val="4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7" name="Splat 1317"/>
            <p:cNvSpPr>
              <a:spLocks noGrp="1"/>
            </p:cNvSpPr>
            <p:nvPr/>
          </p:nvSpPr>
          <p:spPr>
            <a:xfrm rot="7538945">
              <a:off x="2478594" y="753006"/>
              <a:ext cx="604156" cy="326745"/>
            </a:xfrm>
            <a:prstGeom prst="ellipse">
              <a:avLst/>
            </a:prstGeom>
            <a:gradFill>
              <a:gsLst>
                <a:gs pos="0">
                  <a:srgbClr val="FF00FF">
                    <a:alpha val="9523"/>
                  </a:srgbClr>
                </a:gs>
                <a:gs pos="14286">
                  <a:srgbClr val="FF00FF">
                    <a:alpha val="8787"/>
                  </a:srgbClr>
                </a:gs>
                <a:gs pos="28571">
                  <a:srgbClr val="FF00FF">
                    <a:alpha val="6893"/>
                  </a:srgbClr>
                </a:gs>
                <a:gs pos="42857">
                  <a:srgbClr val="FF00FF">
                    <a:alpha val="4576"/>
                  </a:srgbClr>
                </a:gs>
                <a:gs pos="57143">
                  <a:srgbClr val="FF00FF">
                    <a:alpha val="2562"/>
                  </a:srgbClr>
                </a:gs>
                <a:gs pos="71429">
                  <a:srgbClr val="FF00FF">
                    <a:alpha val="1208"/>
                  </a:srgbClr>
                </a:gs>
                <a:gs pos="85714">
                  <a:srgbClr val="FF00FF">
                    <a:alpha val="479"/>
                  </a:srgbClr>
                </a:gs>
                <a:gs pos="100000">
                  <a:srgbClr val="FF00FF">
                    <a:alpha val="1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8" name="Splat 1318"/>
            <p:cNvSpPr>
              <a:spLocks noGrp="1"/>
            </p:cNvSpPr>
            <p:nvPr/>
          </p:nvSpPr>
          <p:spPr>
            <a:xfrm rot="5400000">
              <a:off x="2079676" y="949217"/>
              <a:ext cx="63797" cy="63797"/>
            </a:xfrm>
            <a:prstGeom prst="ellipse">
              <a:avLst/>
            </a:prstGeom>
            <a:gradFill>
              <a:gsLst>
                <a:gs pos="0">
                  <a:srgbClr val="004F8C">
                    <a:alpha val="12820"/>
                  </a:srgbClr>
                </a:gs>
                <a:gs pos="14286">
                  <a:srgbClr val="004F8C">
                    <a:alpha val="11847"/>
                  </a:srgbClr>
                </a:gs>
                <a:gs pos="28571">
                  <a:srgbClr val="004F8C">
                    <a:alpha val="9327"/>
                  </a:srgbClr>
                </a:gs>
                <a:gs pos="42857">
                  <a:srgbClr val="004F8C">
                    <a:alpha val="6220"/>
                  </a:srgbClr>
                </a:gs>
                <a:gs pos="57143">
                  <a:srgbClr val="004F8C">
                    <a:alpha val="3496"/>
                  </a:srgbClr>
                </a:gs>
                <a:gs pos="71429">
                  <a:srgbClr val="004F8C">
                    <a:alpha val="1652"/>
                  </a:srgbClr>
                </a:gs>
                <a:gs pos="85714">
                  <a:srgbClr val="004F8C">
                    <a:alpha val="656"/>
                  </a:srgbClr>
                </a:gs>
                <a:gs pos="100000">
                  <a:srgbClr val="004F8C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9" name="Splat 1319"/>
            <p:cNvSpPr>
              <a:spLocks noGrp="1"/>
            </p:cNvSpPr>
            <p:nvPr/>
          </p:nvSpPr>
          <p:spPr>
            <a:xfrm rot="5400000">
              <a:off x="3342566" y="1435069"/>
              <a:ext cx="63562" cy="63562"/>
            </a:xfrm>
            <a:prstGeom prst="ellipse">
              <a:avLst/>
            </a:prstGeom>
            <a:gradFill>
              <a:gsLst>
                <a:gs pos="0">
                  <a:srgbClr val="466485">
                    <a:alpha val="12884"/>
                  </a:srgbClr>
                </a:gs>
                <a:gs pos="14286">
                  <a:srgbClr val="466485">
                    <a:alpha val="11906"/>
                  </a:srgbClr>
                </a:gs>
                <a:gs pos="28571">
                  <a:srgbClr val="466485">
                    <a:alpha val="9374"/>
                  </a:srgbClr>
                </a:gs>
                <a:gs pos="42857">
                  <a:srgbClr val="466485">
                    <a:alpha val="6252"/>
                  </a:srgbClr>
                </a:gs>
                <a:gs pos="57143">
                  <a:srgbClr val="466485">
                    <a:alpha val="3514"/>
                  </a:srgbClr>
                </a:gs>
                <a:gs pos="71429">
                  <a:srgbClr val="466485">
                    <a:alpha val="1661"/>
                  </a:srgbClr>
                </a:gs>
                <a:gs pos="85714">
                  <a:srgbClr val="466485">
                    <a:alpha val="660"/>
                  </a:srgbClr>
                </a:gs>
                <a:gs pos="100000">
                  <a:srgbClr val="466485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0" name="Splat 1320"/>
            <p:cNvSpPr>
              <a:spLocks noGrp="1"/>
            </p:cNvSpPr>
            <p:nvPr/>
          </p:nvSpPr>
          <p:spPr>
            <a:xfrm rot="-9969301">
              <a:off x="1493999" y="889089"/>
              <a:ext cx="337833" cy="99491"/>
            </a:xfrm>
            <a:prstGeom prst="ellipse">
              <a:avLst/>
            </a:prstGeom>
            <a:gradFill>
              <a:gsLst>
                <a:gs pos="0">
                  <a:srgbClr val="DBF1EB">
                    <a:alpha val="22748"/>
                  </a:srgbClr>
                </a:gs>
                <a:gs pos="14286">
                  <a:srgbClr val="DBF1EB">
                    <a:alpha val="21119"/>
                  </a:srgbClr>
                </a:gs>
                <a:gs pos="28571">
                  <a:srgbClr val="DBF1EB">
                    <a:alpha val="16823"/>
                  </a:srgbClr>
                </a:gs>
                <a:gs pos="42857">
                  <a:srgbClr val="DBF1EB">
                    <a:alpha val="11380"/>
                  </a:srgbClr>
                </a:gs>
                <a:gs pos="57143">
                  <a:srgbClr val="DBF1EB">
                    <a:alpha val="6475"/>
                  </a:srgbClr>
                </a:gs>
                <a:gs pos="71429">
                  <a:srgbClr val="DBF1EB">
                    <a:alpha val="3085"/>
                  </a:srgbClr>
                </a:gs>
                <a:gs pos="85714">
                  <a:srgbClr val="DBF1EB">
                    <a:alpha val="1232"/>
                  </a:srgbClr>
                </a:gs>
                <a:gs pos="100000">
                  <a:srgbClr val="DBF1EB">
                    <a:alpha val="4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1" name="Splat 1321"/>
            <p:cNvSpPr>
              <a:spLocks noGrp="1"/>
            </p:cNvSpPr>
            <p:nvPr/>
          </p:nvSpPr>
          <p:spPr>
            <a:xfrm rot="8475724">
              <a:off x="2908122" y="1224373"/>
              <a:ext cx="310874" cy="98093"/>
            </a:xfrm>
            <a:prstGeom prst="ellipse">
              <a:avLst/>
            </a:prstGeom>
            <a:gradFill>
              <a:gsLst>
                <a:gs pos="0">
                  <a:srgbClr val="FFFF72">
                    <a:alpha val="32968"/>
                  </a:srgbClr>
                </a:gs>
                <a:gs pos="14286">
                  <a:srgbClr val="FFFF72">
                    <a:alpha val="30764"/>
                  </a:srgbClr>
                </a:gs>
                <a:gs pos="28571">
                  <a:srgbClr val="FFFF72">
                    <a:alpha val="24833"/>
                  </a:srgbClr>
                </a:gs>
                <a:gs pos="42857">
                  <a:srgbClr val="FFFF72">
                    <a:alpha val="17075"/>
                  </a:srgbClr>
                </a:gs>
                <a:gs pos="57143">
                  <a:srgbClr val="FFFF72">
                    <a:alpha val="9855"/>
                  </a:srgbClr>
                </a:gs>
                <a:gs pos="71429">
                  <a:srgbClr val="FFFF72">
                    <a:alpha val="4740"/>
                  </a:srgbClr>
                </a:gs>
                <a:gs pos="85714">
                  <a:srgbClr val="FFFF72">
                    <a:alpha val="1902"/>
                  </a:srgbClr>
                </a:gs>
                <a:gs pos="100000">
                  <a:srgbClr val="FFFF7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2" name="Splat 1322"/>
            <p:cNvSpPr>
              <a:spLocks noGrp="1"/>
            </p:cNvSpPr>
            <p:nvPr/>
          </p:nvSpPr>
          <p:spPr>
            <a:xfrm rot="9365787">
              <a:off x="1578967" y="3752164"/>
              <a:ext cx="328612" cy="91281"/>
            </a:xfrm>
            <a:prstGeom prst="ellipse">
              <a:avLst/>
            </a:prstGeom>
            <a:gradFill>
              <a:gsLst>
                <a:gs pos="0">
                  <a:srgbClr val="E0FFFF">
                    <a:alpha val="32968"/>
                  </a:srgbClr>
                </a:gs>
                <a:gs pos="14286">
                  <a:srgbClr val="E0FFFF">
                    <a:alpha val="30764"/>
                  </a:srgbClr>
                </a:gs>
                <a:gs pos="28571">
                  <a:srgbClr val="E0FFFF">
                    <a:alpha val="24833"/>
                  </a:srgbClr>
                </a:gs>
                <a:gs pos="42857">
                  <a:srgbClr val="E0FFFF">
                    <a:alpha val="17075"/>
                  </a:srgbClr>
                </a:gs>
                <a:gs pos="57143">
                  <a:srgbClr val="E0FFFF">
                    <a:alpha val="9855"/>
                  </a:srgbClr>
                </a:gs>
                <a:gs pos="71429">
                  <a:srgbClr val="E0FFFF">
                    <a:alpha val="4740"/>
                  </a:srgbClr>
                </a:gs>
                <a:gs pos="85714">
                  <a:srgbClr val="E0FFFF">
                    <a:alpha val="1902"/>
                  </a:srgbClr>
                </a:gs>
                <a:gs pos="100000">
                  <a:srgbClr val="E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3" name="Splat 1323"/>
            <p:cNvSpPr>
              <a:spLocks noGrp="1"/>
            </p:cNvSpPr>
            <p:nvPr/>
          </p:nvSpPr>
          <p:spPr>
            <a:xfrm rot="5400000">
              <a:off x="2494625" y="656189"/>
              <a:ext cx="393136" cy="393136"/>
            </a:xfrm>
            <a:prstGeom prst="ellipse">
              <a:avLst/>
            </a:prstGeom>
            <a:gradFill>
              <a:gsLst>
                <a:gs pos="0">
                  <a:srgbClr val="A9FFFF">
                    <a:alpha val="32968"/>
                  </a:srgbClr>
                </a:gs>
                <a:gs pos="14286">
                  <a:srgbClr val="A9FFFF">
                    <a:alpha val="30764"/>
                  </a:srgbClr>
                </a:gs>
                <a:gs pos="28571">
                  <a:srgbClr val="A9FFFF">
                    <a:alpha val="24833"/>
                  </a:srgbClr>
                </a:gs>
                <a:gs pos="42857">
                  <a:srgbClr val="A9FFFF">
                    <a:alpha val="17075"/>
                  </a:srgbClr>
                </a:gs>
                <a:gs pos="57143">
                  <a:srgbClr val="A9FFFF">
                    <a:alpha val="9855"/>
                  </a:srgbClr>
                </a:gs>
                <a:gs pos="71429">
                  <a:srgbClr val="A9FFFF">
                    <a:alpha val="4740"/>
                  </a:srgbClr>
                </a:gs>
                <a:gs pos="85714">
                  <a:srgbClr val="A9FFFF">
                    <a:alpha val="1902"/>
                  </a:srgbClr>
                </a:gs>
                <a:gs pos="100000">
                  <a:srgbClr val="A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4" name="Splat 1324"/>
            <p:cNvSpPr>
              <a:spLocks noGrp="1"/>
            </p:cNvSpPr>
            <p:nvPr/>
          </p:nvSpPr>
          <p:spPr>
            <a:xfrm rot="9078363">
              <a:off x="1499794" y="2020018"/>
              <a:ext cx="328612" cy="169456"/>
            </a:xfrm>
            <a:prstGeom prst="ellipse">
              <a:avLst/>
            </a:prstGeom>
            <a:gradFill>
              <a:gsLst>
                <a:gs pos="0">
                  <a:srgbClr val="FFB0A1">
                    <a:alpha val="12522"/>
                  </a:srgbClr>
                </a:gs>
                <a:gs pos="14286">
                  <a:srgbClr val="FFB0A1">
                    <a:alpha val="11570"/>
                  </a:srgbClr>
                </a:gs>
                <a:gs pos="28571">
                  <a:srgbClr val="FFB0A1">
                    <a:alpha val="9105"/>
                  </a:srgbClr>
                </a:gs>
                <a:gs pos="42857">
                  <a:srgbClr val="FFB0A1">
                    <a:alpha val="6070"/>
                  </a:srgbClr>
                </a:gs>
                <a:gs pos="57143">
                  <a:srgbClr val="FFB0A1">
                    <a:alpha val="3410"/>
                  </a:srgbClr>
                </a:gs>
                <a:gs pos="71429">
                  <a:srgbClr val="FFB0A1">
                    <a:alpha val="1611"/>
                  </a:srgbClr>
                </a:gs>
                <a:gs pos="85714">
                  <a:srgbClr val="FFB0A1">
                    <a:alpha val="640"/>
                  </a:srgbClr>
                </a:gs>
                <a:gs pos="100000">
                  <a:srgbClr val="FFB0A1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5" name="Splat 1325"/>
            <p:cNvSpPr>
              <a:spLocks noGrp="1"/>
            </p:cNvSpPr>
            <p:nvPr/>
          </p:nvSpPr>
          <p:spPr>
            <a:xfrm rot="5400000">
              <a:off x="4241798" y="2312167"/>
              <a:ext cx="63491" cy="63491"/>
            </a:xfrm>
            <a:prstGeom prst="ellipse">
              <a:avLst/>
            </a:prstGeom>
            <a:gradFill>
              <a:gsLst>
                <a:gs pos="0">
                  <a:srgbClr val="BED5F7">
                    <a:alpha val="12903"/>
                  </a:srgbClr>
                </a:gs>
                <a:gs pos="14286">
                  <a:srgbClr val="BED5F7">
                    <a:alpha val="11924"/>
                  </a:srgbClr>
                </a:gs>
                <a:gs pos="28571">
                  <a:srgbClr val="BED5F7">
                    <a:alpha val="9388"/>
                  </a:srgbClr>
                </a:gs>
                <a:gs pos="42857">
                  <a:srgbClr val="BED5F7">
                    <a:alpha val="6262"/>
                  </a:srgbClr>
                </a:gs>
                <a:gs pos="57143">
                  <a:srgbClr val="BED5F7">
                    <a:alpha val="3520"/>
                  </a:srgbClr>
                </a:gs>
                <a:gs pos="71429">
                  <a:srgbClr val="BED5F7">
                    <a:alpha val="1663"/>
                  </a:srgbClr>
                </a:gs>
                <a:gs pos="85714">
                  <a:srgbClr val="BED5F7">
                    <a:alpha val="661"/>
                  </a:srgbClr>
                </a:gs>
                <a:gs pos="100000">
                  <a:srgbClr val="BED5F7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6" name="Splat 1326"/>
            <p:cNvSpPr>
              <a:spLocks noGrp="1"/>
            </p:cNvSpPr>
            <p:nvPr/>
          </p:nvSpPr>
          <p:spPr>
            <a:xfrm rot="5400000">
              <a:off x="1827463" y="1920262"/>
              <a:ext cx="63611" cy="63611"/>
            </a:xfrm>
            <a:prstGeom prst="ellipse">
              <a:avLst/>
            </a:prstGeom>
            <a:gradFill>
              <a:gsLst>
                <a:gs pos="0">
                  <a:srgbClr val="003C3A">
                    <a:alpha val="12870"/>
                  </a:srgbClr>
                </a:gs>
                <a:gs pos="14286">
                  <a:srgbClr val="003C3A">
                    <a:alpha val="11894"/>
                  </a:srgbClr>
                </a:gs>
                <a:gs pos="28571">
                  <a:srgbClr val="003C3A">
                    <a:alpha val="9364"/>
                  </a:srgbClr>
                </a:gs>
                <a:gs pos="42857">
                  <a:srgbClr val="003C3A">
                    <a:alpha val="6245"/>
                  </a:srgbClr>
                </a:gs>
                <a:gs pos="57143">
                  <a:srgbClr val="003C3A">
                    <a:alpha val="3510"/>
                  </a:srgbClr>
                </a:gs>
                <a:gs pos="71429">
                  <a:srgbClr val="003C3A">
                    <a:alpha val="1659"/>
                  </a:srgbClr>
                </a:gs>
                <a:gs pos="85714">
                  <a:srgbClr val="003C3A">
                    <a:alpha val="659"/>
                  </a:srgbClr>
                </a:gs>
                <a:gs pos="100000">
                  <a:srgbClr val="003C3A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7" name="Splat 1327"/>
            <p:cNvSpPr>
              <a:spLocks noGrp="1"/>
            </p:cNvSpPr>
            <p:nvPr/>
          </p:nvSpPr>
          <p:spPr>
            <a:xfrm rot="5400000">
              <a:off x="1750219" y="1312069"/>
              <a:ext cx="328612" cy="328612"/>
            </a:xfrm>
            <a:prstGeom prst="ellipse">
              <a:avLst/>
            </a:prstGeom>
            <a:gradFill>
              <a:gsLst>
                <a:gs pos="0">
                  <a:srgbClr val="0084DA">
                    <a:alpha val="19967"/>
                  </a:srgbClr>
                </a:gs>
                <a:gs pos="14286">
                  <a:srgbClr val="0084DA">
                    <a:alpha val="18512"/>
                  </a:srgbClr>
                </a:gs>
                <a:gs pos="28571">
                  <a:srgbClr val="0084DA">
                    <a:alpha val="14696"/>
                  </a:srgbClr>
                </a:gs>
                <a:gs pos="42857">
                  <a:srgbClr val="0084DA">
                    <a:alpha val="9901"/>
                  </a:srgbClr>
                </a:gs>
                <a:gs pos="57143">
                  <a:srgbClr val="0084DA">
                    <a:alpha val="5613"/>
                  </a:srgbClr>
                </a:gs>
                <a:gs pos="71429">
                  <a:srgbClr val="0084DA">
                    <a:alpha val="2668"/>
                  </a:srgbClr>
                </a:gs>
                <a:gs pos="85714">
                  <a:srgbClr val="0084DA">
                    <a:alpha val="1064"/>
                  </a:srgbClr>
                </a:gs>
                <a:gs pos="100000">
                  <a:srgbClr val="0084DA">
                    <a:alpha val="3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8" name="Splat 1328"/>
            <p:cNvSpPr>
              <a:spLocks noGrp="1"/>
            </p:cNvSpPr>
            <p:nvPr/>
          </p:nvSpPr>
          <p:spPr>
            <a:xfrm rot="5400000">
              <a:off x="1041033" y="2042877"/>
              <a:ext cx="434637" cy="434637"/>
            </a:xfrm>
            <a:prstGeom prst="ellipse">
              <a:avLst/>
            </a:prstGeom>
            <a:gradFill>
              <a:gsLst>
                <a:gs pos="0">
                  <a:srgbClr val="004689">
                    <a:alpha val="32968"/>
                  </a:srgbClr>
                </a:gs>
                <a:gs pos="14286">
                  <a:srgbClr val="004689">
                    <a:alpha val="30764"/>
                  </a:srgbClr>
                </a:gs>
                <a:gs pos="28571">
                  <a:srgbClr val="004689">
                    <a:alpha val="24833"/>
                  </a:srgbClr>
                </a:gs>
                <a:gs pos="42857">
                  <a:srgbClr val="004689">
                    <a:alpha val="17075"/>
                  </a:srgbClr>
                </a:gs>
                <a:gs pos="57143">
                  <a:srgbClr val="004689">
                    <a:alpha val="9855"/>
                  </a:srgbClr>
                </a:gs>
                <a:gs pos="71429">
                  <a:srgbClr val="004689">
                    <a:alpha val="4740"/>
                  </a:srgbClr>
                </a:gs>
                <a:gs pos="85714">
                  <a:srgbClr val="004689">
                    <a:alpha val="1902"/>
                  </a:srgbClr>
                </a:gs>
                <a:gs pos="100000">
                  <a:srgbClr val="00468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9" name="Splat 1329"/>
            <p:cNvSpPr>
              <a:spLocks noGrp="1"/>
            </p:cNvSpPr>
            <p:nvPr/>
          </p:nvSpPr>
          <p:spPr>
            <a:xfrm rot="5400000">
              <a:off x="2546726" y="1694889"/>
              <a:ext cx="63156" cy="63156"/>
            </a:xfrm>
            <a:prstGeom prst="ellipse">
              <a:avLst/>
            </a:prstGeom>
            <a:gradFill>
              <a:gsLst>
                <a:gs pos="0">
                  <a:srgbClr val="3492B9">
                    <a:alpha val="12994"/>
                  </a:srgbClr>
                </a:gs>
                <a:gs pos="14286">
                  <a:srgbClr val="3492B9">
                    <a:alpha val="12008"/>
                  </a:srgbClr>
                </a:gs>
                <a:gs pos="28571">
                  <a:srgbClr val="3492B9">
                    <a:alpha val="9456"/>
                  </a:srgbClr>
                </a:gs>
                <a:gs pos="42857">
                  <a:srgbClr val="3492B9">
                    <a:alpha val="6308"/>
                  </a:srgbClr>
                </a:gs>
                <a:gs pos="57143">
                  <a:srgbClr val="3492B9">
                    <a:alpha val="3546"/>
                  </a:srgbClr>
                </a:gs>
                <a:gs pos="71429">
                  <a:srgbClr val="3492B9">
                    <a:alpha val="1676"/>
                  </a:srgbClr>
                </a:gs>
                <a:gs pos="85714">
                  <a:srgbClr val="3492B9">
                    <a:alpha val="666"/>
                  </a:srgbClr>
                </a:gs>
                <a:gs pos="100000">
                  <a:srgbClr val="3492B9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0" name="Splat 1330"/>
            <p:cNvSpPr>
              <a:spLocks noGrp="1"/>
            </p:cNvSpPr>
            <p:nvPr/>
          </p:nvSpPr>
          <p:spPr>
            <a:xfrm rot="5400000">
              <a:off x="2436019" y="1883569"/>
              <a:ext cx="328612" cy="328612"/>
            </a:xfrm>
            <a:prstGeom prst="ellipse">
              <a:avLst/>
            </a:prstGeom>
            <a:gradFill>
              <a:gsLst>
                <a:gs pos="0">
                  <a:srgbClr val="FFFFED">
                    <a:alpha val="32968"/>
                  </a:srgbClr>
                </a:gs>
                <a:gs pos="14286">
                  <a:srgbClr val="FFFFED">
                    <a:alpha val="30764"/>
                  </a:srgbClr>
                </a:gs>
                <a:gs pos="28571">
                  <a:srgbClr val="FFFFED">
                    <a:alpha val="24833"/>
                  </a:srgbClr>
                </a:gs>
                <a:gs pos="42857">
                  <a:srgbClr val="FFFFED">
                    <a:alpha val="17075"/>
                  </a:srgbClr>
                </a:gs>
                <a:gs pos="57143">
                  <a:srgbClr val="FFFFED">
                    <a:alpha val="9855"/>
                  </a:srgbClr>
                </a:gs>
                <a:gs pos="71429">
                  <a:srgbClr val="FFFFED">
                    <a:alpha val="4740"/>
                  </a:srgbClr>
                </a:gs>
                <a:gs pos="85714">
                  <a:srgbClr val="FFFFED">
                    <a:alpha val="1902"/>
                  </a:srgbClr>
                </a:gs>
                <a:gs pos="100000">
                  <a:srgbClr val="FFFFE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1" name="Splat 1331"/>
            <p:cNvSpPr>
              <a:spLocks noGrp="1"/>
            </p:cNvSpPr>
            <p:nvPr/>
          </p:nvSpPr>
          <p:spPr>
            <a:xfrm rot="5400000">
              <a:off x="1002085" y="1841683"/>
              <a:ext cx="343012" cy="343012"/>
            </a:xfrm>
            <a:prstGeom prst="ellipse">
              <a:avLst/>
            </a:prstGeom>
            <a:gradFill>
              <a:gsLst>
                <a:gs pos="0">
                  <a:srgbClr val="90C8FF">
                    <a:alpha val="28037"/>
                  </a:srgbClr>
                </a:gs>
                <a:gs pos="14286">
                  <a:srgbClr val="90C8FF">
                    <a:alpha val="26096"/>
                  </a:srgbClr>
                </a:gs>
                <a:gs pos="28571">
                  <a:srgbClr val="90C8FF">
                    <a:alpha val="20927"/>
                  </a:srgbClr>
                </a:gs>
                <a:gs pos="42857">
                  <a:srgbClr val="90C8FF">
                    <a:alpha val="14274"/>
                  </a:srgbClr>
                </a:gs>
                <a:gs pos="57143">
                  <a:srgbClr val="90C8FF">
                    <a:alpha val="8180"/>
                  </a:srgbClr>
                </a:gs>
                <a:gs pos="71429">
                  <a:srgbClr val="90C8FF">
                    <a:alpha val="3916"/>
                  </a:srgbClr>
                </a:gs>
                <a:gs pos="85714">
                  <a:srgbClr val="90C8FF">
                    <a:alpha val="1567"/>
                  </a:srgbClr>
                </a:gs>
                <a:gs pos="100000">
                  <a:srgbClr val="90C8FF">
                    <a:alpha val="5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2" name="Splat 1332"/>
            <p:cNvSpPr>
              <a:spLocks noGrp="1"/>
            </p:cNvSpPr>
            <p:nvPr/>
          </p:nvSpPr>
          <p:spPr>
            <a:xfrm rot="5400000">
              <a:off x="1743859" y="366921"/>
              <a:ext cx="462568" cy="462568"/>
            </a:xfrm>
            <a:prstGeom prst="ellipse">
              <a:avLst/>
            </a:prstGeom>
            <a:gradFill>
              <a:gsLst>
                <a:gs pos="0">
                  <a:srgbClr val="E1007F">
                    <a:alpha val="32968"/>
                  </a:srgbClr>
                </a:gs>
                <a:gs pos="14286">
                  <a:srgbClr val="E1007F">
                    <a:alpha val="30764"/>
                  </a:srgbClr>
                </a:gs>
                <a:gs pos="28571">
                  <a:srgbClr val="E1007F">
                    <a:alpha val="24833"/>
                  </a:srgbClr>
                </a:gs>
                <a:gs pos="42857">
                  <a:srgbClr val="E1007F">
                    <a:alpha val="17075"/>
                  </a:srgbClr>
                </a:gs>
                <a:gs pos="57143">
                  <a:srgbClr val="E1007F">
                    <a:alpha val="9855"/>
                  </a:srgbClr>
                </a:gs>
                <a:gs pos="71429">
                  <a:srgbClr val="E1007F">
                    <a:alpha val="4740"/>
                  </a:srgbClr>
                </a:gs>
                <a:gs pos="85714">
                  <a:srgbClr val="E1007F">
                    <a:alpha val="1902"/>
                  </a:srgbClr>
                </a:gs>
                <a:gs pos="100000">
                  <a:srgbClr val="E1007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3" name="Splat 1333"/>
            <p:cNvSpPr>
              <a:spLocks noGrp="1"/>
            </p:cNvSpPr>
            <p:nvPr/>
          </p:nvSpPr>
          <p:spPr>
            <a:xfrm rot="10279663">
              <a:off x="1605009" y="1625753"/>
              <a:ext cx="237909" cy="66086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4" name="Splat 1334"/>
            <p:cNvSpPr>
              <a:spLocks noGrp="1"/>
            </p:cNvSpPr>
            <p:nvPr/>
          </p:nvSpPr>
          <p:spPr>
            <a:xfrm rot="5400000">
              <a:off x="643038" y="1493077"/>
              <a:ext cx="496636" cy="496636"/>
            </a:xfrm>
            <a:prstGeom prst="ellipse">
              <a:avLst/>
            </a:prstGeom>
            <a:gradFill>
              <a:gsLst>
                <a:gs pos="0">
                  <a:srgbClr val="F40034">
                    <a:alpha val="18121"/>
                  </a:srgbClr>
                </a:gs>
                <a:gs pos="14286">
                  <a:srgbClr val="F40034">
                    <a:alpha val="16786"/>
                  </a:srgbClr>
                </a:gs>
                <a:gs pos="28571">
                  <a:srgbClr val="F40034">
                    <a:alpha val="13296"/>
                  </a:srgbClr>
                </a:gs>
                <a:gs pos="42857">
                  <a:srgbClr val="F40034">
                    <a:alpha val="8934"/>
                  </a:srgbClr>
                </a:gs>
                <a:gs pos="57143">
                  <a:srgbClr val="F40034">
                    <a:alpha val="5053"/>
                  </a:srgbClr>
                </a:gs>
                <a:gs pos="71429">
                  <a:srgbClr val="F40034">
                    <a:alpha val="2398"/>
                  </a:srgbClr>
                </a:gs>
                <a:gs pos="85714">
                  <a:srgbClr val="F40034">
                    <a:alpha val="955"/>
                  </a:srgbClr>
                </a:gs>
                <a:gs pos="100000">
                  <a:srgbClr val="F40034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5" name="Splat 1335"/>
            <p:cNvSpPr>
              <a:spLocks noGrp="1"/>
            </p:cNvSpPr>
            <p:nvPr/>
          </p:nvSpPr>
          <p:spPr>
            <a:xfrm rot="-9917691">
              <a:off x="1609219" y="1048238"/>
              <a:ext cx="413883" cy="218024"/>
            </a:xfrm>
            <a:prstGeom prst="ellipse">
              <a:avLst/>
            </a:prstGeom>
            <a:gradFill>
              <a:gsLst>
                <a:gs pos="0">
                  <a:srgbClr val="00D8D7">
                    <a:alpha val="32968"/>
                  </a:srgbClr>
                </a:gs>
                <a:gs pos="14286">
                  <a:srgbClr val="00D8D7">
                    <a:alpha val="30764"/>
                  </a:srgbClr>
                </a:gs>
                <a:gs pos="28571">
                  <a:srgbClr val="00D8D7">
                    <a:alpha val="24833"/>
                  </a:srgbClr>
                </a:gs>
                <a:gs pos="42857">
                  <a:srgbClr val="00D8D7">
                    <a:alpha val="17075"/>
                  </a:srgbClr>
                </a:gs>
                <a:gs pos="57143">
                  <a:srgbClr val="00D8D7">
                    <a:alpha val="9855"/>
                  </a:srgbClr>
                </a:gs>
                <a:gs pos="71429">
                  <a:srgbClr val="00D8D7">
                    <a:alpha val="4740"/>
                  </a:srgbClr>
                </a:gs>
                <a:gs pos="85714">
                  <a:srgbClr val="00D8D7">
                    <a:alpha val="1902"/>
                  </a:srgbClr>
                </a:gs>
                <a:gs pos="100000">
                  <a:srgbClr val="00D8D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6" name="Splat 1336"/>
            <p:cNvSpPr>
              <a:spLocks noGrp="1"/>
            </p:cNvSpPr>
            <p:nvPr/>
          </p:nvSpPr>
          <p:spPr>
            <a:xfrm rot="5400000">
              <a:off x="2061873" y="2857923"/>
              <a:ext cx="62708" cy="62708"/>
            </a:xfrm>
            <a:prstGeom prst="ellipse">
              <a:avLst/>
            </a:prstGeom>
            <a:gradFill>
              <a:gsLst>
                <a:gs pos="0">
                  <a:srgbClr val="E79287">
                    <a:alpha val="13115"/>
                  </a:srgbClr>
                </a:gs>
                <a:gs pos="14286">
                  <a:srgbClr val="E79287">
                    <a:alpha val="12121"/>
                  </a:srgbClr>
                </a:gs>
                <a:gs pos="28571">
                  <a:srgbClr val="E79287">
                    <a:alpha val="9546"/>
                  </a:srgbClr>
                </a:gs>
                <a:gs pos="42857">
                  <a:srgbClr val="E79287">
                    <a:alpha val="6369"/>
                  </a:srgbClr>
                </a:gs>
                <a:gs pos="57143">
                  <a:srgbClr val="E79287">
                    <a:alpha val="3581"/>
                  </a:srgbClr>
                </a:gs>
                <a:gs pos="71429">
                  <a:srgbClr val="E79287">
                    <a:alpha val="1692"/>
                  </a:srgbClr>
                </a:gs>
                <a:gs pos="85714">
                  <a:srgbClr val="E79287">
                    <a:alpha val="673"/>
                  </a:srgbClr>
                </a:gs>
                <a:gs pos="100000">
                  <a:srgbClr val="E79287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7" name="Splat 1337"/>
            <p:cNvSpPr>
              <a:spLocks noGrp="1"/>
            </p:cNvSpPr>
            <p:nvPr/>
          </p:nvSpPr>
          <p:spPr>
            <a:xfrm rot="5400000">
              <a:off x="2330469" y="1395996"/>
              <a:ext cx="62865" cy="62865"/>
            </a:xfrm>
            <a:prstGeom prst="ellipse">
              <a:avLst/>
            </a:prstGeom>
            <a:gradFill>
              <a:gsLst>
                <a:gs pos="0">
                  <a:srgbClr val="5A94C3">
                    <a:alpha val="13072"/>
                  </a:srgbClr>
                </a:gs>
                <a:gs pos="14286">
                  <a:srgbClr val="5A94C3">
                    <a:alpha val="12082"/>
                  </a:srgbClr>
                </a:gs>
                <a:gs pos="28571">
                  <a:srgbClr val="5A94C3">
                    <a:alpha val="9514"/>
                  </a:srgbClr>
                </a:gs>
                <a:gs pos="42857">
                  <a:srgbClr val="5A94C3">
                    <a:alpha val="6347"/>
                  </a:srgbClr>
                </a:gs>
                <a:gs pos="57143">
                  <a:srgbClr val="5A94C3">
                    <a:alpha val="3568"/>
                  </a:srgbClr>
                </a:gs>
                <a:gs pos="71429">
                  <a:srgbClr val="5A94C3">
                    <a:alpha val="1686"/>
                  </a:srgbClr>
                </a:gs>
                <a:gs pos="85714">
                  <a:srgbClr val="5A94C3">
                    <a:alpha val="670"/>
                  </a:srgbClr>
                </a:gs>
                <a:gs pos="100000">
                  <a:srgbClr val="5A94C3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8" name="Splat 1338"/>
            <p:cNvSpPr>
              <a:spLocks noGrp="1"/>
            </p:cNvSpPr>
            <p:nvPr/>
          </p:nvSpPr>
          <p:spPr>
            <a:xfrm rot="5400000">
              <a:off x="4125195" y="2139938"/>
              <a:ext cx="351171" cy="351171"/>
            </a:xfrm>
            <a:prstGeom prst="ellipse">
              <a:avLst/>
            </a:prstGeom>
            <a:gradFill>
              <a:gsLst>
                <a:gs pos="0">
                  <a:srgbClr val="FFFFFF">
                    <a:alpha val="22841"/>
                  </a:srgbClr>
                </a:gs>
                <a:gs pos="14286">
                  <a:srgbClr val="FFFFFF">
                    <a:alpha val="21205"/>
                  </a:srgbClr>
                </a:gs>
                <a:gs pos="28571">
                  <a:srgbClr val="FFFFFF">
                    <a:alpha val="16893"/>
                  </a:srgbClr>
                </a:gs>
                <a:gs pos="42857">
                  <a:srgbClr val="FFFFFF">
                    <a:alpha val="11430"/>
                  </a:srgbClr>
                </a:gs>
                <a:gs pos="57143">
                  <a:srgbClr val="FFFFFF">
                    <a:alpha val="6504"/>
                  </a:srgbClr>
                </a:gs>
                <a:gs pos="71429">
                  <a:srgbClr val="FFFFFF">
                    <a:alpha val="3099"/>
                  </a:srgbClr>
                </a:gs>
                <a:gs pos="85714">
                  <a:srgbClr val="FFFFFF">
                    <a:alpha val="1237"/>
                  </a:srgbClr>
                </a:gs>
                <a:gs pos="100000">
                  <a:srgbClr val="FFFFFF">
                    <a:alpha val="4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9" name="Splat 1339"/>
            <p:cNvSpPr>
              <a:spLocks noGrp="1"/>
            </p:cNvSpPr>
            <p:nvPr/>
          </p:nvSpPr>
          <p:spPr>
            <a:xfrm rot="5400000">
              <a:off x="1765015" y="1270271"/>
              <a:ext cx="328612" cy="328612"/>
            </a:xfrm>
            <a:prstGeom prst="ellipse">
              <a:avLst/>
            </a:prstGeom>
            <a:gradFill>
              <a:gsLst>
                <a:gs pos="0">
                  <a:srgbClr val="75FFFF">
                    <a:alpha val="32968"/>
                  </a:srgbClr>
                </a:gs>
                <a:gs pos="14286">
                  <a:srgbClr val="75FFFF">
                    <a:alpha val="30764"/>
                  </a:srgbClr>
                </a:gs>
                <a:gs pos="28571">
                  <a:srgbClr val="75FFFF">
                    <a:alpha val="24833"/>
                  </a:srgbClr>
                </a:gs>
                <a:gs pos="42857">
                  <a:srgbClr val="75FFFF">
                    <a:alpha val="17075"/>
                  </a:srgbClr>
                </a:gs>
                <a:gs pos="57143">
                  <a:srgbClr val="75FFFF">
                    <a:alpha val="9855"/>
                  </a:srgbClr>
                </a:gs>
                <a:gs pos="71429">
                  <a:srgbClr val="75FFFF">
                    <a:alpha val="4740"/>
                  </a:srgbClr>
                </a:gs>
                <a:gs pos="85714">
                  <a:srgbClr val="75FFFF">
                    <a:alpha val="1902"/>
                  </a:srgbClr>
                </a:gs>
                <a:gs pos="100000">
                  <a:srgbClr val="75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0" name="Splat 1340"/>
            <p:cNvSpPr>
              <a:spLocks noGrp="1"/>
            </p:cNvSpPr>
            <p:nvPr/>
          </p:nvSpPr>
          <p:spPr>
            <a:xfrm rot="5400000">
              <a:off x="2604638" y="1175889"/>
              <a:ext cx="61880" cy="61880"/>
            </a:xfrm>
            <a:prstGeom prst="ellipse">
              <a:avLst/>
            </a:prstGeom>
            <a:gradFill>
              <a:gsLst>
                <a:gs pos="0">
                  <a:srgbClr val="9F578C">
                    <a:alpha val="13338"/>
                  </a:srgbClr>
                </a:gs>
                <a:gs pos="14286">
                  <a:srgbClr val="9F578C">
                    <a:alpha val="12329"/>
                  </a:srgbClr>
                </a:gs>
                <a:gs pos="28571">
                  <a:srgbClr val="9F578C">
                    <a:alpha val="9712"/>
                  </a:srgbClr>
                </a:gs>
                <a:gs pos="42857">
                  <a:srgbClr val="9F578C">
                    <a:alpha val="6482"/>
                  </a:srgbClr>
                </a:gs>
                <a:gs pos="57143">
                  <a:srgbClr val="9F578C">
                    <a:alpha val="3645"/>
                  </a:srgbClr>
                </a:gs>
                <a:gs pos="71429">
                  <a:srgbClr val="9F578C">
                    <a:alpha val="1723"/>
                  </a:srgbClr>
                </a:gs>
                <a:gs pos="85714">
                  <a:srgbClr val="9F578C">
                    <a:alpha val="685"/>
                  </a:srgbClr>
                </a:gs>
                <a:gs pos="100000">
                  <a:srgbClr val="9F578C">
                    <a:alpha val="2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1" name="Splat 1341"/>
            <p:cNvSpPr>
              <a:spLocks noGrp="1"/>
            </p:cNvSpPr>
            <p:nvPr/>
          </p:nvSpPr>
          <p:spPr>
            <a:xfrm rot="-8182311">
              <a:off x="2944515" y="2032645"/>
              <a:ext cx="447888" cy="124413"/>
            </a:xfrm>
            <a:prstGeom prst="ellipse">
              <a:avLst/>
            </a:prstGeom>
            <a:gradFill>
              <a:gsLst>
                <a:gs pos="0">
                  <a:srgbClr val="FFE85D">
                    <a:alpha val="32968"/>
                  </a:srgbClr>
                </a:gs>
                <a:gs pos="14286">
                  <a:srgbClr val="FFE85D">
                    <a:alpha val="30764"/>
                  </a:srgbClr>
                </a:gs>
                <a:gs pos="28571">
                  <a:srgbClr val="FFE85D">
                    <a:alpha val="24833"/>
                  </a:srgbClr>
                </a:gs>
                <a:gs pos="42857">
                  <a:srgbClr val="FFE85D">
                    <a:alpha val="17075"/>
                  </a:srgbClr>
                </a:gs>
                <a:gs pos="57143">
                  <a:srgbClr val="FFE85D">
                    <a:alpha val="9855"/>
                  </a:srgbClr>
                </a:gs>
                <a:gs pos="71429">
                  <a:srgbClr val="FFE85D">
                    <a:alpha val="4740"/>
                  </a:srgbClr>
                </a:gs>
                <a:gs pos="85714">
                  <a:srgbClr val="FFE85D">
                    <a:alpha val="1902"/>
                  </a:srgbClr>
                </a:gs>
                <a:gs pos="100000">
                  <a:srgbClr val="FFE85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2" name="Splat 1342"/>
            <p:cNvSpPr>
              <a:spLocks noGrp="1"/>
            </p:cNvSpPr>
            <p:nvPr/>
          </p:nvSpPr>
          <p:spPr>
            <a:xfrm rot="9368295">
              <a:off x="391686" y="4209863"/>
              <a:ext cx="328612" cy="912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3" name="Splat 1343"/>
            <p:cNvSpPr>
              <a:spLocks noGrp="1"/>
            </p:cNvSpPr>
            <p:nvPr/>
          </p:nvSpPr>
          <p:spPr>
            <a:xfrm rot="5400000">
              <a:off x="1094073" y="2256611"/>
              <a:ext cx="61199" cy="61199"/>
            </a:xfrm>
            <a:prstGeom prst="ellipse">
              <a:avLst/>
            </a:prstGeom>
            <a:gradFill>
              <a:gsLst>
                <a:gs pos="0">
                  <a:srgbClr val="F1B100">
                    <a:alpha val="13522"/>
                  </a:srgbClr>
                </a:gs>
                <a:gs pos="14286">
                  <a:srgbClr val="F1B100">
                    <a:alpha val="12500"/>
                  </a:srgbClr>
                </a:gs>
                <a:gs pos="28571">
                  <a:srgbClr val="F1B100">
                    <a:alpha val="9848"/>
                  </a:srgbClr>
                </a:gs>
                <a:gs pos="42857">
                  <a:srgbClr val="F1B100">
                    <a:alpha val="6574"/>
                  </a:srgbClr>
                </a:gs>
                <a:gs pos="57143">
                  <a:srgbClr val="F1B100">
                    <a:alpha val="3698"/>
                  </a:srgbClr>
                </a:gs>
                <a:gs pos="71429">
                  <a:srgbClr val="F1B100">
                    <a:alpha val="1748"/>
                  </a:srgbClr>
                </a:gs>
                <a:gs pos="85714">
                  <a:srgbClr val="F1B100">
                    <a:alpha val="695"/>
                  </a:srgbClr>
                </a:gs>
                <a:gs pos="100000">
                  <a:srgbClr val="F1B100">
                    <a:alpha val="2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4" name="Splat 1344"/>
            <p:cNvSpPr>
              <a:spLocks noGrp="1"/>
            </p:cNvSpPr>
            <p:nvPr/>
          </p:nvSpPr>
          <p:spPr>
            <a:xfrm rot="7553806">
              <a:off x="1056772" y="1509426"/>
              <a:ext cx="311760" cy="86600"/>
            </a:xfrm>
            <a:prstGeom prst="ellipse">
              <a:avLst/>
            </a:prstGeom>
            <a:gradFill>
              <a:gsLst>
                <a:gs pos="0">
                  <a:srgbClr val="FFFFF2">
                    <a:alpha val="32968"/>
                  </a:srgbClr>
                </a:gs>
                <a:gs pos="14286">
                  <a:srgbClr val="FFFFF2">
                    <a:alpha val="30764"/>
                  </a:srgbClr>
                </a:gs>
                <a:gs pos="28571">
                  <a:srgbClr val="FFFFF2">
                    <a:alpha val="24833"/>
                  </a:srgbClr>
                </a:gs>
                <a:gs pos="42857">
                  <a:srgbClr val="FFFFF2">
                    <a:alpha val="17075"/>
                  </a:srgbClr>
                </a:gs>
                <a:gs pos="57143">
                  <a:srgbClr val="FFFFF2">
                    <a:alpha val="9855"/>
                  </a:srgbClr>
                </a:gs>
                <a:gs pos="71429">
                  <a:srgbClr val="FFFFF2">
                    <a:alpha val="4740"/>
                  </a:srgbClr>
                </a:gs>
                <a:gs pos="85714">
                  <a:srgbClr val="FFFFF2">
                    <a:alpha val="1902"/>
                  </a:srgbClr>
                </a:gs>
                <a:gs pos="100000">
                  <a:srgbClr val="FFFFF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5" name="Splat 1345"/>
            <p:cNvSpPr>
              <a:spLocks noGrp="1"/>
            </p:cNvSpPr>
            <p:nvPr/>
          </p:nvSpPr>
          <p:spPr>
            <a:xfrm rot="5400000">
              <a:off x="2138747" y="647425"/>
              <a:ext cx="62271" cy="62271"/>
            </a:xfrm>
            <a:prstGeom prst="ellipse">
              <a:avLst/>
            </a:prstGeom>
            <a:gradFill>
              <a:gsLst>
                <a:gs pos="0">
                  <a:srgbClr val="64B1DA">
                    <a:alpha val="13233"/>
                  </a:srgbClr>
                </a:gs>
                <a:gs pos="14286">
                  <a:srgbClr val="64B1DA">
                    <a:alpha val="12231"/>
                  </a:srgbClr>
                </a:gs>
                <a:gs pos="28571">
                  <a:srgbClr val="64B1DA">
                    <a:alpha val="9633"/>
                  </a:srgbClr>
                </a:gs>
                <a:gs pos="42857">
                  <a:srgbClr val="64B1DA">
                    <a:alpha val="6428"/>
                  </a:srgbClr>
                </a:gs>
                <a:gs pos="57143">
                  <a:srgbClr val="64B1DA">
                    <a:alpha val="3615"/>
                  </a:srgbClr>
                </a:gs>
                <a:gs pos="71429">
                  <a:srgbClr val="64B1DA">
                    <a:alpha val="1709"/>
                  </a:srgbClr>
                </a:gs>
                <a:gs pos="85714">
                  <a:srgbClr val="64B1DA">
                    <a:alpha val="679"/>
                  </a:srgbClr>
                </a:gs>
                <a:gs pos="100000">
                  <a:srgbClr val="64B1DA">
                    <a:alpha val="2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6" name="Splat 1346"/>
            <p:cNvSpPr>
              <a:spLocks noGrp="1"/>
            </p:cNvSpPr>
            <p:nvPr/>
          </p:nvSpPr>
          <p:spPr>
            <a:xfrm rot="10433706">
              <a:off x="2300998" y="715103"/>
              <a:ext cx="381995" cy="106110"/>
            </a:xfrm>
            <a:prstGeom prst="ellipse">
              <a:avLst/>
            </a:prstGeom>
            <a:gradFill>
              <a:gsLst>
                <a:gs pos="0">
                  <a:srgbClr val="007AFF">
                    <a:alpha val="32968"/>
                  </a:srgbClr>
                </a:gs>
                <a:gs pos="14286">
                  <a:srgbClr val="007AFF">
                    <a:alpha val="30764"/>
                  </a:srgbClr>
                </a:gs>
                <a:gs pos="28571">
                  <a:srgbClr val="007AFF">
                    <a:alpha val="24833"/>
                  </a:srgbClr>
                </a:gs>
                <a:gs pos="42857">
                  <a:srgbClr val="007AFF">
                    <a:alpha val="17075"/>
                  </a:srgbClr>
                </a:gs>
                <a:gs pos="57143">
                  <a:srgbClr val="007AFF">
                    <a:alpha val="9855"/>
                  </a:srgbClr>
                </a:gs>
                <a:gs pos="71429">
                  <a:srgbClr val="007AFF">
                    <a:alpha val="4740"/>
                  </a:srgbClr>
                </a:gs>
                <a:gs pos="85714">
                  <a:srgbClr val="007AFF">
                    <a:alpha val="1902"/>
                  </a:srgbClr>
                </a:gs>
                <a:gs pos="100000">
                  <a:srgbClr val="007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7" name="Splat 1347"/>
            <p:cNvSpPr>
              <a:spLocks noGrp="1"/>
            </p:cNvSpPr>
            <p:nvPr/>
          </p:nvSpPr>
          <p:spPr>
            <a:xfrm rot="5400000">
              <a:off x="759488" y="1149325"/>
              <a:ext cx="277779" cy="277779"/>
            </a:xfrm>
            <a:prstGeom prst="ellipse">
              <a:avLst/>
            </a:prstGeom>
            <a:gradFill>
              <a:gsLst>
                <a:gs pos="0">
                  <a:srgbClr val="00FFFF">
                    <a:alpha val="10229"/>
                  </a:srgbClr>
                </a:gs>
                <a:gs pos="14286">
                  <a:srgbClr val="00FFFF">
                    <a:alpha val="9442"/>
                  </a:srgbClr>
                </a:gs>
                <a:gs pos="28571">
                  <a:srgbClr val="00FFFF">
                    <a:alpha val="7412"/>
                  </a:srgbClr>
                </a:gs>
                <a:gs pos="42857">
                  <a:srgbClr val="00FFFF">
                    <a:alpha val="4926"/>
                  </a:srgbClr>
                </a:gs>
                <a:gs pos="57143">
                  <a:srgbClr val="00FFFF">
                    <a:alpha val="2760"/>
                  </a:srgbClr>
                </a:gs>
                <a:gs pos="71429">
                  <a:srgbClr val="00FFFF">
                    <a:alpha val="1302"/>
                  </a:srgbClr>
                </a:gs>
                <a:gs pos="85714">
                  <a:srgbClr val="00FFFF">
                    <a:alpha val="517"/>
                  </a:srgbClr>
                </a:gs>
                <a:gs pos="100000">
                  <a:srgbClr val="00FFFF">
                    <a:alpha val="1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8" name="Splat 1348"/>
            <p:cNvSpPr>
              <a:spLocks noGrp="1"/>
            </p:cNvSpPr>
            <p:nvPr/>
          </p:nvSpPr>
          <p:spPr>
            <a:xfrm rot="5400000">
              <a:off x="1972361" y="181259"/>
              <a:ext cx="465145" cy="465145"/>
            </a:xfrm>
            <a:prstGeom prst="ellipse">
              <a:avLst/>
            </a:prstGeom>
            <a:gradFill>
              <a:gsLst>
                <a:gs pos="0">
                  <a:srgbClr val="FF00FF">
                    <a:alpha val="10427"/>
                  </a:srgbClr>
                </a:gs>
                <a:gs pos="14286">
                  <a:srgbClr val="FF00FF">
                    <a:alpha val="9625"/>
                  </a:srgbClr>
                </a:gs>
                <a:gs pos="28571">
                  <a:srgbClr val="FF00FF">
                    <a:alpha val="7557"/>
                  </a:srgbClr>
                </a:gs>
                <a:gs pos="42857">
                  <a:srgbClr val="FF00FF">
                    <a:alpha val="5024"/>
                  </a:srgbClr>
                </a:gs>
                <a:gs pos="57143">
                  <a:srgbClr val="FF00FF">
                    <a:alpha val="2816"/>
                  </a:srgbClr>
                </a:gs>
                <a:gs pos="71429">
                  <a:srgbClr val="FF00FF">
                    <a:alpha val="1328"/>
                  </a:srgbClr>
                </a:gs>
                <a:gs pos="85714">
                  <a:srgbClr val="FF00FF">
                    <a:alpha val="527"/>
                  </a:srgbClr>
                </a:gs>
                <a:gs pos="100000">
                  <a:srgbClr val="FF00FF">
                    <a:alpha val="1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9" name="Splat 1349"/>
            <p:cNvSpPr>
              <a:spLocks noGrp="1"/>
            </p:cNvSpPr>
            <p:nvPr/>
          </p:nvSpPr>
          <p:spPr>
            <a:xfrm rot="5400000">
              <a:off x="1881042" y="2568526"/>
              <a:ext cx="390038" cy="390038"/>
            </a:xfrm>
            <a:prstGeom prst="ellipse">
              <a:avLst/>
            </a:prstGeom>
            <a:gradFill>
              <a:gsLst>
                <a:gs pos="0">
                  <a:srgbClr val="000000">
                    <a:alpha val="19943"/>
                  </a:srgbClr>
                </a:gs>
                <a:gs pos="14286">
                  <a:srgbClr val="000000">
                    <a:alpha val="18490"/>
                  </a:srgbClr>
                </a:gs>
                <a:gs pos="28571">
                  <a:srgbClr val="000000">
                    <a:alpha val="14678"/>
                  </a:srgbClr>
                </a:gs>
                <a:gs pos="42857">
                  <a:srgbClr val="000000">
                    <a:alpha val="9888"/>
                  </a:srgbClr>
                </a:gs>
                <a:gs pos="57143">
                  <a:srgbClr val="000000">
                    <a:alpha val="5606"/>
                  </a:srgbClr>
                </a:gs>
                <a:gs pos="71429">
                  <a:srgbClr val="000000">
                    <a:alpha val="2664"/>
                  </a:srgbClr>
                </a:gs>
                <a:gs pos="85714">
                  <a:srgbClr val="000000">
                    <a:alpha val="1062"/>
                  </a:srgbClr>
                </a:gs>
                <a:gs pos="100000">
                  <a:srgbClr val="000000">
                    <a:alpha val="3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0" name="Splat 1350"/>
            <p:cNvSpPr>
              <a:spLocks noGrp="1"/>
            </p:cNvSpPr>
            <p:nvPr/>
          </p:nvSpPr>
          <p:spPr>
            <a:xfrm rot="5400000">
              <a:off x="1605621" y="1523903"/>
              <a:ext cx="61753" cy="61753"/>
            </a:xfrm>
            <a:prstGeom prst="ellipse">
              <a:avLst/>
            </a:prstGeom>
            <a:gradFill>
              <a:gsLst>
                <a:gs pos="0">
                  <a:srgbClr val="574F77">
                    <a:alpha val="13372"/>
                  </a:srgbClr>
                </a:gs>
                <a:gs pos="14286">
                  <a:srgbClr val="574F77">
                    <a:alpha val="12361"/>
                  </a:srgbClr>
                </a:gs>
                <a:gs pos="28571">
                  <a:srgbClr val="574F77">
                    <a:alpha val="9737"/>
                  </a:srgbClr>
                </a:gs>
                <a:gs pos="42857">
                  <a:srgbClr val="574F77">
                    <a:alpha val="6499"/>
                  </a:srgbClr>
                </a:gs>
                <a:gs pos="57143">
                  <a:srgbClr val="574F77">
                    <a:alpha val="3655"/>
                  </a:srgbClr>
                </a:gs>
                <a:gs pos="71429">
                  <a:srgbClr val="574F77">
                    <a:alpha val="1728"/>
                  </a:srgbClr>
                </a:gs>
                <a:gs pos="85714">
                  <a:srgbClr val="574F77">
                    <a:alpha val="687"/>
                  </a:srgbClr>
                </a:gs>
                <a:gs pos="100000">
                  <a:srgbClr val="574F77">
                    <a:alpha val="2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1" name="Splat 1351"/>
            <p:cNvSpPr>
              <a:spLocks noGrp="1"/>
            </p:cNvSpPr>
            <p:nvPr/>
          </p:nvSpPr>
          <p:spPr>
            <a:xfrm rot="5400000">
              <a:off x="1342854" y="1737481"/>
              <a:ext cx="389092" cy="389092"/>
            </a:xfrm>
            <a:prstGeom prst="ellipse">
              <a:avLst/>
            </a:prstGeom>
            <a:gradFill>
              <a:gsLst>
                <a:gs pos="0">
                  <a:srgbClr val="00B8EA">
                    <a:alpha val="32968"/>
                  </a:srgbClr>
                </a:gs>
                <a:gs pos="14286">
                  <a:srgbClr val="00B8EA">
                    <a:alpha val="30764"/>
                  </a:srgbClr>
                </a:gs>
                <a:gs pos="28571">
                  <a:srgbClr val="00B8EA">
                    <a:alpha val="24833"/>
                  </a:srgbClr>
                </a:gs>
                <a:gs pos="42857">
                  <a:srgbClr val="00B8EA">
                    <a:alpha val="17075"/>
                  </a:srgbClr>
                </a:gs>
                <a:gs pos="57143">
                  <a:srgbClr val="00B8EA">
                    <a:alpha val="9855"/>
                  </a:srgbClr>
                </a:gs>
                <a:gs pos="71429">
                  <a:srgbClr val="00B8EA">
                    <a:alpha val="4740"/>
                  </a:srgbClr>
                </a:gs>
                <a:gs pos="85714">
                  <a:srgbClr val="00B8EA">
                    <a:alpha val="1902"/>
                  </a:srgbClr>
                </a:gs>
                <a:gs pos="100000">
                  <a:srgbClr val="00B8E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2" name="Splat 1352"/>
            <p:cNvSpPr>
              <a:spLocks noGrp="1"/>
            </p:cNvSpPr>
            <p:nvPr/>
          </p:nvSpPr>
          <p:spPr>
            <a:xfrm rot="5400000">
              <a:off x="788141" y="1390146"/>
              <a:ext cx="57026" cy="57026"/>
            </a:xfrm>
            <a:prstGeom prst="ellipse">
              <a:avLst/>
            </a:prstGeom>
            <a:gradFill>
              <a:gsLst>
                <a:gs pos="0">
                  <a:srgbClr val="F72B00">
                    <a:alpha val="14637"/>
                  </a:srgbClr>
                </a:gs>
                <a:gs pos="14286">
                  <a:srgbClr val="F72B00">
                    <a:alpha val="13538"/>
                  </a:srgbClr>
                </a:gs>
                <a:gs pos="28571">
                  <a:srgbClr val="F72B00">
                    <a:alpha val="10680"/>
                  </a:srgbClr>
                </a:gs>
                <a:gs pos="42857">
                  <a:srgbClr val="F72B00">
                    <a:alpha val="7140"/>
                  </a:srgbClr>
                </a:gs>
                <a:gs pos="57143">
                  <a:srgbClr val="F72B00">
                    <a:alpha val="4022"/>
                  </a:srgbClr>
                </a:gs>
                <a:gs pos="71429">
                  <a:srgbClr val="F72B00">
                    <a:alpha val="1903"/>
                  </a:srgbClr>
                </a:gs>
                <a:gs pos="85714">
                  <a:srgbClr val="F72B00">
                    <a:alpha val="757"/>
                  </a:srgbClr>
                </a:gs>
                <a:gs pos="100000">
                  <a:srgbClr val="F72B00">
                    <a:alpha val="2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3" name="Splat 1353"/>
            <p:cNvSpPr>
              <a:spLocks noGrp="1"/>
            </p:cNvSpPr>
            <p:nvPr/>
          </p:nvSpPr>
          <p:spPr>
            <a:xfrm rot="10722297">
              <a:off x="1934280" y="1453496"/>
              <a:ext cx="328613" cy="91281"/>
            </a:xfrm>
            <a:prstGeom prst="ellipse">
              <a:avLst/>
            </a:prstGeom>
            <a:gradFill>
              <a:gsLst>
                <a:gs pos="0">
                  <a:srgbClr val="E2FFB2">
                    <a:alpha val="24346"/>
                  </a:srgbClr>
                </a:gs>
                <a:gs pos="14286">
                  <a:srgbClr val="E2FFB2">
                    <a:alpha val="22620"/>
                  </a:srgbClr>
                </a:gs>
                <a:gs pos="28571">
                  <a:srgbClr val="E2FFB2">
                    <a:alpha val="18054"/>
                  </a:srgbClr>
                </a:gs>
                <a:gs pos="42857">
                  <a:srgbClr val="E2FFB2">
                    <a:alpha val="12243"/>
                  </a:srgbClr>
                </a:gs>
                <a:gs pos="57143">
                  <a:srgbClr val="E2FFB2">
                    <a:alpha val="6981"/>
                  </a:srgbClr>
                </a:gs>
                <a:gs pos="71429">
                  <a:srgbClr val="E2FFB2">
                    <a:alpha val="3331"/>
                  </a:srgbClr>
                </a:gs>
                <a:gs pos="85714">
                  <a:srgbClr val="E2FFB2">
                    <a:alpha val="1331"/>
                  </a:srgbClr>
                </a:gs>
                <a:gs pos="100000">
                  <a:srgbClr val="E2FFB2">
                    <a:alpha val="4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4" name="Splat 1354"/>
            <p:cNvSpPr>
              <a:spLocks noGrp="1"/>
            </p:cNvSpPr>
            <p:nvPr/>
          </p:nvSpPr>
          <p:spPr>
            <a:xfrm rot="8873910">
              <a:off x="2826544" y="1306909"/>
              <a:ext cx="328612" cy="91281"/>
            </a:xfrm>
            <a:prstGeom prst="ellipse">
              <a:avLst/>
            </a:prstGeom>
            <a:gradFill>
              <a:gsLst>
                <a:gs pos="0">
                  <a:srgbClr val="FFFFBA">
                    <a:alpha val="32968"/>
                  </a:srgbClr>
                </a:gs>
                <a:gs pos="14286">
                  <a:srgbClr val="FFFFBA">
                    <a:alpha val="30764"/>
                  </a:srgbClr>
                </a:gs>
                <a:gs pos="28571">
                  <a:srgbClr val="FFFFBA">
                    <a:alpha val="24833"/>
                  </a:srgbClr>
                </a:gs>
                <a:gs pos="42857">
                  <a:srgbClr val="FFFFBA">
                    <a:alpha val="17075"/>
                  </a:srgbClr>
                </a:gs>
                <a:gs pos="57143">
                  <a:srgbClr val="FFFFBA">
                    <a:alpha val="9855"/>
                  </a:srgbClr>
                </a:gs>
                <a:gs pos="71429">
                  <a:srgbClr val="FFFFBA">
                    <a:alpha val="4740"/>
                  </a:srgbClr>
                </a:gs>
                <a:gs pos="85714">
                  <a:srgbClr val="FFFFBA">
                    <a:alpha val="1902"/>
                  </a:srgbClr>
                </a:gs>
                <a:gs pos="100000">
                  <a:srgbClr val="FFFFB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5" name="Splat 1355"/>
            <p:cNvSpPr>
              <a:spLocks noGrp="1"/>
            </p:cNvSpPr>
            <p:nvPr/>
          </p:nvSpPr>
          <p:spPr>
            <a:xfrm rot="9445926">
              <a:off x="1524551" y="3772429"/>
              <a:ext cx="328612" cy="91281"/>
            </a:xfrm>
            <a:prstGeom prst="ellipse">
              <a:avLst/>
            </a:prstGeom>
            <a:gradFill>
              <a:gsLst>
                <a:gs pos="0">
                  <a:srgbClr val="F3FFFF">
                    <a:alpha val="32968"/>
                  </a:srgbClr>
                </a:gs>
                <a:gs pos="14286">
                  <a:srgbClr val="F3FFFF">
                    <a:alpha val="30764"/>
                  </a:srgbClr>
                </a:gs>
                <a:gs pos="28571">
                  <a:srgbClr val="F3FFFF">
                    <a:alpha val="24833"/>
                  </a:srgbClr>
                </a:gs>
                <a:gs pos="42857">
                  <a:srgbClr val="F3FFFF">
                    <a:alpha val="17075"/>
                  </a:srgbClr>
                </a:gs>
                <a:gs pos="57143">
                  <a:srgbClr val="F3FFFF">
                    <a:alpha val="9855"/>
                  </a:srgbClr>
                </a:gs>
                <a:gs pos="71429">
                  <a:srgbClr val="F3FFFF">
                    <a:alpha val="4740"/>
                  </a:srgbClr>
                </a:gs>
                <a:gs pos="85714">
                  <a:srgbClr val="F3FFFF">
                    <a:alpha val="1902"/>
                  </a:srgbClr>
                </a:gs>
                <a:gs pos="100000">
                  <a:srgbClr val="F3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6" name="Splat 1356"/>
            <p:cNvSpPr>
              <a:spLocks noGrp="1"/>
            </p:cNvSpPr>
            <p:nvPr/>
          </p:nvSpPr>
          <p:spPr>
            <a:xfrm rot="5400000">
              <a:off x="2021699" y="1142566"/>
              <a:ext cx="301578" cy="301578"/>
            </a:xfrm>
            <a:prstGeom prst="ellipse">
              <a:avLst/>
            </a:prstGeom>
            <a:gradFill>
              <a:gsLst>
                <a:gs pos="0">
                  <a:srgbClr val="7ED6FF">
                    <a:alpha val="32968"/>
                  </a:srgbClr>
                </a:gs>
                <a:gs pos="14286">
                  <a:srgbClr val="7ED6FF">
                    <a:alpha val="30764"/>
                  </a:srgbClr>
                </a:gs>
                <a:gs pos="28571">
                  <a:srgbClr val="7ED6FF">
                    <a:alpha val="24833"/>
                  </a:srgbClr>
                </a:gs>
                <a:gs pos="42857">
                  <a:srgbClr val="7ED6FF">
                    <a:alpha val="17075"/>
                  </a:srgbClr>
                </a:gs>
                <a:gs pos="57143">
                  <a:srgbClr val="7ED6FF">
                    <a:alpha val="9855"/>
                  </a:srgbClr>
                </a:gs>
                <a:gs pos="71429">
                  <a:srgbClr val="7ED6FF">
                    <a:alpha val="4740"/>
                  </a:srgbClr>
                </a:gs>
                <a:gs pos="85714">
                  <a:srgbClr val="7ED6FF">
                    <a:alpha val="1902"/>
                  </a:srgbClr>
                </a:gs>
                <a:gs pos="100000">
                  <a:srgbClr val="7ED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7" name="Splat 1357"/>
            <p:cNvSpPr>
              <a:spLocks noGrp="1"/>
            </p:cNvSpPr>
            <p:nvPr/>
          </p:nvSpPr>
          <p:spPr>
            <a:xfrm rot="5400000">
              <a:off x="855040" y="1519542"/>
              <a:ext cx="59904" cy="59904"/>
            </a:xfrm>
            <a:prstGeom prst="ellipse">
              <a:avLst/>
            </a:prstGeom>
            <a:gradFill>
              <a:gsLst>
                <a:gs pos="0">
                  <a:srgbClr val="DD7990">
                    <a:alpha val="13870"/>
                  </a:srgbClr>
                </a:gs>
                <a:gs pos="14286">
                  <a:srgbClr val="DD7990">
                    <a:alpha val="12823"/>
                  </a:srgbClr>
                </a:gs>
                <a:gs pos="28571">
                  <a:srgbClr val="DD7990">
                    <a:alpha val="10107"/>
                  </a:srgbClr>
                </a:gs>
                <a:gs pos="42857">
                  <a:srgbClr val="DD7990">
                    <a:alpha val="6750"/>
                  </a:srgbClr>
                </a:gs>
                <a:gs pos="57143">
                  <a:srgbClr val="DD7990">
                    <a:alpha val="3799"/>
                  </a:srgbClr>
                </a:gs>
                <a:gs pos="71429">
                  <a:srgbClr val="DD7990">
                    <a:alpha val="1796"/>
                  </a:srgbClr>
                </a:gs>
                <a:gs pos="85714">
                  <a:srgbClr val="DD7990">
                    <a:alpha val="714"/>
                  </a:srgbClr>
                </a:gs>
                <a:gs pos="100000">
                  <a:srgbClr val="DD7990">
                    <a:alpha val="2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8" name="Splat 1358"/>
            <p:cNvSpPr>
              <a:spLocks noGrp="1"/>
            </p:cNvSpPr>
            <p:nvPr/>
          </p:nvSpPr>
          <p:spPr>
            <a:xfrm rot="8936424">
              <a:off x="3955820" y="2276233"/>
              <a:ext cx="485577" cy="134882"/>
            </a:xfrm>
            <a:prstGeom prst="ellipse">
              <a:avLst/>
            </a:prstGeom>
            <a:gradFill>
              <a:gsLst>
                <a:gs pos="0">
                  <a:srgbClr val="FFDBFF">
                    <a:alpha val="32968"/>
                  </a:srgbClr>
                </a:gs>
                <a:gs pos="14286">
                  <a:srgbClr val="FFDBFF">
                    <a:alpha val="30764"/>
                  </a:srgbClr>
                </a:gs>
                <a:gs pos="28571">
                  <a:srgbClr val="FFDBFF">
                    <a:alpha val="24833"/>
                  </a:srgbClr>
                </a:gs>
                <a:gs pos="42857">
                  <a:srgbClr val="FFDBFF">
                    <a:alpha val="17075"/>
                  </a:srgbClr>
                </a:gs>
                <a:gs pos="57143">
                  <a:srgbClr val="FFDBFF">
                    <a:alpha val="9855"/>
                  </a:srgbClr>
                </a:gs>
                <a:gs pos="71429">
                  <a:srgbClr val="FFDBFF">
                    <a:alpha val="4740"/>
                  </a:srgbClr>
                </a:gs>
                <a:gs pos="85714">
                  <a:srgbClr val="FFDBFF">
                    <a:alpha val="1902"/>
                  </a:srgbClr>
                </a:gs>
                <a:gs pos="100000">
                  <a:srgbClr val="FFD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9" name="Splat 1359"/>
            <p:cNvSpPr>
              <a:spLocks noGrp="1"/>
            </p:cNvSpPr>
            <p:nvPr/>
          </p:nvSpPr>
          <p:spPr>
            <a:xfrm rot="5400000">
              <a:off x="2448219" y="896270"/>
              <a:ext cx="61634" cy="61634"/>
            </a:xfrm>
            <a:prstGeom prst="ellipse">
              <a:avLst/>
            </a:prstGeom>
            <a:gradFill>
              <a:gsLst>
                <a:gs pos="0">
                  <a:srgbClr val="005C79">
                    <a:alpha val="13405"/>
                  </a:srgbClr>
                </a:gs>
                <a:gs pos="14286">
                  <a:srgbClr val="005C79">
                    <a:alpha val="12391"/>
                  </a:srgbClr>
                </a:gs>
                <a:gs pos="28571">
                  <a:srgbClr val="005C79">
                    <a:alpha val="9761"/>
                  </a:srgbClr>
                </a:gs>
                <a:gs pos="42857">
                  <a:srgbClr val="005C79">
                    <a:alpha val="6515"/>
                  </a:srgbClr>
                </a:gs>
                <a:gs pos="57143">
                  <a:srgbClr val="005C79">
                    <a:alpha val="3664"/>
                  </a:srgbClr>
                </a:gs>
                <a:gs pos="71429">
                  <a:srgbClr val="005C79">
                    <a:alpha val="1732"/>
                  </a:srgbClr>
                </a:gs>
                <a:gs pos="85714">
                  <a:srgbClr val="005C79">
                    <a:alpha val="689"/>
                  </a:srgbClr>
                </a:gs>
                <a:gs pos="100000">
                  <a:srgbClr val="005C79">
                    <a:alpha val="2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0" name="Splat 1360"/>
            <p:cNvSpPr>
              <a:spLocks noGrp="1"/>
            </p:cNvSpPr>
            <p:nvPr/>
          </p:nvSpPr>
          <p:spPr>
            <a:xfrm rot="5400000">
              <a:off x="1692237" y="1132027"/>
              <a:ext cx="61239" cy="61239"/>
            </a:xfrm>
            <a:prstGeom prst="ellipse">
              <a:avLst/>
            </a:prstGeom>
            <a:gradFill>
              <a:gsLst>
                <a:gs pos="0">
                  <a:srgbClr val="46719C">
                    <a:alpha val="13511"/>
                  </a:srgbClr>
                </a:gs>
                <a:gs pos="14286">
                  <a:srgbClr val="46719C">
                    <a:alpha val="12490"/>
                  </a:srgbClr>
                </a:gs>
                <a:gs pos="28571">
                  <a:srgbClr val="46719C">
                    <a:alpha val="9840"/>
                  </a:srgbClr>
                </a:gs>
                <a:gs pos="42857">
                  <a:srgbClr val="46719C">
                    <a:alpha val="6569"/>
                  </a:srgbClr>
                </a:gs>
                <a:gs pos="57143">
                  <a:srgbClr val="46719C">
                    <a:alpha val="3695"/>
                  </a:srgbClr>
                </a:gs>
                <a:gs pos="71429">
                  <a:srgbClr val="46719C">
                    <a:alpha val="1747"/>
                  </a:srgbClr>
                </a:gs>
                <a:gs pos="85714">
                  <a:srgbClr val="46719C">
                    <a:alpha val="694"/>
                  </a:srgbClr>
                </a:gs>
                <a:gs pos="100000">
                  <a:srgbClr val="46719C">
                    <a:alpha val="2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1" name="Splat 1361"/>
            <p:cNvSpPr>
              <a:spLocks noGrp="1"/>
            </p:cNvSpPr>
            <p:nvPr/>
          </p:nvSpPr>
          <p:spPr>
            <a:xfrm rot="-10126025">
              <a:off x="1574979" y="1520311"/>
              <a:ext cx="328612" cy="91281"/>
            </a:xfrm>
            <a:prstGeom prst="ellipse">
              <a:avLst/>
            </a:prstGeom>
            <a:gradFill>
              <a:gsLst>
                <a:gs pos="0">
                  <a:srgbClr val="D1FFFF">
                    <a:alpha val="32968"/>
                  </a:srgbClr>
                </a:gs>
                <a:gs pos="14286">
                  <a:srgbClr val="D1FFFF">
                    <a:alpha val="30764"/>
                  </a:srgbClr>
                </a:gs>
                <a:gs pos="28571">
                  <a:srgbClr val="D1FFFF">
                    <a:alpha val="24833"/>
                  </a:srgbClr>
                </a:gs>
                <a:gs pos="42857">
                  <a:srgbClr val="D1FFFF">
                    <a:alpha val="17075"/>
                  </a:srgbClr>
                </a:gs>
                <a:gs pos="57143">
                  <a:srgbClr val="D1FFFF">
                    <a:alpha val="9855"/>
                  </a:srgbClr>
                </a:gs>
                <a:gs pos="71429">
                  <a:srgbClr val="D1FFFF">
                    <a:alpha val="4740"/>
                  </a:srgbClr>
                </a:gs>
                <a:gs pos="85714">
                  <a:srgbClr val="D1FFFF">
                    <a:alpha val="1902"/>
                  </a:srgbClr>
                </a:gs>
                <a:gs pos="100000">
                  <a:srgbClr val="D1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2" name="Splat 1362"/>
            <p:cNvSpPr>
              <a:spLocks noGrp="1"/>
            </p:cNvSpPr>
            <p:nvPr/>
          </p:nvSpPr>
          <p:spPr>
            <a:xfrm rot="10506548">
              <a:off x="1800991" y="2088418"/>
              <a:ext cx="328612" cy="9891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3" name="Splat 1363"/>
            <p:cNvSpPr>
              <a:spLocks noGrp="1"/>
            </p:cNvSpPr>
            <p:nvPr/>
          </p:nvSpPr>
          <p:spPr>
            <a:xfrm rot="-10544700">
              <a:off x="1998390" y="1830832"/>
              <a:ext cx="328612" cy="91281"/>
            </a:xfrm>
            <a:prstGeom prst="ellipse">
              <a:avLst/>
            </a:prstGeom>
            <a:gradFill>
              <a:gsLst>
                <a:gs pos="0">
                  <a:srgbClr val="D0FAFF">
                    <a:alpha val="32968"/>
                  </a:srgbClr>
                </a:gs>
                <a:gs pos="14286">
                  <a:srgbClr val="D0FAFF">
                    <a:alpha val="30764"/>
                  </a:srgbClr>
                </a:gs>
                <a:gs pos="28571">
                  <a:srgbClr val="D0FAFF">
                    <a:alpha val="24833"/>
                  </a:srgbClr>
                </a:gs>
                <a:gs pos="42857">
                  <a:srgbClr val="D0FAFF">
                    <a:alpha val="17075"/>
                  </a:srgbClr>
                </a:gs>
                <a:gs pos="57143">
                  <a:srgbClr val="D0FAFF">
                    <a:alpha val="9855"/>
                  </a:srgbClr>
                </a:gs>
                <a:gs pos="71429">
                  <a:srgbClr val="D0FAFF">
                    <a:alpha val="4740"/>
                  </a:srgbClr>
                </a:gs>
                <a:gs pos="85714">
                  <a:srgbClr val="D0FAFF">
                    <a:alpha val="1902"/>
                  </a:srgbClr>
                </a:gs>
                <a:gs pos="100000">
                  <a:srgbClr val="D0F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4" name="Splat 1364"/>
            <p:cNvSpPr>
              <a:spLocks noGrp="1"/>
            </p:cNvSpPr>
            <p:nvPr/>
          </p:nvSpPr>
          <p:spPr>
            <a:xfrm rot="-10067129">
              <a:off x="1755357" y="1717887"/>
              <a:ext cx="341653" cy="94904"/>
            </a:xfrm>
            <a:prstGeom prst="ellipse">
              <a:avLst/>
            </a:prstGeom>
            <a:gradFill>
              <a:gsLst>
                <a:gs pos="0">
                  <a:srgbClr val="00A7F5">
                    <a:alpha val="32968"/>
                  </a:srgbClr>
                </a:gs>
                <a:gs pos="14286">
                  <a:srgbClr val="00A7F5">
                    <a:alpha val="30764"/>
                  </a:srgbClr>
                </a:gs>
                <a:gs pos="28571">
                  <a:srgbClr val="00A7F5">
                    <a:alpha val="24833"/>
                  </a:srgbClr>
                </a:gs>
                <a:gs pos="42857">
                  <a:srgbClr val="00A7F5">
                    <a:alpha val="17075"/>
                  </a:srgbClr>
                </a:gs>
                <a:gs pos="57143">
                  <a:srgbClr val="00A7F5">
                    <a:alpha val="9855"/>
                  </a:srgbClr>
                </a:gs>
                <a:gs pos="71429">
                  <a:srgbClr val="00A7F5">
                    <a:alpha val="4740"/>
                  </a:srgbClr>
                </a:gs>
                <a:gs pos="85714">
                  <a:srgbClr val="00A7F5">
                    <a:alpha val="1902"/>
                  </a:srgbClr>
                </a:gs>
                <a:gs pos="100000">
                  <a:srgbClr val="00A7F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5" name="Splat 1365"/>
            <p:cNvSpPr>
              <a:spLocks noGrp="1"/>
            </p:cNvSpPr>
            <p:nvPr/>
          </p:nvSpPr>
          <p:spPr>
            <a:xfrm rot="10439761">
              <a:off x="1948932" y="1628875"/>
              <a:ext cx="276761" cy="76878"/>
            </a:xfrm>
            <a:prstGeom prst="ellipse">
              <a:avLst/>
            </a:prstGeom>
            <a:gradFill>
              <a:gsLst>
                <a:gs pos="0">
                  <a:srgbClr val="BDFFF6">
                    <a:alpha val="32968"/>
                  </a:srgbClr>
                </a:gs>
                <a:gs pos="14286">
                  <a:srgbClr val="BDFFF6">
                    <a:alpha val="30764"/>
                  </a:srgbClr>
                </a:gs>
                <a:gs pos="28571">
                  <a:srgbClr val="BDFFF6">
                    <a:alpha val="24833"/>
                  </a:srgbClr>
                </a:gs>
                <a:gs pos="42857">
                  <a:srgbClr val="BDFFF6">
                    <a:alpha val="17075"/>
                  </a:srgbClr>
                </a:gs>
                <a:gs pos="57143">
                  <a:srgbClr val="BDFFF6">
                    <a:alpha val="9855"/>
                  </a:srgbClr>
                </a:gs>
                <a:gs pos="71429">
                  <a:srgbClr val="BDFFF6">
                    <a:alpha val="4740"/>
                  </a:srgbClr>
                </a:gs>
                <a:gs pos="85714">
                  <a:srgbClr val="BDFFF6">
                    <a:alpha val="1902"/>
                  </a:srgbClr>
                </a:gs>
                <a:gs pos="100000">
                  <a:srgbClr val="BDFFF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6" name="Splat 1366"/>
            <p:cNvSpPr>
              <a:spLocks noGrp="1"/>
            </p:cNvSpPr>
            <p:nvPr/>
          </p:nvSpPr>
          <p:spPr>
            <a:xfrm rot="5400000">
              <a:off x="2488968" y="698471"/>
              <a:ext cx="384465" cy="384465"/>
            </a:xfrm>
            <a:prstGeom prst="ellipse">
              <a:avLst/>
            </a:prstGeom>
            <a:gradFill>
              <a:gsLst>
                <a:gs pos="0">
                  <a:srgbClr val="B4FFFF">
                    <a:alpha val="32968"/>
                  </a:srgbClr>
                </a:gs>
                <a:gs pos="14286">
                  <a:srgbClr val="B4FFFF">
                    <a:alpha val="30764"/>
                  </a:srgbClr>
                </a:gs>
                <a:gs pos="28571">
                  <a:srgbClr val="B4FFFF">
                    <a:alpha val="24833"/>
                  </a:srgbClr>
                </a:gs>
                <a:gs pos="42857">
                  <a:srgbClr val="B4FFFF">
                    <a:alpha val="17075"/>
                  </a:srgbClr>
                </a:gs>
                <a:gs pos="57143">
                  <a:srgbClr val="B4FFFF">
                    <a:alpha val="9855"/>
                  </a:srgbClr>
                </a:gs>
                <a:gs pos="71429">
                  <a:srgbClr val="B4FFFF">
                    <a:alpha val="4740"/>
                  </a:srgbClr>
                </a:gs>
                <a:gs pos="85714">
                  <a:srgbClr val="B4FFFF">
                    <a:alpha val="1902"/>
                  </a:srgbClr>
                </a:gs>
                <a:gs pos="100000">
                  <a:srgbClr val="B4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7" name="Splat 1367"/>
            <p:cNvSpPr>
              <a:spLocks noGrp="1"/>
            </p:cNvSpPr>
            <p:nvPr/>
          </p:nvSpPr>
          <p:spPr>
            <a:xfrm rot="7294394">
              <a:off x="652594" y="1089016"/>
              <a:ext cx="533028" cy="148063"/>
            </a:xfrm>
            <a:prstGeom prst="ellipse">
              <a:avLst/>
            </a:prstGeom>
            <a:gradFill>
              <a:gsLst>
                <a:gs pos="0">
                  <a:srgbClr val="FF0000">
                    <a:alpha val="17415"/>
                  </a:srgbClr>
                </a:gs>
                <a:gs pos="14286">
                  <a:srgbClr val="FF0000">
                    <a:alpha val="16127"/>
                  </a:srgbClr>
                </a:gs>
                <a:gs pos="28571">
                  <a:srgbClr val="FF0000">
                    <a:alpha val="12763"/>
                  </a:srgbClr>
                </a:gs>
                <a:gs pos="42857">
                  <a:srgbClr val="FF0000">
                    <a:alpha val="8567"/>
                  </a:srgbClr>
                </a:gs>
                <a:gs pos="57143">
                  <a:srgbClr val="FF0000">
                    <a:alpha val="4842"/>
                  </a:srgbClr>
                </a:gs>
                <a:gs pos="71429">
                  <a:srgbClr val="FF0000">
                    <a:alpha val="2296"/>
                  </a:srgbClr>
                </a:gs>
                <a:gs pos="85714">
                  <a:srgbClr val="FF0000">
                    <a:alpha val="914"/>
                  </a:srgbClr>
                </a:gs>
                <a:gs pos="100000">
                  <a:srgbClr val="FF0000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8" name="Splat 1368"/>
            <p:cNvSpPr>
              <a:spLocks noGrp="1"/>
            </p:cNvSpPr>
            <p:nvPr/>
          </p:nvSpPr>
          <p:spPr>
            <a:xfrm rot="9184221">
              <a:off x="1231405" y="2004149"/>
              <a:ext cx="392600" cy="178086"/>
            </a:xfrm>
            <a:prstGeom prst="ellipse">
              <a:avLst/>
            </a:prstGeom>
            <a:gradFill>
              <a:gsLst>
                <a:gs pos="0">
                  <a:srgbClr val="FFF3F1">
                    <a:alpha val="5676"/>
                  </a:srgbClr>
                </a:gs>
                <a:gs pos="14286">
                  <a:srgbClr val="FFF3F1">
                    <a:alpha val="5229"/>
                  </a:srgbClr>
                </a:gs>
                <a:gs pos="28571">
                  <a:srgbClr val="FFF3F1">
                    <a:alpha val="4084"/>
                  </a:srgbClr>
                </a:gs>
                <a:gs pos="42857">
                  <a:srgbClr val="FFF3F1">
                    <a:alpha val="2698"/>
                  </a:srgbClr>
                </a:gs>
                <a:gs pos="57143">
                  <a:srgbClr val="FFF3F1">
                    <a:alpha val="1504"/>
                  </a:srgbClr>
                </a:gs>
                <a:gs pos="71429">
                  <a:srgbClr val="FFF3F1">
                    <a:alpha val="707"/>
                  </a:srgbClr>
                </a:gs>
                <a:gs pos="85714">
                  <a:srgbClr val="FFF3F1">
                    <a:alpha val="280"/>
                  </a:srgbClr>
                </a:gs>
                <a:gs pos="100000">
                  <a:srgbClr val="FFF3F1">
                    <a:alpha val="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9" name="Splat 1369"/>
            <p:cNvSpPr>
              <a:spLocks noGrp="1"/>
            </p:cNvSpPr>
            <p:nvPr/>
          </p:nvSpPr>
          <p:spPr>
            <a:xfrm rot="5400000">
              <a:off x="1172393" y="1130678"/>
              <a:ext cx="59739" cy="59739"/>
            </a:xfrm>
            <a:prstGeom prst="ellipse">
              <a:avLst/>
            </a:prstGeom>
            <a:gradFill>
              <a:gsLst>
                <a:gs pos="0">
                  <a:srgbClr val="B9BB9C">
                    <a:alpha val="13914"/>
                  </a:srgbClr>
                </a:gs>
                <a:gs pos="14286">
                  <a:srgbClr val="B9BB9C">
                    <a:alpha val="12864"/>
                  </a:srgbClr>
                </a:gs>
                <a:gs pos="28571">
                  <a:srgbClr val="B9BB9C">
                    <a:alpha val="10140"/>
                  </a:srgbClr>
                </a:gs>
                <a:gs pos="42857">
                  <a:srgbClr val="B9BB9C">
                    <a:alpha val="6773"/>
                  </a:srgbClr>
                </a:gs>
                <a:gs pos="57143">
                  <a:srgbClr val="B9BB9C">
                    <a:alpha val="3811"/>
                  </a:srgbClr>
                </a:gs>
                <a:gs pos="71429">
                  <a:srgbClr val="B9BB9C">
                    <a:alpha val="1803"/>
                  </a:srgbClr>
                </a:gs>
                <a:gs pos="85714">
                  <a:srgbClr val="B9BB9C">
                    <a:alpha val="717"/>
                  </a:srgbClr>
                </a:gs>
                <a:gs pos="100000">
                  <a:srgbClr val="B9BB9C">
                    <a:alpha val="2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0" name="Splat 1370"/>
            <p:cNvSpPr>
              <a:spLocks noGrp="1"/>
            </p:cNvSpPr>
            <p:nvPr/>
          </p:nvSpPr>
          <p:spPr>
            <a:xfrm rot="10372495">
              <a:off x="2629872" y="931385"/>
              <a:ext cx="748881" cy="233072"/>
            </a:xfrm>
            <a:prstGeom prst="ellipse">
              <a:avLst/>
            </a:prstGeom>
            <a:gradFill>
              <a:gsLst>
                <a:gs pos="0">
                  <a:srgbClr val="ACF1BD">
                    <a:alpha val="11305"/>
                  </a:srgbClr>
                </a:gs>
                <a:gs pos="14286">
                  <a:srgbClr val="ACF1BD">
                    <a:alpha val="10440"/>
                  </a:srgbClr>
                </a:gs>
                <a:gs pos="28571">
                  <a:srgbClr val="ACF1BD">
                    <a:alpha val="8205"/>
                  </a:srgbClr>
                </a:gs>
                <a:gs pos="42857">
                  <a:srgbClr val="ACF1BD">
                    <a:alpha val="5461"/>
                  </a:srgbClr>
                </a:gs>
                <a:gs pos="57143">
                  <a:srgbClr val="ACF1BD">
                    <a:alpha val="3064"/>
                  </a:srgbClr>
                </a:gs>
                <a:gs pos="71429">
                  <a:srgbClr val="ACF1BD">
                    <a:alpha val="1446"/>
                  </a:srgbClr>
                </a:gs>
                <a:gs pos="85714">
                  <a:srgbClr val="ACF1BD">
                    <a:alpha val="574"/>
                  </a:srgbClr>
                </a:gs>
                <a:gs pos="100000">
                  <a:srgbClr val="ACF1BD">
                    <a:alpha val="1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1" name="Splat 1371"/>
            <p:cNvSpPr>
              <a:spLocks noGrp="1"/>
            </p:cNvSpPr>
            <p:nvPr/>
          </p:nvSpPr>
          <p:spPr>
            <a:xfrm rot="5400000">
              <a:off x="2947535" y="1300870"/>
              <a:ext cx="296096" cy="296096"/>
            </a:xfrm>
            <a:prstGeom prst="ellipse">
              <a:avLst/>
            </a:prstGeom>
            <a:gradFill>
              <a:gsLst>
                <a:gs pos="0">
                  <a:srgbClr val="00003B">
                    <a:alpha val="32968"/>
                  </a:srgbClr>
                </a:gs>
                <a:gs pos="14286">
                  <a:srgbClr val="00003B">
                    <a:alpha val="30764"/>
                  </a:srgbClr>
                </a:gs>
                <a:gs pos="28571">
                  <a:srgbClr val="00003B">
                    <a:alpha val="24833"/>
                  </a:srgbClr>
                </a:gs>
                <a:gs pos="42857">
                  <a:srgbClr val="00003B">
                    <a:alpha val="17075"/>
                  </a:srgbClr>
                </a:gs>
                <a:gs pos="57143">
                  <a:srgbClr val="00003B">
                    <a:alpha val="9855"/>
                  </a:srgbClr>
                </a:gs>
                <a:gs pos="71429">
                  <a:srgbClr val="00003B">
                    <a:alpha val="4740"/>
                  </a:srgbClr>
                </a:gs>
                <a:gs pos="85714">
                  <a:srgbClr val="00003B">
                    <a:alpha val="1902"/>
                  </a:srgbClr>
                </a:gs>
                <a:gs pos="100000">
                  <a:srgbClr val="00003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2" name="Splat 1372"/>
            <p:cNvSpPr>
              <a:spLocks noGrp="1"/>
            </p:cNvSpPr>
            <p:nvPr/>
          </p:nvSpPr>
          <p:spPr>
            <a:xfrm rot="5400000">
              <a:off x="1618751" y="1091466"/>
              <a:ext cx="324974" cy="324974"/>
            </a:xfrm>
            <a:prstGeom prst="ellipse">
              <a:avLst/>
            </a:prstGeom>
            <a:gradFill>
              <a:gsLst>
                <a:gs pos="0">
                  <a:srgbClr val="00F0F4">
                    <a:alpha val="32968"/>
                  </a:srgbClr>
                </a:gs>
                <a:gs pos="14286">
                  <a:srgbClr val="00F0F4">
                    <a:alpha val="30764"/>
                  </a:srgbClr>
                </a:gs>
                <a:gs pos="28571">
                  <a:srgbClr val="00F0F4">
                    <a:alpha val="24833"/>
                  </a:srgbClr>
                </a:gs>
                <a:gs pos="42857">
                  <a:srgbClr val="00F0F4">
                    <a:alpha val="17075"/>
                  </a:srgbClr>
                </a:gs>
                <a:gs pos="57143">
                  <a:srgbClr val="00F0F4">
                    <a:alpha val="9855"/>
                  </a:srgbClr>
                </a:gs>
                <a:gs pos="71429">
                  <a:srgbClr val="00F0F4">
                    <a:alpha val="4740"/>
                  </a:srgbClr>
                </a:gs>
                <a:gs pos="85714">
                  <a:srgbClr val="00F0F4">
                    <a:alpha val="1902"/>
                  </a:srgbClr>
                </a:gs>
                <a:gs pos="100000">
                  <a:srgbClr val="00F0F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3" name="Splat 1373"/>
            <p:cNvSpPr>
              <a:spLocks noGrp="1"/>
            </p:cNvSpPr>
            <p:nvPr/>
          </p:nvSpPr>
          <p:spPr>
            <a:xfrm rot="9409659">
              <a:off x="1207029" y="991744"/>
              <a:ext cx="575810" cy="159947"/>
            </a:xfrm>
            <a:prstGeom prst="ellipse">
              <a:avLst/>
            </a:prstGeom>
            <a:gradFill>
              <a:gsLst>
                <a:gs pos="0">
                  <a:srgbClr val="850062">
                    <a:alpha val="19639"/>
                  </a:srgbClr>
                </a:gs>
                <a:gs pos="14286">
                  <a:srgbClr val="850062">
                    <a:alpha val="18205"/>
                  </a:srgbClr>
                </a:gs>
                <a:gs pos="28571">
                  <a:srgbClr val="850062">
                    <a:alpha val="14447"/>
                  </a:srgbClr>
                </a:gs>
                <a:gs pos="42857">
                  <a:srgbClr val="850062">
                    <a:alpha val="9728"/>
                  </a:srgbClr>
                </a:gs>
                <a:gs pos="57143">
                  <a:srgbClr val="850062">
                    <a:alpha val="5513"/>
                  </a:srgbClr>
                </a:gs>
                <a:gs pos="71429">
                  <a:srgbClr val="850062">
                    <a:alpha val="2620"/>
                  </a:srgbClr>
                </a:gs>
                <a:gs pos="85714">
                  <a:srgbClr val="850062">
                    <a:alpha val="1044"/>
                  </a:srgbClr>
                </a:gs>
                <a:gs pos="100000">
                  <a:srgbClr val="850062">
                    <a:alpha val="3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4" name="Splat 1374"/>
            <p:cNvSpPr>
              <a:spLocks noGrp="1"/>
            </p:cNvSpPr>
            <p:nvPr/>
          </p:nvSpPr>
          <p:spPr>
            <a:xfrm rot="-10320418">
              <a:off x="1575984" y="1286639"/>
              <a:ext cx="328613" cy="91281"/>
            </a:xfrm>
            <a:prstGeom prst="ellipse">
              <a:avLst/>
            </a:prstGeom>
            <a:gradFill>
              <a:gsLst>
                <a:gs pos="0">
                  <a:srgbClr val="ACFFFF">
                    <a:alpha val="32968"/>
                  </a:srgbClr>
                </a:gs>
                <a:gs pos="14286">
                  <a:srgbClr val="ACFFFF">
                    <a:alpha val="30764"/>
                  </a:srgbClr>
                </a:gs>
                <a:gs pos="28571">
                  <a:srgbClr val="ACFFFF">
                    <a:alpha val="24833"/>
                  </a:srgbClr>
                </a:gs>
                <a:gs pos="42857">
                  <a:srgbClr val="ACFFFF">
                    <a:alpha val="17075"/>
                  </a:srgbClr>
                </a:gs>
                <a:gs pos="57143">
                  <a:srgbClr val="ACFFFF">
                    <a:alpha val="9855"/>
                  </a:srgbClr>
                </a:gs>
                <a:gs pos="71429">
                  <a:srgbClr val="ACFFFF">
                    <a:alpha val="4740"/>
                  </a:srgbClr>
                </a:gs>
                <a:gs pos="85714">
                  <a:srgbClr val="ACFFFF">
                    <a:alpha val="1902"/>
                  </a:srgbClr>
                </a:gs>
                <a:gs pos="100000">
                  <a:srgbClr val="AC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5" name="Splat 1375"/>
            <p:cNvSpPr>
              <a:spLocks noGrp="1"/>
            </p:cNvSpPr>
            <p:nvPr/>
          </p:nvSpPr>
          <p:spPr>
            <a:xfrm rot="9145990">
              <a:off x="1247209" y="623030"/>
              <a:ext cx="636181" cy="176717"/>
            </a:xfrm>
            <a:prstGeom prst="ellipse">
              <a:avLst/>
            </a:prstGeom>
            <a:gradFill>
              <a:gsLst>
                <a:gs pos="0">
                  <a:srgbClr val="E00084">
                    <a:alpha val="20917"/>
                  </a:srgbClr>
                </a:gs>
                <a:gs pos="14286">
                  <a:srgbClr val="E00084">
                    <a:alpha val="19401"/>
                  </a:srgbClr>
                </a:gs>
                <a:gs pos="28571">
                  <a:srgbClr val="E00084">
                    <a:alpha val="15420"/>
                  </a:srgbClr>
                </a:gs>
                <a:gs pos="42857">
                  <a:srgbClr val="E00084">
                    <a:alpha val="10403"/>
                  </a:srgbClr>
                </a:gs>
                <a:gs pos="57143">
                  <a:srgbClr val="E00084">
                    <a:alpha val="5905"/>
                  </a:srgbClr>
                </a:gs>
                <a:gs pos="71429">
                  <a:srgbClr val="E00084">
                    <a:alpha val="2809"/>
                  </a:srgbClr>
                </a:gs>
                <a:gs pos="85714">
                  <a:srgbClr val="E00084">
                    <a:alpha val="1120"/>
                  </a:srgbClr>
                </a:gs>
                <a:gs pos="100000">
                  <a:srgbClr val="E00084">
                    <a:alpha val="3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6" name="Splat 1376"/>
            <p:cNvSpPr>
              <a:spLocks noGrp="1"/>
            </p:cNvSpPr>
            <p:nvPr/>
          </p:nvSpPr>
          <p:spPr>
            <a:xfrm rot="2994209">
              <a:off x="769504" y="1669868"/>
              <a:ext cx="593233" cy="164787"/>
            </a:xfrm>
            <a:prstGeom prst="ellipse">
              <a:avLst/>
            </a:prstGeom>
            <a:gradFill>
              <a:gsLst>
                <a:gs pos="0">
                  <a:srgbClr val="0000B5">
                    <a:alpha val="32968"/>
                  </a:srgbClr>
                </a:gs>
                <a:gs pos="14286">
                  <a:srgbClr val="0000B5">
                    <a:alpha val="30764"/>
                  </a:srgbClr>
                </a:gs>
                <a:gs pos="28571">
                  <a:srgbClr val="0000B5">
                    <a:alpha val="24833"/>
                  </a:srgbClr>
                </a:gs>
                <a:gs pos="42857">
                  <a:srgbClr val="0000B5">
                    <a:alpha val="17075"/>
                  </a:srgbClr>
                </a:gs>
                <a:gs pos="57143">
                  <a:srgbClr val="0000B5">
                    <a:alpha val="9855"/>
                  </a:srgbClr>
                </a:gs>
                <a:gs pos="71429">
                  <a:srgbClr val="0000B5">
                    <a:alpha val="4740"/>
                  </a:srgbClr>
                </a:gs>
                <a:gs pos="85714">
                  <a:srgbClr val="0000B5">
                    <a:alpha val="1902"/>
                  </a:srgbClr>
                </a:gs>
                <a:gs pos="100000">
                  <a:srgbClr val="0000B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7" name="Splat 1377"/>
            <p:cNvSpPr>
              <a:spLocks noGrp="1"/>
            </p:cNvSpPr>
            <p:nvPr/>
          </p:nvSpPr>
          <p:spPr>
            <a:xfrm rot="-8143011">
              <a:off x="2860686" y="2129201"/>
              <a:ext cx="601920" cy="167200"/>
            </a:xfrm>
            <a:prstGeom prst="ellipse">
              <a:avLst/>
            </a:prstGeom>
            <a:gradFill>
              <a:gsLst>
                <a:gs pos="0">
                  <a:srgbClr val="BCC1B7">
                    <a:alpha val="18718"/>
                  </a:srgbClr>
                </a:gs>
                <a:gs pos="14286">
                  <a:srgbClr val="BCC1B7">
                    <a:alpha val="17344"/>
                  </a:srgbClr>
                </a:gs>
                <a:gs pos="28571">
                  <a:srgbClr val="BCC1B7">
                    <a:alpha val="13748"/>
                  </a:srgbClr>
                </a:gs>
                <a:gs pos="42857">
                  <a:srgbClr val="BCC1B7">
                    <a:alpha val="9245"/>
                  </a:srgbClr>
                </a:gs>
                <a:gs pos="57143">
                  <a:srgbClr val="BCC1B7">
                    <a:alpha val="5233"/>
                  </a:srgbClr>
                </a:gs>
                <a:gs pos="71429">
                  <a:srgbClr val="BCC1B7">
                    <a:alpha val="2485"/>
                  </a:srgbClr>
                </a:gs>
                <a:gs pos="85714">
                  <a:srgbClr val="BCC1B7">
                    <a:alpha val="990"/>
                  </a:srgbClr>
                </a:gs>
                <a:gs pos="100000">
                  <a:srgbClr val="BCC1B7">
                    <a:alpha val="3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8" name="Splat 1378"/>
            <p:cNvSpPr>
              <a:spLocks noGrp="1"/>
            </p:cNvSpPr>
            <p:nvPr/>
          </p:nvSpPr>
          <p:spPr>
            <a:xfrm rot="5400000">
              <a:off x="2679062" y="658921"/>
              <a:ext cx="494152" cy="494152"/>
            </a:xfrm>
            <a:prstGeom prst="ellipse">
              <a:avLst/>
            </a:prstGeom>
            <a:gradFill>
              <a:gsLst>
                <a:gs pos="0">
                  <a:srgbClr val="000000">
                    <a:alpha val="11869"/>
                  </a:srgbClr>
                </a:gs>
                <a:gs pos="14286">
                  <a:srgbClr val="000000">
                    <a:alpha val="10964"/>
                  </a:srgbClr>
                </a:gs>
                <a:gs pos="28571">
                  <a:srgbClr val="000000">
                    <a:alpha val="8622"/>
                  </a:srgbClr>
                </a:gs>
                <a:gs pos="42857">
                  <a:srgbClr val="000000">
                    <a:alpha val="5743"/>
                  </a:srgbClr>
                </a:gs>
                <a:gs pos="57143">
                  <a:srgbClr val="000000">
                    <a:alpha val="3224"/>
                  </a:srgbClr>
                </a:gs>
                <a:gs pos="71429">
                  <a:srgbClr val="000000">
                    <a:alpha val="1522"/>
                  </a:srgbClr>
                </a:gs>
                <a:gs pos="85714">
                  <a:srgbClr val="000000">
                    <a:alpha val="605"/>
                  </a:srgbClr>
                </a:gs>
                <a:gs pos="100000">
                  <a:srgbClr val="000000">
                    <a:alpha val="2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9" name="Splat 1379"/>
            <p:cNvSpPr>
              <a:spLocks noGrp="1"/>
            </p:cNvSpPr>
            <p:nvPr/>
          </p:nvSpPr>
          <p:spPr>
            <a:xfrm rot="9120223">
              <a:off x="1851477" y="642696"/>
              <a:ext cx="344713" cy="108774"/>
            </a:xfrm>
            <a:prstGeom prst="ellipse">
              <a:avLst/>
            </a:prstGeom>
            <a:gradFill>
              <a:gsLst>
                <a:gs pos="0">
                  <a:srgbClr val="00FFFF">
                    <a:alpha val="32968"/>
                  </a:srgbClr>
                </a:gs>
                <a:gs pos="14286">
                  <a:srgbClr val="00FFFF">
                    <a:alpha val="30764"/>
                  </a:srgbClr>
                </a:gs>
                <a:gs pos="28571">
                  <a:srgbClr val="00FFFF">
                    <a:alpha val="24833"/>
                  </a:srgbClr>
                </a:gs>
                <a:gs pos="42857">
                  <a:srgbClr val="00FFFF">
                    <a:alpha val="17075"/>
                  </a:srgbClr>
                </a:gs>
                <a:gs pos="57143">
                  <a:srgbClr val="00FFFF">
                    <a:alpha val="9855"/>
                  </a:srgbClr>
                </a:gs>
                <a:gs pos="71429">
                  <a:srgbClr val="00FFFF">
                    <a:alpha val="4740"/>
                  </a:srgbClr>
                </a:gs>
                <a:gs pos="85714">
                  <a:srgbClr val="00FFFF">
                    <a:alpha val="1902"/>
                  </a:srgbClr>
                </a:gs>
                <a:gs pos="100000">
                  <a:srgbClr val="0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0" name="Splat 1380"/>
            <p:cNvSpPr>
              <a:spLocks noGrp="1"/>
            </p:cNvSpPr>
            <p:nvPr/>
          </p:nvSpPr>
          <p:spPr>
            <a:xfrm rot="5400000">
              <a:off x="3154364" y="1203931"/>
              <a:ext cx="384303" cy="384303"/>
            </a:xfrm>
            <a:prstGeom prst="ellipse">
              <a:avLst/>
            </a:prstGeom>
            <a:gradFill>
              <a:gsLst>
                <a:gs pos="0">
                  <a:srgbClr val="0098F8">
                    <a:alpha val="16807"/>
                  </a:srgbClr>
                </a:gs>
                <a:gs pos="14286">
                  <a:srgbClr val="0098F8">
                    <a:alpha val="15559"/>
                  </a:srgbClr>
                </a:gs>
                <a:gs pos="28571">
                  <a:srgbClr val="0098F8">
                    <a:alpha val="12306"/>
                  </a:srgbClr>
                </a:gs>
                <a:gs pos="42857">
                  <a:srgbClr val="0098F8">
                    <a:alpha val="8253"/>
                  </a:srgbClr>
                </a:gs>
                <a:gs pos="57143">
                  <a:srgbClr val="0098F8">
                    <a:alpha val="4661"/>
                  </a:srgbClr>
                </a:gs>
                <a:gs pos="71429">
                  <a:srgbClr val="0098F8">
                    <a:alpha val="2209"/>
                  </a:srgbClr>
                </a:gs>
                <a:gs pos="85714">
                  <a:srgbClr val="0098F8">
                    <a:alpha val="880"/>
                  </a:srgbClr>
                </a:gs>
                <a:gs pos="100000">
                  <a:srgbClr val="0098F8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1" name="Splat 1381"/>
            <p:cNvSpPr>
              <a:spLocks noGrp="1"/>
            </p:cNvSpPr>
            <p:nvPr/>
          </p:nvSpPr>
          <p:spPr>
            <a:xfrm rot="5400000">
              <a:off x="1625258" y="2038721"/>
              <a:ext cx="240253" cy="240253"/>
            </a:xfrm>
            <a:prstGeom prst="ellipse">
              <a:avLst/>
            </a:prstGeom>
            <a:gradFill>
              <a:gsLst>
                <a:gs pos="0">
                  <a:srgbClr val="00FFFF">
                    <a:alpha val="11031"/>
                  </a:srgbClr>
                </a:gs>
                <a:gs pos="14286">
                  <a:srgbClr val="00FFFF">
                    <a:alpha val="10186"/>
                  </a:srgbClr>
                </a:gs>
                <a:gs pos="28571">
                  <a:srgbClr val="00FFFF">
                    <a:alpha val="8003"/>
                  </a:srgbClr>
                </a:gs>
                <a:gs pos="42857">
                  <a:srgbClr val="00FFFF">
                    <a:alpha val="5324"/>
                  </a:srgbClr>
                </a:gs>
                <a:gs pos="57143">
                  <a:srgbClr val="00FFFF">
                    <a:alpha val="2986"/>
                  </a:srgbClr>
                </a:gs>
                <a:gs pos="71429">
                  <a:srgbClr val="00FFFF">
                    <a:alpha val="1409"/>
                  </a:srgbClr>
                </a:gs>
                <a:gs pos="85714">
                  <a:srgbClr val="00FFFF">
                    <a:alpha val="560"/>
                  </a:srgbClr>
                </a:gs>
                <a:gs pos="100000">
                  <a:srgbClr val="00FFFF">
                    <a:alpha val="1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2" name="Splat 1382"/>
            <p:cNvSpPr>
              <a:spLocks noGrp="1"/>
            </p:cNvSpPr>
            <p:nvPr/>
          </p:nvSpPr>
          <p:spPr>
            <a:xfrm rot="10729531">
              <a:off x="1541670" y="624233"/>
              <a:ext cx="413236" cy="114788"/>
            </a:xfrm>
            <a:prstGeom prst="ellipse">
              <a:avLst/>
            </a:prstGeom>
            <a:gradFill>
              <a:gsLst>
                <a:gs pos="0">
                  <a:srgbClr val="BBFBFF">
                    <a:alpha val="32968"/>
                  </a:srgbClr>
                </a:gs>
                <a:gs pos="14286">
                  <a:srgbClr val="BBFBFF">
                    <a:alpha val="30764"/>
                  </a:srgbClr>
                </a:gs>
                <a:gs pos="28571">
                  <a:srgbClr val="BBFBFF">
                    <a:alpha val="24833"/>
                  </a:srgbClr>
                </a:gs>
                <a:gs pos="42857">
                  <a:srgbClr val="BBFBFF">
                    <a:alpha val="17075"/>
                  </a:srgbClr>
                </a:gs>
                <a:gs pos="57143">
                  <a:srgbClr val="BBFBFF">
                    <a:alpha val="9855"/>
                  </a:srgbClr>
                </a:gs>
                <a:gs pos="71429">
                  <a:srgbClr val="BBFBFF">
                    <a:alpha val="4740"/>
                  </a:srgbClr>
                </a:gs>
                <a:gs pos="85714">
                  <a:srgbClr val="BBFBFF">
                    <a:alpha val="1902"/>
                  </a:srgbClr>
                </a:gs>
                <a:gs pos="100000">
                  <a:srgbClr val="BBF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3" name="Splat 1383"/>
            <p:cNvSpPr>
              <a:spLocks noGrp="1"/>
            </p:cNvSpPr>
            <p:nvPr/>
          </p:nvSpPr>
          <p:spPr>
            <a:xfrm rot="5400000">
              <a:off x="1024312" y="981159"/>
              <a:ext cx="59302" cy="59302"/>
            </a:xfrm>
            <a:prstGeom prst="ellipse">
              <a:avLst/>
            </a:prstGeom>
            <a:gradFill>
              <a:gsLst>
                <a:gs pos="0">
                  <a:srgbClr val="F0CCBA">
                    <a:alpha val="14031"/>
                  </a:srgbClr>
                </a:gs>
                <a:gs pos="14286">
                  <a:srgbClr val="F0CCBA">
                    <a:alpha val="12973"/>
                  </a:srgbClr>
                </a:gs>
                <a:gs pos="28571">
                  <a:srgbClr val="F0CCBA">
                    <a:alpha val="10227"/>
                  </a:srgbClr>
                </a:gs>
                <a:gs pos="42857">
                  <a:srgbClr val="F0CCBA">
                    <a:alpha val="6832"/>
                  </a:srgbClr>
                </a:gs>
                <a:gs pos="57143">
                  <a:srgbClr val="F0CCBA">
                    <a:alpha val="3845"/>
                  </a:srgbClr>
                </a:gs>
                <a:gs pos="71429">
                  <a:srgbClr val="F0CCBA">
                    <a:alpha val="1819"/>
                  </a:srgbClr>
                </a:gs>
                <a:gs pos="85714">
                  <a:srgbClr val="F0CCBA">
                    <a:alpha val="723"/>
                  </a:srgbClr>
                </a:gs>
                <a:gs pos="100000">
                  <a:srgbClr val="F0CCBA">
                    <a:alpha val="2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4" name="Splat 1384"/>
            <p:cNvSpPr>
              <a:spLocks noGrp="1"/>
            </p:cNvSpPr>
            <p:nvPr/>
          </p:nvSpPr>
          <p:spPr>
            <a:xfrm rot="8990883">
              <a:off x="2302669" y="918999"/>
              <a:ext cx="328613" cy="162253"/>
            </a:xfrm>
            <a:prstGeom prst="ellipse">
              <a:avLst/>
            </a:prstGeom>
            <a:gradFill>
              <a:gsLst>
                <a:gs pos="0">
                  <a:srgbClr val="E4FFFF">
                    <a:alpha val="32968"/>
                  </a:srgbClr>
                </a:gs>
                <a:gs pos="14286">
                  <a:srgbClr val="E4FFFF">
                    <a:alpha val="30764"/>
                  </a:srgbClr>
                </a:gs>
                <a:gs pos="28571">
                  <a:srgbClr val="E4FFFF">
                    <a:alpha val="24833"/>
                  </a:srgbClr>
                </a:gs>
                <a:gs pos="42857">
                  <a:srgbClr val="E4FFFF">
                    <a:alpha val="17075"/>
                  </a:srgbClr>
                </a:gs>
                <a:gs pos="57143">
                  <a:srgbClr val="E4FFFF">
                    <a:alpha val="9855"/>
                  </a:srgbClr>
                </a:gs>
                <a:gs pos="71429">
                  <a:srgbClr val="E4FFFF">
                    <a:alpha val="4740"/>
                  </a:srgbClr>
                </a:gs>
                <a:gs pos="85714">
                  <a:srgbClr val="E4FFFF">
                    <a:alpha val="1902"/>
                  </a:srgbClr>
                </a:gs>
                <a:gs pos="100000">
                  <a:srgbClr val="E4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5" name="Splat 1385"/>
            <p:cNvSpPr>
              <a:spLocks noGrp="1"/>
            </p:cNvSpPr>
            <p:nvPr/>
          </p:nvSpPr>
          <p:spPr>
            <a:xfrm rot="-8999664">
              <a:off x="920423" y="1771371"/>
              <a:ext cx="328612" cy="912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6" name="Splat 1386"/>
            <p:cNvSpPr>
              <a:spLocks noGrp="1"/>
            </p:cNvSpPr>
            <p:nvPr/>
          </p:nvSpPr>
          <p:spPr>
            <a:xfrm rot="10534961">
              <a:off x="1170213" y="756688"/>
              <a:ext cx="328613" cy="91281"/>
            </a:xfrm>
            <a:prstGeom prst="ellipse">
              <a:avLst/>
            </a:prstGeom>
            <a:gradFill>
              <a:gsLst>
                <a:gs pos="0">
                  <a:srgbClr val="B8FFFF">
                    <a:alpha val="19454"/>
                  </a:srgbClr>
                </a:gs>
                <a:gs pos="14286">
                  <a:srgbClr val="B8FFFF">
                    <a:alpha val="18032"/>
                  </a:srgbClr>
                </a:gs>
                <a:gs pos="28571">
                  <a:srgbClr val="B8FFFF">
                    <a:alpha val="14306"/>
                  </a:srgbClr>
                </a:gs>
                <a:gs pos="42857">
                  <a:srgbClr val="B8FFFF">
                    <a:alpha val="9631"/>
                  </a:srgbClr>
                </a:gs>
                <a:gs pos="57143">
                  <a:srgbClr val="B8FFFF">
                    <a:alpha val="5457"/>
                  </a:srgbClr>
                </a:gs>
                <a:gs pos="71429">
                  <a:srgbClr val="B8FFFF">
                    <a:alpha val="2592"/>
                  </a:srgbClr>
                </a:gs>
                <a:gs pos="85714">
                  <a:srgbClr val="B8FFFF">
                    <a:alpha val="1033"/>
                  </a:srgbClr>
                </a:gs>
                <a:gs pos="100000">
                  <a:srgbClr val="B8FFFF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7" name="Splat 1387"/>
            <p:cNvSpPr>
              <a:spLocks noGrp="1"/>
            </p:cNvSpPr>
            <p:nvPr/>
          </p:nvSpPr>
          <p:spPr>
            <a:xfrm rot="-10713780">
              <a:off x="1712063" y="1589645"/>
              <a:ext cx="328612" cy="153916"/>
            </a:xfrm>
            <a:prstGeom prst="ellipse">
              <a:avLst/>
            </a:prstGeom>
            <a:gradFill>
              <a:gsLst>
                <a:gs pos="0">
                  <a:srgbClr val="F9FFFF">
                    <a:alpha val="31469"/>
                  </a:srgbClr>
                </a:gs>
                <a:gs pos="14286">
                  <a:srgbClr val="F9FFFF">
                    <a:alpha val="29342"/>
                  </a:srgbClr>
                </a:gs>
                <a:gs pos="28571">
                  <a:srgbClr val="F9FFFF">
                    <a:alpha val="23637"/>
                  </a:srgbClr>
                </a:gs>
                <a:gs pos="42857">
                  <a:srgbClr val="F9FFFF">
                    <a:alpha val="16212"/>
                  </a:srgbClr>
                </a:gs>
                <a:gs pos="57143">
                  <a:srgbClr val="F9FFFF">
                    <a:alpha val="9336"/>
                  </a:srgbClr>
                </a:gs>
                <a:gs pos="71429">
                  <a:srgbClr val="F9FFFF">
                    <a:alpha val="4484"/>
                  </a:srgbClr>
                </a:gs>
                <a:gs pos="85714">
                  <a:srgbClr val="F9FFFF">
                    <a:alpha val="1798"/>
                  </a:srgbClr>
                </a:gs>
                <a:gs pos="100000">
                  <a:srgbClr val="F9FFFF">
                    <a:alpha val="6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8" name="Splat 1388"/>
            <p:cNvSpPr>
              <a:spLocks noGrp="1"/>
            </p:cNvSpPr>
            <p:nvPr/>
          </p:nvSpPr>
          <p:spPr>
            <a:xfrm rot="8906969">
              <a:off x="1457169" y="742626"/>
              <a:ext cx="328612" cy="91281"/>
            </a:xfrm>
            <a:prstGeom prst="ellipse">
              <a:avLst/>
            </a:prstGeom>
            <a:gradFill>
              <a:gsLst>
                <a:gs pos="0">
                  <a:srgbClr val="5DFFFF">
                    <a:alpha val="32968"/>
                  </a:srgbClr>
                </a:gs>
                <a:gs pos="14286">
                  <a:srgbClr val="5DFFFF">
                    <a:alpha val="30764"/>
                  </a:srgbClr>
                </a:gs>
                <a:gs pos="28571">
                  <a:srgbClr val="5DFFFF">
                    <a:alpha val="24833"/>
                  </a:srgbClr>
                </a:gs>
                <a:gs pos="42857">
                  <a:srgbClr val="5DFFFF">
                    <a:alpha val="17075"/>
                  </a:srgbClr>
                </a:gs>
                <a:gs pos="57143">
                  <a:srgbClr val="5DFFFF">
                    <a:alpha val="9855"/>
                  </a:srgbClr>
                </a:gs>
                <a:gs pos="71429">
                  <a:srgbClr val="5DFFFF">
                    <a:alpha val="4740"/>
                  </a:srgbClr>
                </a:gs>
                <a:gs pos="85714">
                  <a:srgbClr val="5DFFFF">
                    <a:alpha val="1902"/>
                  </a:srgbClr>
                </a:gs>
                <a:gs pos="100000">
                  <a:srgbClr val="5D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9" name="Splat 1389"/>
            <p:cNvSpPr>
              <a:spLocks noGrp="1"/>
            </p:cNvSpPr>
            <p:nvPr/>
          </p:nvSpPr>
          <p:spPr>
            <a:xfrm rot="5400000">
              <a:off x="2295816" y="882154"/>
              <a:ext cx="328612" cy="328612"/>
            </a:xfrm>
            <a:prstGeom prst="ellipse">
              <a:avLst/>
            </a:prstGeom>
            <a:gradFill>
              <a:gsLst>
                <a:gs pos="0">
                  <a:srgbClr val="00FFFF">
                    <a:alpha val="32968"/>
                  </a:srgbClr>
                </a:gs>
                <a:gs pos="14286">
                  <a:srgbClr val="00FFFF">
                    <a:alpha val="30764"/>
                  </a:srgbClr>
                </a:gs>
                <a:gs pos="28571">
                  <a:srgbClr val="00FFFF">
                    <a:alpha val="24833"/>
                  </a:srgbClr>
                </a:gs>
                <a:gs pos="42857">
                  <a:srgbClr val="00FFFF">
                    <a:alpha val="17075"/>
                  </a:srgbClr>
                </a:gs>
                <a:gs pos="57143">
                  <a:srgbClr val="00FFFF">
                    <a:alpha val="9855"/>
                  </a:srgbClr>
                </a:gs>
                <a:gs pos="71429">
                  <a:srgbClr val="00FFFF">
                    <a:alpha val="4740"/>
                  </a:srgbClr>
                </a:gs>
                <a:gs pos="85714">
                  <a:srgbClr val="00FFFF">
                    <a:alpha val="1902"/>
                  </a:srgbClr>
                </a:gs>
                <a:gs pos="100000">
                  <a:srgbClr val="0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0" name="Splat 1390"/>
            <p:cNvSpPr>
              <a:spLocks noGrp="1"/>
            </p:cNvSpPr>
            <p:nvPr/>
          </p:nvSpPr>
          <p:spPr>
            <a:xfrm rot="5400000">
              <a:off x="2070190" y="98354"/>
              <a:ext cx="490011" cy="490011"/>
            </a:xfrm>
            <a:prstGeom prst="ellipse">
              <a:avLst/>
            </a:prstGeom>
            <a:gradFill>
              <a:gsLst>
                <a:gs pos="0">
                  <a:srgbClr val="F100B9">
                    <a:alpha val="20613"/>
                  </a:srgbClr>
                </a:gs>
                <a:gs pos="14286">
                  <a:srgbClr val="F100B9">
                    <a:alpha val="19117"/>
                  </a:srgbClr>
                </a:gs>
                <a:gs pos="28571">
                  <a:srgbClr val="F100B9">
                    <a:alpha val="15188"/>
                  </a:srgbClr>
                </a:gs>
                <a:gs pos="42857">
                  <a:srgbClr val="F100B9">
                    <a:alpha val="10242"/>
                  </a:srgbClr>
                </a:gs>
                <a:gs pos="57143">
                  <a:srgbClr val="F100B9">
                    <a:alpha val="5812"/>
                  </a:srgbClr>
                </a:gs>
                <a:gs pos="71429">
                  <a:srgbClr val="F100B9">
                    <a:alpha val="2764"/>
                  </a:srgbClr>
                </a:gs>
                <a:gs pos="85714">
                  <a:srgbClr val="F100B9">
                    <a:alpha val="1102"/>
                  </a:srgbClr>
                </a:gs>
                <a:gs pos="100000">
                  <a:srgbClr val="F100B9">
                    <a:alpha val="3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1" name="Splat 1391"/>
            <p:cNvSpPr>
              <a:spLocks noGrp="1"/>
            </p:cNvSpPr>
            <p:nvPr/>
          </p:nvSpPr>
          <p:spPr>
            <a:xfrm rot="9145982">
              <a:off x="1954403" y="1556860"/>
              <a:ext cx="286494" cy="79582"/>
            </a:xfrm>
            <a:prstGeom prst="ellipse">
              <a:avLst/>
            </a:prstGeom>
            <a:gradFill>
              <a:gsLst>
                <a:gs pos="0">
                  <a:srgbClr val="D5EED5">
                    <a:alpha val="29118"/>
                  </a:srgbClr>
                </a:gs>
                <a:gs pos="14286">
                  <a:srgbClr val="D5EED5">
                    <a:alpha val="27117"/>
                  </a:srgbClr>
                </a:gs>
                <a:gs pos="28571">
                  <a:srgbClr val="D5EED5">
                    <a:alpha val="21777"/>
                  </a:srgbClr>
                </a:gs>
                <a:gs pos="42857">
                  <a:srgbClr val="D5EED5">
                    <a:alpha val="14879"/>
                  </a:srgbClr>
                </a:gs>
                <a:gs pos="57143">
                  <a:srgbClr val="D5EED5">
                    <a:alpha val="8540"/>
                  </a:srgbClr>
                </a:gs>
                <a:gs pos="71429">
                  <a:srgbClr val="D5EED5">
                    <a:alpha val="4092"/>
                  </a:srgbClr>
                </a:gs>
                <a:gs pos="85714">
                  <a:srgbClr val="D5EED5">
                    <a:alpha val="1639"/>
                  </a:srgbClr>
                </a:gs>
                <a:gs pos="100000">
                  <a:srgbClr val="D5EED5">
                    <a:alpha val="5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2" name="Splat 1392"/>
            <p:cNvSpPr>
              <a:spLocks noGrp="1"/>
            </p:cNvSpPr>
            <p:nvPr/>
          </p:nvSpPr>
          <p:spPr>
            <a:xfrm rot="-8385301">
              <a:off x="1519560" y="1016187"/>
              <a:ext cx="207293" cy="101580"/>
            </a:xfrm>
            <a:prstGeom prst="ellipse">
              <a:avLst/>
            </a:prstGeom>
            <a:gradFill>
              <a:gsLst>
                <a:gs pos="0">
                  <a:srgbClr val="FFFFFF">
                    <a:alpha val="31967"/>
                  </a:srgbClr>
                </a:gs>
                <a:gs pos="14286">
                  <a:srgbClr val="FFFFFF">
                    <a:alpha val="29814"/>
                  </a:srgbClr>
                </a:gs>
                <a:gs pos="28571">
                  <a:srgbClr val="FFFFFF">
                    <a:alpha val="24033"/>
                  </a:srgbClr>
                </a:gs>
                <a:gs pos="42857">
                  <a:srgbClr val="FFFFFF">
                    <a:alpha val="16498"/>
                  </a:srgbClr>
                </a:gs>
                <a:gs pos="57143">
                  <a:srgbClr val="FFFFFF">
                    <a:alpha val="9507"/>
                  </a:srgbClr>
                </a:gs>
                <a:gs pos="71429">
                  <a:srgbClr val="FFFFFF">
                    <a:alpha val="4569"/>
                  </a:srgbClr>
                </a:gs>
                <a:gs pos="85714">
                  <a:srgbClr val="FFFFFF">
                    <a:alpha val="1832"/>
                  </a:srgbClr>
                </a:gs>
                <a:gs pos="100000">
                  <a:srgbClr val="FFFFFF">
                    <a:alpha val="6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3" name="Splat 1393"/>
            <p:cNvSpPr>
              <a:spLocks noGrp="1"/>
            </p:cNvSpPr>
            <p:nvPr/>
          </p:nvSpPr>
          <p:spPr>
            <a:xfrm rot="-9601865">
              <a:off x="947565" y="1011252"/>
              <a:ext cx="682484" cy="381170"/>
            </a:xfrm>
            <a:prstGeom prst="ellipse">
              <a:avLst/>
            </a:prstGeom>
            <a:gradFill>
              <a:gsLst>
                <a:gs pos="0">
                  <a:srgbClr val="75FFCB">
                    <a:alpha val="5211"/>
                  </a:srgbClr>
                </a:gs>
                <a:gs pos="14286">
                  <a:srgbClr val="75FFCB">
                    <a:alpha val="4800"/>
                  </a:srgbClr>
                </a:gs>
                <a:gs pos="28571">
                  <a:srgbClr val="75FFCB">
                    <a:alpha val="3747"/>
                  </a:srgbClr>
                </a:gs>
                <a:gs pos="42857">
                  <a:srgbClr val="75FFCB">
                    <a:alpha val="2474"/>
                  </a:srgbClr>
                </a:gs>
                <a:gs pos="57143">
                  <a:srgbClr val="75FFCB">
                    <a:alpha val="1378"/>
                  </a:srgbClr>
                </a:gs>
                <a:gs pos="71429">
                  <a:srgbClr val="75FFCB">
                    <a:alpha val="648"/>
                  </a:srgbClr>
                </a:gs>
                <a:gs pos="85714">
                  <a:srgbClr val="75FFCB">
                    <a:alpha val="257"/>
                  </a:srgbClr>
                </a:gs>
                <a:gs pos="100000">
                  <a:srgbClr val="75FFCB">
                    <a:alpha val="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4" name="Splat 1394"/>
            <p:cNvSpPr>
              <a:spLocks noGrp="1"/>
            </p:cNvSpPr>
            <p:nvPr/>
          </p:nvSpPr>
          <p:spPr>
            <a:xfrm rot="5400000">
              <a:off x="2131432" y="2990404"/>
              <a:ext cx="57745" cy="57745"/>
            </a:xfrm>
            <a:prstGeom prst="ellipse">
              <a:avLst/>
            </a:prstGeom>
            <a:gradFill>
              <a:gsLst>
                <a:gs pos="0">
                  <a:srgbClr val="F7A687">
                    <a:alpha val="14446"/>
                  </a:srgbClr>
                </a:gs>
                <a:gs pos="14286">
                  <a:srgbClr val="F7A687">
                    <a:alpha val="13360"/>
                  </a:srgbClr>
                </a:gs>
                <a:gs pos="28571">
                  <a:srgbClr val="F7A687">
                    <a:alpha val="10537"/>
                  </a:srgbClr>
                </a:gs>
                <a:gs pos="42857">
                  <a:srgbClr val="F7A687">
                    <a:alpha val="7043"/>
                  </a:srgbClr>
                </a:gs>
                <a:gs pos="57143">
                  <a:srgbClr val="F7A687">
                    <a:alpha val="3966"/>
                  </a:srgbClr>
                </a:gs>
                <a:gs pos="71429">
                  <a:srgbClr val="F7A687">
                    <a:alpha val="1876"/>
                  </a:srgbClr>
                </a:gs>
                <a:gs pos="85714">
                  <a:srgbClr val="F7A687">
                    <a:alpha val="746"/>
                  </a:srgbClr>
                </a:gs>
                <a:gs pos="100000">
                  <a:srgbClr val="F7A687">
                    <a:alpha val="2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5" name="Splat 1395"/>
            <p:cNvSpPr>
              <a:spLocks noGrp="1"/>
            </p:cNvSpPr>
            <p:nvPr/>
          </p:nvSpPr>
          <p:spPr>
            <a:xfrm rot="10691495">
              <a:off x="1818526" y="1911125"/>
              <a:ext cx="328612" cy="91281"/>
            </a:xfrm>
            <a:prstGeom prst="ellipse">
              <a:avLst/>
            </a:prstGeom>
            <a:gradFill>
              <a:gsLst>
                <a:gs pos="0">
                  <a:srgbClr val="003800">
                    <a:alpha val="32968"/>
                  </a:srgbClr>
                </a:gs>
                <a:gs pos="14286">
                  <a:srgbClr val="003800">
                    <a:alpha val="30764"/>
                  </a:srgbClr>
                </a:gs>
                <a:gs pos="28571">
                  <a:srgbClr val="003800">
                    <a:alpha val="24833"/>
                  </a:srgbClr>
                </a:gs>
                <a:gs pos="42857">
                  <a:srgbClr val="003800">
                    <a:alpha val="17075"/>
                  </a:srgbClr>
                </a:gs>
                <a:gs pos="57143">
                  <a:srgbClr val="003800">
                    <a:alpha val="9855"/>
                  </a:srgbClr>
                </a:gs>
                <a:gs pos="71429">
                  <a:srgbClr val="003800">
                    <a:alpha val="4740"/>
                  </a:srgbClr>
                </a:gs>
                <a:gs pos="85714">
                  <a:srgbClr val="003800">
                    <a:alpha val="1902"/>
                  </a:srgbClr>
                </a:gs>
                <a:gs pos="100000">
                  <a:srgbClr val="003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6" name="Splat 1396"/>
            <p:cNvSpPr>
              <a:spLocks noGrp="1"/>
            </p:cNvSpPr>
            <p:nvPr/>
          </p:nvSpPr>
          <p:spPr>
            <a:xfrm rot="9147597">
              <a:off x="914674" y="1219325"/>
              <a:ext cx="270768" cy="56410"/>
            </a:xfrm>
            <a:prstGeom prst="ellipse">
              <a:avLst/>
            </a:prstGeom>
            <a:gradFill>
              <a:gsLst>
                <a:gs pos="0">
                  <a:srgbClr val="F2FFE7">
                    <a:alpha val="32968"/>
                  </a:srgbClr>
                </a:gs>
                <a:gs pos="14286">
                  <a:srgbClr val="F2FFE7">
                    <a:alpha val="30764"/>
                  </a:srgbClr>
                </a:gs>
                <a:gs pos="28571">
                  <a:srgbClr val="F2FFE7">
                    <a:alpha val="24833"/>
                  </a:srgbClr>
                </a:gs>
                <a:gs pos="42857">
                  <a:srgbClr val="F2FFE7">
                    <a:alpha val="17075"/>
                  </a:srgbClr>
                </a:gs>
                <a:gs pos="57143">
                  <a:srgbClr val="F2FFE7">
                    <a:alpha val="9855"/>
                  </a:srgbClr>
                </a:gs>
                <a:gs pos="71429">
                  <a:srgbClr val="F2FFE7">
                    <a:alpha val="4740"/>
                  </a:srgbClr>
                </a:gs>
                <a:gs pos="85714">
                  <a:srgbClr val="F2FFE7">
                    <a:alpha val="1902"/>
                  </a:srgbClr>
                </a:gs>
                <a:gs pos="100000">
                  <a:srgbClr val="F2FFE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7" name="Splat 1397"/>
            <p:cNvSpPr>
              <a:spLocks noGrp="1"/>
            </p:cNvSpPr>
            <p:nvPr/>
          </p:nvSpPr>
          <p:spPr>
            <a:xfrm rot="6760100">
              <a:off x="731044" y="1202134"/>
              <a:ext cx="328613" cy="91281"/>
            </a:xfrm>
            <a:prstGeom prst="ellipse">
              <a:avLst/>
            </a:prstGeom>
            <a:gradFill>
              <a:gsLst>
                <a:gs pos="0">
                  <a:srgbClr val="00FFFF">
                    <a:alpha val="20287"/>
                  </a:srgbClr>
                </a:gs>
                <a:gs pos="14286">
                  <a:srgbClr val="00FFFF">
                    <a:alpha val="18811"/>
                  </a:srgbClr>
                </a:gs>
                <a:gs pos="28571">
                  <a:srgbClr val="00FFFF">
                    <a:alpha val="14939"/>
                  </a:srgbClr>
                </a:gs>
                <a:gs pos="42857">
                  <a:srgbClr val="00FFFF">
                    <a:alpha val="10069"/>
                  </a:srgbClr>
                </a:gs>
                <a:gs pos="57143">
                  <a:srgbClr val="00FFFF">
                    <a:alpha val="5711"/>
                  </a:srgbClr>
                </a:gs>
                <a:gs pos="71429">
                  <a:srgbClr val="00FFFF">
                    <a:alpha val="2715"/>
                  </a:srgbClr>
                </a:gs>
                <a:gs pos="85714">
                  <a:srgbClr val="00FFFF">
                    <a:alpha val="1083"/>
                  </a:srgbClr>
                </a:gs>
                <a:gs pos="100000">
                  <a:srgbClr val="00FFFF">
                    <a:alpha val="3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8" name="Splat 1398"/>
            <p:cNvSpPr>
              <a:spLocks noGrp="1"/>
            </p:cNvSpPr>
            <p:nvPr/>
          </p:nvSpPr>
          <p:spPr>
            <a:xfrm rot="5400000">
              <a:off x="818236" y="1381519"/>
              <a:ext cx="55318" cy="55318"/>
            </a:xfrm>
            <a:prstGeom prst="ellipse">
              <a:avLst/>
            </a:prstGeom>
            <a:gradFill>
              <a:gsLst>
                <a:gs pos="0">
                  <a:srgbClr val="E6576B">
                    <a:alpha val="15090"/>
                  </a:srgbClr>
                </a:gs>
                <a:gs pos="14286">
                  <a:srgbClr val="E6576B">
                    <a:alpha val="13959"/>
                  </a:srgbClr>
                </a:gs>
                <a:gs pos="28571">
                  <a:srgbClr val="E6576B">
                    <a:alpha val="11018"/>
                  </a:srgbClr>
                </a:gs>
                <a:gs pos="42857">
                  <a:srgbClr val="E6576B">
                    <a:alpha val="7371"/>
                  </a:srgbClr>
                </a:gs>
                <a:gs pos="57143">
                  <a:srgbClr val="E6576B">
                    <a:alpha val="4154"/>
                  </a:srgbClr>
                </a:gs>
                <a:gs pos="71429">
                  <a:srgbClr val="E6576B">
                    <a:alpha val="1966"/>
                  </a:srgbClr>
                </a:gs>
                <a:gs pos="85714">
                  <a:srgbClr val="E6576B">
                    <a:alpha val="782"/>
                  </a:srgbClr>
                </a:gs>
                <a:gs pos="100000">
                  <a:srgbClr val="E6576B">
                    <a:alpha val="2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9" name="Splat 1399"/>
            <p:cNvSpPr>
              <a:spLocks noGrp="1"/>
            </p:cNvSpPr>
            <p:nvPr/>
          </p:nvSpPr>
          <p:spPr>
            <a:xfrm rot="5400000">
              <a:off x="1066711" y="1829813"/>
              <a:ext cx="58680" cy="58680"/>
            </a:xfrm>
            <a:prstGeom prst="ellipse">
              <a:avLst/>
            </a:prstGeom>
            <a:gradFill>
              <a:gsLst>
                <a:gs pos="0">
                  <a:srgbClr val="FFF7AC">
                    <a:alpha val="14197"/>
                  </a:srgbClr>
                </a:gs>
                <a:gs pos="14286">
                  <a:srgbClr val="FFF7AC">
                    <a:alpha val="13128"/>
                  </a:srgbClr>
                </a:gs>
                <a:gs pos="28571">
                  <a:srgbClr val="FFF7AC">
                    <a:alpha val="10351"/>
                  </a:srgbClr>
                </a:gs>
                <a:gs pos="42857">
                  <a:srgbClr val="FFF7AC">
                    <a:alpha val="6916"/>
                  </a:srgbClr>
                </a:gs>
                <a:gs pos="57143">
                  <a:srgbClr val="FFF7AC">
                    <a:alpha val="3894"/>
                  </a:srgbClr>
                </a:gs>
                <a:gs pos="71429">
                  <a:srgbClr val="FFF7AC">
                    <a:alpha val="1842"/>
                  </a:srgbClr>
                </a:gs>
                <a:gs pos="85714">
                  <a:srgbClr val="FFF7AC">
                    <a:alpha val="732"/>
                  </a:srgbClr>
                </a:gs>
                <a:gs pos="100000">
                  <a:srgbClr val="FFF7AC">
                    <a:alpha val="2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0" name="Splat 1400"/>
            <p:cNvSpPr>
              <a:spLocks noGrp="1"/>
            </p:cNvSpPr>
            <p:nvPr/>
          </p:nvSpPr>
          <p:spPr>
            <a:xfrm rot="5400000">
              <a:off x="1517266" y="809488"/>
              <a:ext cx="58166" cy="58166"/>
            </a:xfrm>
            <a:prstGeom prst="ellipse">
              <a:avLst/>
            </a:prstGeom>
            <a:gradFill>
              <a:gsLst>
                <a:gs pos="0">
                  <a:srgbClr val="269CD6">
                    <a:alpha val="14334"/>
                  </a:srgbClr>
                </a:gs>
                <a:gs pos="14286">
                  <a:srgbClr val="269CD6">
                    <a:alpha val="13255"/>
                  </a:srgbClr>
                </a:gs>
                <a:gs pos="28571">
                  <a:srgbClr val="269CD6">
                    <a:alpha val="10453"/>
                  </a:srgbClr>
                </a:gs>
                <a:gs pos="42857">
                  <a:srgbClr val="269CD6">
                    <a:alpha val="6986"/>
                  </a:srgbClr>
                </a:gs>
                <a:gs pos="57143">
                  <a:srgbClr val="269CD6">
                    <a:alpha val="3933"/>
                  </a:srgbClr>
                </a:gs>
                <a:gs pos="71429">
                  <a:srgbClr val="269CD6">
                    <a:alpha val="1861"/>
                  </a:srgbClr>
                </a:gs>
                <a:gs pos="85714">
                  <a:srgbClr val="269CD6">
                    <a:alpha val="740"/>
                  </a:srgbClr>
                </a:gs>
                <a:gs pos="100000">
                  <a:srgbClr val="269CD6">
                    <a:alpha val="2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1" name="Splat 1401"/>
            <p:cNvSpPr>
              <a:spLocks noGrp="1"/>
            </p:cNvSpPr>
            <p:nvPr/>
          </p:nvSpPr>
          <p:spPr>
            <a:xfrm rot="4901561">
              <a:off x="3196431" y="1316147"/>
              <a:ext cx="448731" cy="94303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2" name="Splat 1402"/>
            <p:cNvSpPr>
              <a:spLocks noGrp="1"/>
            </p:cNvSpPr>
            <p:nvPr/>
          </p:nvSpPr>
          <p:spPr>
            <a:xfrm rot="5400000">
              <a:off x="1846722" y="1682362"/>
              <a:ext cx="58296" cy="58296"/>
            </a:xfrm>
            <a:prstGeom prst="ellipse">
              <a:avLst/>
            </a:prstGeom>
            <a:gradFill>
              <a:gsLst>
                <a:gs pos="0">
                  <a:srgbClr val="005983">
                    <a:alpha val="14299"/>
                  </a:srgbClr>
                </a:gs>
                <a:gs pos="14286">
                  <a:srgbClr val="005983">
                    <a:alpha val="13223"/>
                  </a:srgbClr>
                </a:gs>
                <a:gs pos="28571">
                  <a:srgbClr val="005983">
                    <a:alpha val="10428"/>
                  </a:srgbClr>
                </a:gs>
                <a:gs pos="42857">
                  <a:srgbClr val="005983">
                    <a:alpha val="6968"/>
                  </a:srgbClr>
                </a:gs>
                <a:gs pos="57143">
                  <a:srgbClr val="005983">
                    <a:alpha val="3923"/>
                  </a:srgbClr>
                </a:gs>
                <a:gs pos="71429">
                  <a:srgbClr val="005983">
                    <a:alpha val="1856"/>
                  </a:srgbClr>
                </a:gs>
                <a:gs pos="85714">
                  <a:srgbClr val="005983">
                    <a:alpha val="738"/>
                  </a:srgbClr>
                </a:gs>
                <a:gs pos="100000">
                  <a:srgbClr val="005983">
                    <a:alpha val="2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3" name="Splat 1403"/>
            <p:cNvSpPr>
              <a:spLocks noGrp="1"/>
            </p:cNvSpPr>
            <p:nvPr/>
          </p:nvSpPr>
          <p:spPr>
            <a:xfrm rot="5400000">
              <a:off x="2068656" y="925882"/>
              <a:ext cx="58061" cy="58061"/>
            </a:xfrm>
            <a:prstGeom prst="ellipse">
              <a:avLst/>
            </a:prstGeom>
            <a:gradFill>
              <a:gsLst>
                <a:gs pos="0">
                  <a:srgbClr val="42ABD6">
                    <a:alpha val="14362"/>
                  </a:srgbClr>
                </a:gs>
                <a:gs pos="14286">
                  <a:srgbClr val="42ABD6">
                    <a:alpha val="13281"/>
                  </a:srgbClr>
                </a:gs>
                <a:gs pos="28571">
                  <a:srgbClr val="42ABD6">
                    <a:alpha val="10474"/>
                  </a:srgbClr>
                </a:gs>
                <a:gs pos="42857">
                  <a:srgbClr val="42ABD6">
                    <a:alpha val="7000"/>
                  </a:srgbClr>
                </a:gs>
                <a:gs pos="57143">
                  <a:srgbClr val="42ABD6">
                    <a:alpha val="3942"/>
                  </a:srgbClr>
                </a:gs>
                <a:gs pos="71429">
                  <a:srgbClr val="42ABD6">
                    <a:alpha val="1865"/>
                  </a:srgbClr>
                </a:gs>
                <a:gs pos="85714">
                  <a:srgbClr val="42ABD6">
                    <a:alpha val="742"/>
                  </a:srgbClr>
                </a:gs>
                <a:gs pos="100000">
                  <a:srgbClr val="42ABD6">
                    <a:alpha val="2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4" name="Splat 1404"/>
            <p:cNvSpPr>
              <a:spLocks noGrp="1"/>
            </p:cNvSpPr>
            <p:nvPr/>
          </p:nvSpPr>
          <p:spPr>
            <a:xfrm rot="5400000">
              <a:off x="2847262" y="1355199"/>
              <a:ext cx="268184" cy="26818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5" name="Splat 1405"/>
            <p:cNvSpPr>
              <a:spLocks noGrp="1"/>
            </p:cNvSpPr>
            <p:nvPr/>
          </p:nvSpPr>
          <p:spPr>
            <a:xfrm rot="9439876">
              <a:off x="2206089" y="686302"/>
              <a:ext cx="275878" cy="89619"/>
            </a:xfrm>
            <a:prstGeom prst="ellipse">
              <a:avLst/>
            </a:prstGeom>
            <a:gradFill>
              <a:gsLst>
                <a:gs pos="0">
                  <a:srgbClr val="00FFFF">
                    <a:alpha val="32968"/>
                  </a:srgbClr>
                </a:gs>
                <a:gs pos="14286">
                  <a:srgbClr val="00FFFF">
                    <a:alpha val="30764"/>
                  </a:srgbClr>
                </a:gs>
                <a:gs pos="28571">
                  <a:srgbClr val="00FFFF">
                    <a:alpha val="24833"/>
                  </a:srgbClr>
                </a:gs>
                <a:gs pos="42857">
                  <a:srgbClr val="00FFFF">
                    <a:alpha val="17075"/>
                  </a:srgbClr>
                </a:gs>
                <a:gs pos="57143">
                  <a:srgbClr val="00FFFF">
                    <a:alpha val="9855"/>
                  </a:srgbClr>
                </a:gs>
                <a:gs pos="71429">
                  <a:srgbClr val="00FFFF">
                    <a:alpha val="4740"/>
                  </a:srgbClr>
                </a:gs>
                <a:gs pos="85714">
                  <a:srgbClr val="00FFFF">
                    <a:alpha val="1902"/>
                  </a:srgbClr>
                </a:gs>
                <a:gs pos="100000">
                  <a:srgbClr val="0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6" name="Splat 1406"/>
            <p:cNvSpPr>
              <a:spLocks noGrp="1"/>
            </p:cNvSpPr>
            <p:nvPr/>
          </p:nvSpPr>
          <p:spPr>
            <a:xfrm rot="10476797">
              <a:off x="1821797" y="1979894"/>
              <a:ext cx="193268" cy="53686"/>
            </a:xfrm>
            <a:prstGeom prst="ellipse">
              <a:avLst/>
            </a:prstGeom>
            <a:gradFill>
              <a:gsLst>
                <a:gs pos="0">
                  <a:srgbClr val="007199">
                    <a:alpha val="32968"/>
                  </a:srgbClr>
                </a:gs>
                <a:gs pos="14286">
                  <a:srgbClr val="007199">
                    <a:alpha val="30764"/>
                  </a:srgbClr>
                </a:gs>
                <a:gs pos="28571">
                  <a:srgbClr val="007199">
                    <a:alpha val="24833"/>
                  </a:srgbClr>
                </a:gs>
                <a:gs pos="42857">
                  <a:srgbClr val="007199">
                    <a:alpha val="17075"/>
                  </a:srgbClr>
                </a:gs>
                <a:gs pos="57143">
                  <a:srgbClr val="007199">
                    <a:alpha val="9855"/>
                  </a:srgbClr>
                </a:gs>
                <a:gs pos="71429">
                  <a:srgbClr val="007199">
                    <a:alpha val="4740"/>
                  </a:srgbClr>
                </a:gs>
                <a:gs pos="85714">
                  <a:srgbClr val="007199">
                    <a:alpha val="1902"/>
                  </a:srgbClr>
                </a:gs>
                <a:gs pos="100000">
                  <a:srgbClr val="00719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7" name="Splat 1407"/>
            <p:cNvSpPr>
              <a:spLocks noGrp="1"/>
            </p:cNvSpPr>
            <p:nvPr/>
          </p:nvSpPr>
          <p:spPr>
            <a:xfrm rot="5400000">
              <a:off x="1457067" y="1941468"/>
              <a:ext cx="57015" cy="57015"/>
            </a:xfrm>
            <a:prstGeom prst="ellipse">
              <a:avLst/>
            </a:prstGeom>
            <a:gradFill>
              <a:gsLst>
                <a:gs pos="0">
                  <a:srgbClr val="006F88">
                    <a:alpha val="14640"/>
                  </a:srgbClr>
                </a:gs>
                <a:gs pos="14286">
                  <a:srgbClr val="006F88">
                    <a:alpha val="13540"/>
                  </a:srgbClr>
                </a:gs>
                <a:gs pos="28571">
                  <a:srgbClr val="006F88">
                    <a:alpha val="10682"/>
                  </a:srgbClr>
                </a:gs>
                <a:gs pos="42857">
                  <a:srgbClr val="006F88">
                    <a:alpha val="7142"/>
                  </a:srgbClr>
                </a:gs>
                <a:gs pos="57143">
                  <a:srgbClr val="006F88">
                    <a:alpha val="4023"/>
                  </a:srgbClr>
                </a:gs>
                <a:gs pos="71429">
                  <a:srgbClr val="006F88">
                    <a:alpha val="1904"/>
                  </a:srgbClr>
                </a:gs>
                <a:gs pos="85714">
                  <a:srgbClr val="006F88">
                    <a:alpha val="757"/>
                  </a:srgbClr>
                </a:gs>
                <a:gs pos="100000">
                  <a:srgbClr val="006F88">
                    <a:alpha val="2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8" name="Splat 1408"/>
            <p:cNvSpPr>
              <a:spLocks noGrp="1"/>
            </p:cNvSpPr>
            <p:nvPr/>
          </p:nvSpPr>
          <p:spPr>
            <a:xfrm rot="9460373">
              <a:off x="1325556" y="763561"/>
              <a:ext cx="328612" cy="91281"/>
            </a:xfrm>
            <a:prstGeom prst="ellipse">
              <a:avLst/>
            </a:prstGeom>
            <a:gradFill>
              <a:gsLst>
                <a:gs pos="0">
                  <a:srgbClr val="E4FFFF">
                    <a:alpha val="32968"/>
                  </a:srgbClr>
                </a:gs>
                <a:gs pos="14286">
                  <a:srgbClr val="E4FFFF">
                    <a:alpha val="30764"/>
                  </a:srgbClr>
                </a:gs>
                <a:gs pos="28571">
                  <a:srgbClr val="E4FFFF">
                    <a:alpha val="24833"/>
                  </a:srgbClr>
                </a:gs>
                <a:gs pos="42857">
                  <a:srgbClr val="E4FFFF">
                    <a:alpha val="17075"/>
                  </a:srgbClr>
                </a:gs>
                <a:gs pos="57143">
                  <a:srgbClr val="E4FFFF">
                    <a:alpha val="9855"/>
                  </a:srgbClr>
                </a:gs>
                <a:gs pos="71429">
                  <a:srgbClr val="E4FFFF">
                    <a:alpha val="4740"/>
                  </a:srgbClr>
                </a:gs>
                <a:gs pos="85714">
                  <a:srgbClr val="E4FFFF">
                    <a:alpha val="1902"/>
                  </a:srgbClr>
                </a:gs>
                <a:gs pos="100000">
                  <a:srgbClr val="E4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9" name="Splat 1409"/>
            <p:cNvSpPr>
              <a:spLocks noGrp="1"/>
            </p:cNvSpPr>
            <p:nvPr/>
          </p:nvSpPr>
          <p:spPr>
            <a:xfrm rot="-10280554">
              <a:off x="2725935" y="2024051"/>
              <a:ext cx="392155" cy="114223"/>
            </a:xfrm>
            <a:prstGeom prst="ellipse">
              <a:avLst/>
            </a:prstGeom>
            <a:gradFill>
              <a:gsLst>
                <a:gs pos="0">
                  <a:srgbClr val="FFE8FD">
                    <a:alpha val="32968"/>
                  </a:srgbClr>
                </a:gs>
                <a:gs pos="14286">
                  <a:srgbClr val="FFE8FD">
                    <a:alpha val="30764"/>
                  </a:srgbClr>
                </a:gs>
                <a:gs pos="28571">
                  <a:srgbClr val="FFE8FD">
                    <a:alpha val="24833"/>
                  </a:srgbClr>
                </a:gs>
                <a:gs pos="42857">
                  <a:srgbClr val="FFE8FD">
                    <a:alpha val="17075"/>
                  </a:srgbClr>
                </a:gs>
                <a:gs pos="57143">
                  <a:srgbClr val="FFE8FD">
                    <a:alpha val="9855"/>
                  </a:srgbClr>
                </a:gs>
                <a:gs pos="71429">
                  <a:srgbClr val="FFE8FD">
                    <a:alpha val="4740"/>
                  </a:srgbClr>
                </a:gs>
                <a:gs pos="85714">
                  <a:srgbClr val="FFE8FD">
                    <a:alpha val="1902"/>
                  </a:srgbClr>
                </a:gs>
                <a:gs pos="100000">
                  <a:srgbClr val="FFE8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0" name="Splat 1410"/>
            <p:cNvSpPr>
              <a:spLocks noGrp="1"/>
            </p:cNvSpPr>
            <p:nvPr/>
          </p:nvSpPr>
          <p:spPr>
            <a:xfrm rot="-10439633">
              <a:off x="1150335" y="2017457"/>
              <a:ext cx="346657" cy="158264"/>
            </a:xfrm>
            <a:prstGeom prst="ellipse">
              <a:avLst/>
            </a:prstGeom>
            <a:gradFill>
              <a:gsLst>
                <a:gs pos="0">
                  <a:srgbClr val="EBFFFF">
                    <a:alpha val="32968"/>
                  </a:srgbClr>
                </a:gs>
                <a:gs pos="14286">
                  <a:srgbClr val="EBFFFF">
                    <a:alpha val="30764"/>
                  </a:srgbClr>
                </a:gs>
                <a:gs pos="28571">
                  <a:srgbClr val="EBFFFF">
                    <a:alpha val="24833"/>
                  </a:srgbClr>
                </a:gs>
                <a:gs pos="42857">
                  <a:srgbClr val="EBFFFF">
                    <a:alpha val="17075"/>
                  </a:srgbClr>
                </a:gs>
                <a:gs pos="57143">
                  <a:srgbClr val="EBFFFF">
                    <a:alpha val="9855"/>
                  </a:srgbClr>
                </a:gs>
                <a:gs pos="71429">
                  <a:srgbClr val="EBFFFF">
                    <a:alpha val="4740"/>
                  </a:srgbClr>
                </a:gs>
                <a:gs pos="85714">
                  <a:srgbClr val="EBFFFF">
                    <a:alpha val="1902"/>
                  </a:srgbClr>
                </a:gs>
                <a:gs pos="100000">
                  <a:srgbClr val="EB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1" name="Splat 1411"/>
            <p:cNvSpPr>
              <a:spLocks noGrp="1"/>
            </p:cNvSpPr>
            <p:nvPr/>
          </p:nvSpPr>
          <p:spPr>
            <a:xfrm rot="9916544">
              <a:off x="1912144" y="1735534"/>
              <a:ext cx="328613" cy="91281"/>
            </a:xfrm>
            <a:prstGeom prst="ellipse">
              <a:avLst/>
            </a:prstGeom>
            <a:gradFill>
              <a:gsLst>
                <a:gs pos="0">
                  <a:srgbClr val="AFFFFF">
                    <a:alpha val="32968"/>
                  </a:srgbClr>
                </a:gs>
                <a:gs pos="14286">
                  <a:srgbClr val="AFFFFF">
                    <a:alpha val="30764"/>
                  </a:srgbClr>
                </a:gs>
                <a:gs pos="28571">
                  <a:srgbClr val="AFFFFF">
                    <a:alpha val="24833"/>
                  </a:srgbClr>
                </a:gs>
                <a:gs pos="42857">
                  <a:srgbClr val="AFFFFF">
                    <a:alpha val="17075"/>
                  </a:srgbClr>
                </a:gs>
                <a:gs pos="57143">
                  <a:srgbClr val="AFFFFF">
                    <a:alpha val="9855"/>
                  </a:srgbClr>
                </a:gs>
                <a:gs pos="71429">
                  <a:srgbClr val="AFFFFF">
                    <a:alpha val="4740"/>
                  </a:srgbClr>
                </a:gs>
                <a:gs pos="85714">
                  <a:srgbClr val="AFFFFF">
                    <a:alpha val="1902"/>
                  </a:srgbClr>
                </a:gs>
                <a:gs pos="100000">
                  <a:srgbClr val="A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2" name="Splat 1412"/>
            <p:cNvSpPr>
              <a:spLocks noGrp="1"/>
            </p:cNvSpPr>
            <p:nvPr/>
          </p:nvSpPr>
          <p:spPr>
            <a:xfrm rot="10141688">
              <a:off x="1975254" y="714835"/>
              <a:ext cx="354254" cy="98404"/>
            </a:xfrm>
            <a:prstGeom prst="ellipse">
              <a:avLst/>
            </a:prstGeom>
            <a:gradFill>
              <a:gsLst>
                <a:gs pos="0">
                  <a:srgbClr val="00EDFF">
                    <a:alpha val="18786"/>
                  </a:srgbClr>
                </a:gs>
                <a:gs pos="14286">
                  <a:srgbClr val="00EDFF">
                    <a:alpha val="17407"/>
                  </a:srgbClr>
                </a:gs>
                <a:gs pos="28571">
                  <a:srgbClr val="00EDFF">
                    <a:alpha val="13800"/>
                  </a:srgbClr>
                </a:gs>
                <a:gs pos="42857">
                  <a:srgbClr val="00EDFF">
                    <a:alpha val="9281"/>
                  </a:srgbClr>
                </a:gs>
                <a:gs pos="57143">
                  <a:srgbClr val="00EDFF">
                    <a:alpha val="5254"/>
                  </a:srgbClr>
                </a:gs>
                <a:gs pos="71429">
                  <a:srgbClr val="00EDFF">
                    <a:alpha val="2495"/>
                  </a:srgbClr>
                </a:gs>
                <a:gs pos="85714">
                  <a:srgbClr val="00EDFF">
                    <a:alpha val="994"/>
                  </a:srgbClr>
                </a:gs>
                <a:gs pos="100000">
                  <a:srgbClr val="00EDFF">
                    <a:alpha val="3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3" name="Splat 1413"/>
            <p:cNvSpPr>
              <a:spLocks noGrp="1"/>
            </p:cNvSpPr>
            <p:nvPr/>
          </p:nvSpPr>
          <p:spPr>
            <a:xfrm rot="5400000">
              <a:off x="566987" y="3907068"/>
              <a:ext cx="439083" cy="439083"/>
            </a:xfrm>
            <a:prstGeom prst="ellipse">
              <a:avLst/>
            </a:prstGeom>
            <a:gradFill>
              <a:gsLst>
                <a:gs pos="0">
                  <a:srgbClr val="FFFFFF">
                    <a:alpha val="31512"/>
                  </a:srgbClr>
                </a:gs>
                <a:gs pos="14286">
                  <a:srgbClr val="FFFFFF">
                    <a:alpha val="29382"/>
                  </a:srgbClr>
                </a:gs>
                <a:gs pos="28571">
                  <a:srgbClr val="FFFFFF">
                    <a:alpha val="23671"/>
                  </a:srgbClr>
                </a:gs>
                <a:gs pos="42857">
                  <a:srgbClr val="FFFFFF">
                    <a:alpha val="16237"/>
                  </a:srgbClr>
                </a:gs>
                <a:gs pos="57143">
                  <a:srgbClr val="FFFFFF">
                    <a:alpha val="9351"/>
                  </a:srgbClr>
                </a:gs>
                <a:gs pos="71429">
                  <a:srgbClr val="FFFFFF">
                    <a:alpha val="4491"/>
                  </a:srgbClr>
                </a:gs>
                <a:gs pos="85714">
                  <a:srgbClr val="FFFFFF">
                    <a:alpha val="1801"/>
                  </a:srgbClr>
                </a:gs>
                <a:gs pos="100000">
                  <a:srgbClr val="FFFFFF">
                    <a:alpha val="6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4" name="Splat 1414"/>
            <p:cNvSpPr>
              <a:spLocks noGrp="1"/>
            </p:cNvSpPr>
            <p:nvPr/>
          </p:nvSpPr>
          <p:spPr>
            <a:xfrm rot="9523017">
              <a:off x="1962307" y="700804"/>
              <a:ext cx="328612" cy="912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5" name="Splat 1415"/>
            <p:cNvSpPr>
              <a:spLocks noGrp="1"/>
            </p:cNvSpPr>
            <p:nvPr/>
          </p:nvSpPr>
          <p:spPr>
            <a:xfrm rot="5400000">
              <a:off x="1507408" y="1311876"/>
              <a:ext cx="361293" cy="361293"/>
            </a:xfrm>
            <a:prstGeom prst="ellipse">
              <a:avLst/>
            </a:prstGeom>
            <a:gradFill>
              <a:gsLst>
                <a:gs pos="0">
                  <a:srgbClr val="6AFFFF">
                    <a:alpha val="17341"/>
                  </a:srgbClr>
                </a:gs>
                <a:gs pos="14286">
                  <a:srgbClr val="6AFFFF">
                    <a:alpha val="16058"/>
                  </a:srgbClr>
                </a:gs>
                <a:gs pos="28571">
                  <a:srgbClr val="6AFFFF">
                    <a:alpha val="12708"/>
                  </a:srgbClr>
                </a:gs>
                <a:gs pos="42857">
                  <a:srgbClr val="6AFFFF">
                    <a:alpha val="8529"/>
                  </a:srgbClr>
                </a:gs>
                <a:gs pos="57143">
                  <a:srgbClr val="6AFFFF">
                    <a:alpha val="4820"/>
                  </a:srgbClr>
                </a:gs>
                <a:gs pos="71429">
                  <a:srgbClr val="6AFFFF">
                    <a:alpha val="2286"/>
                  </a:srgbClr>
                </a:gs>
                <a:gs pos="85714">
                  <a:srgbClr val="6AFFFF">
                    <a:alpha val="910"/>
                  </a:srgbClr>
                </a:gs>
                <a:gs pos="100000">
                  <a:srgbClr val="6AFFFF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6" name="Splat 1416"/>
            <p:cNvSpPr>
              <a:spLocks noGrp="1"/>
            </p:cNvSpPr>
            <p:nvPr/>
          </p:nvSpPr>
          <p:spPr>
            <a:xfrm rot="-10443415">
              <a:off x="1786276" y="1825540"/>
              <a:ext cx="328612" cy="912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7" name="Splat 1417"/>
            <p:cNvSpPr>
              <a:spLocks noGrp="1"/>
            </p:cNvSpPr>
            <p:nvPr/>
          </p:nvSpPr>
          <p:spPr>
            <a:xfrm rot="9589237">
              <a:off x="1224826" y="3737894"/>
              <a:ext cx="682210" cy="189503"/>
            </a:xfrm>
            <a:prstGeom prst="ellipse">
              <a:avLst/>
            </a:prstGeom>
            <a:gradFill>
              <a:gsLst>
                <a:gs pos="0">
                  <a:srgbClr val="CFFFFA">
                    <a:alpha val="18936"/>
                  </a:srgbClr>
                </a:gs>
                <a:gs pos="14286">
                  <a:srgbClr val="CFFFFA">
                    <a:alpha val="17548"/>
                  </a:srgbClr>
                </a:gs>
                <a:gs pos="28571">
                  <a:srgbClr val="CFFFFA">
                    <a:alpha val="13913"/>
                  </a:srgbClr>
                </a:gs>
                <a:gs pos="42857">
                  <a:srgbClr val="CFFFFA">
                    <a:alpha val="9359"/>
                  </a:srgbClr>
                </a:gs>
                <a:gs pos="57143">
                  <a:srgbClr val="CFFFFA">
                    <a:alpha val="5299"/>
                  </a:srgbClr>
                </a:gs>
                <a:gs pos="71429">
                  <a:srgbClr val="CFFFFA">
                    <a:alpha val="2517"/>
                  </a:srgbClr>
                </a:gs>
                <a:gs pos="85714">
                  <a:srgbClr val="CFFFFA">
                    <a:alpha val="1003"/>
                  </a:srgbClr>
                </a:gs>
                <a:gs pos="100000">
                  <a:srgbClr val="CFFFFA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8" name="Splat 1418"/>
            <p:cNvSpPr>
              <a:spLocks noGrp="1"/>
            </p:cNvSpPr>
            <p:nvPr/>
          </p:nvSpPr>
          <p:spPr>
            <a:xfrm rot="5400000">
              <a:off x="2894836" y="1305080"/>
              <a:ext cx="260498" cy="26049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9" name="Splat 1419"/>
            <p:cNvSpPr>
              <a:spLocks noGrp="1"/>
            </p:cNvSpPr>
            <p:nvPr/>
          </p:nvSpPr>
          <p:spPr>
            <a:xfrm rot="-8191041">
              <a:off x="923310" y="894842"/>
              <a:ext cx="611578" cy="346145"/>
            </a:xfrm>
            <a:prstGeom prst="ellipse">
              <a:avLst/>
            </a:prstGeom>
            <a:gradFill>
              <a:gsLst>
                <a:gs pos="0">
                  <a:srgbClr val="860000">
                    <a:alpha val="28635"/>
                  </a:srgbClr>
                </a:gs>
                <a:gs pos="14286">
                  <a:srgbClr val="860000">
                    <a:alpha val="26661"/>
                  </a:srgbClr>
                </a:gs>
                <a:gs pos="28571">
                  <a:srgbClr val="860000">
                    <a:alpha val="21397"/>
                  </a:srgbClr>
                </a:gs>
                <a:gs pos="42857">
                  <a:srgbClr val="860000">
                    <a:alpha val="14608"/>
                  </a:srgbClr>
                </a:gs>
                <a:gs pos="57143">
                  <a:srgbClr val="860000">
                    <a:alpha val="8378"/>
                  </a:srgbClr>
                </a:gs>
                <a:gs pos="71429">
                  <a:srgbClr val="860000">
                    <a:alpha val="4013"/>
                  </a:srgbClr>
                </a:gs>
                <a:gs pos="85714">
                  <a:srgbClr val="860000">
                    <a:alpha val="1607"/>
                  </a:srgbClr>
                </a:gs>
                <a:gs pos="100000">
                  <a:srgbClr val="860000">
                    <a:alpha val="5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0" name="Splat 1420"/>
            <p:cNvSpPr>
              <a:spLocks noGrp="1"/>
            </p:cNvSpPr>
            <p:nvPr/>
          </p:nvSpPr>
          <p:spPr>
            <a:xfrm rot="5400000">
              <a:off x="2763951" y="1908165"/>
              <a:ext cx="316828" cy="316828"/>
            </a:xfrm>
            <a:prstGeom prst="ellipse">
              <a:avLst/>
            </a:prstGeom>
            <a:gradFill>
              <a:gsLst>
                <a:gs pos="0">
                  <a:srgbClr val="FAE4FF">
                    <a:alpha val="32968"/>
                  </a:srgbClr>
                </a:gs>
                <a:gs pos="14286">
                  <a:srgbClr val="FAE4FF">
                    <a:alpha val="30764"/>
                  </a:srgbClr>
                </a:gs>
                <a:gs pos="28571">
                  <a:srgbClr val="FAE4FF">
                    <a:alpha val="24833"/>
                  </a:srgbClr>
                </a:gs>
                <a:gs pos="42857">
                  <a:srgbClr val="FAE4FF">
                    <a:alpha val="17075"/>
                  </a:srgbClr>
                </a:gs>
                <a:gs pos="57143">
                  <a:srgbClr val="FAE4FF">
                    <a:alpha val="9855"/>
                  </a:srgbClr>
                </a:gs>
                <a:gs pos="71429">
                  <a:srgbClr val="FAE4FF">
                    <a:alpha val="4740"/>
                  </a:srgbClr>
                </a:gs>
                <a:gs pos="85714">
                  <a:srgbClr val="FAE4FF">
                    <a:alpha val="1902"/>
                  </a:srgbClr>
                </a:gs>
                <a:gs pos="100000">
                  <a:srgbClr val="FAE4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1" name="Splat 1421"/>
            <p:cNvSpPr>
              <a:spLocks noGrp="1"/>
            </p:cNvSpPr>
            <p:nvPr/>
          </p:nvSpPr>
          <p:spPr>
            <a:xfrm rot="10086966">
              <a:off x="1969294" y="1716484"/>
              <a:ext cx="328613" cy="91281"/>
            </a:xfrm>
            <a:prstGeom prst="ellipse">
              <a:avLst/>
            </a:prstGeom>
            <a:gradFill>
              <a:gsLst>
                <a:gs pos="0">
                  <a:srgbClr val="000065">
                    <a:alpha val="32968"/>
                  </a:srgbClr>
                </a:gs>
                <a:gs pos="14286">
                  <a:srgbClr val="000065">
                    <a:alpha val="30764"/>
                  </a:srgbClr>
                </a:gs>
                <a:gs pos="28571">
                  <a:srgbClr val="000065">
                    <a:alpha val="24833"/>
                  </a:srgbClr>
                </a:gs>
                <a:gs pos="42857">
                  <a:srgbClr val="000065">
                    <a:alpha val="17075"/>
                  </a:srgbClr>
                </a:gs>
                <a:gs pos="57143">
                  <a:srgbClr val="000065">
                    <a:alpha val="9855"/>
                  </a:srgbClr>
                </a:gs>
                <a:gs pos="71429">
                  <a:srgbClr val="000065">
                    <a:alpha val="4740"/>
                  </a:srgbClr>
                </a:gs>
                <a:gs pos="85714">
                  <a:srgbClr val="000065">
                    <a:alpha val="1902"/>
                  </a:srgbClr>
                </a:gs>
                <a:gs pos="100000">
                  <a:srgbClr val="00006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2" name="Splat 1422"/>
            <p:cNvSpPr>
              <a:spLocks noGrp="1"/>
            </p:cNvSpPr>
            <p:nvPr/>
          </p:nvSpPr>
          <p:spPr>
            <a:xfrm rot="-8650830">
              <a:off x="1011204" y="789849"/>
              <a:ext cx="672397" cy="186777"/>
            </a:xfrm>
            <a:prstGeom prst="ellipse">
              <a:avLst/>
            </a:prstGeom>
            <a:gradFill>
              <a:gsLst>
                <a:gs pos="0">
                  <a:srgbClr val="2E006E">
                    <a:alpha val="32968"/>
                  </a:srgbClr>
                </a:gs>
                <a:gs pos="14286">
                  <a:srgbClr val="2E006E">
                    <a:alpha val="30764"/>
                  </a:srgbClr>
                </a:gs>
                <a:gs pos="28571">
                  <a:srgbClr val="2E006E">
                    <a:alpha val="24833"/>
                  </a:srgbClr>
                </a:gs>
                <a:gs pos="42857">
                  <a:srgbClr val="2E006E">
                    <a:alpha val="17075"/>
                  </a:srgbClr>
                </a:gs>
                <a:gs pos="57143">
                  <a:srgbClr val="2E006E">
                    <a:alpha val="9855"/>
                  </a:srgbClr>
                </a:gs>
                <a:gs pos="71429">
                  <a:srgbClr val="2E006E">
                    <a:alpha val="4740"/>
                  </a:srgbClr>
                </a:gs>
                <a:gs pos="85714">
                  <a:srgbClr val="2E006E">
                    <a:alpha val="1902"/>
                  </a:srgbClr>
                </a:gs>
                <a:gs pos="100000">
                  <a:srgbClr val="2E006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3" name="Splat 1423"/>
            <p:cNvSpPr>
              <a:spLocks noGrp="1"/>
            </p:cNvSpPr>
            <p:nvPr/>
          </p:nvSpPr>
          <p:spPr>
            <a:xfrm rot="4604237">
              <a:off x="1769864" y="2580227"/>
              <a:ext cx="481331" cy="133703"/>
            </a:xfrm>
            <a:prstGeom prst="ellipse">
              <a:avLst/>
            </a:prstGeom>
            <a:gradFill>
              <a:gsLst>
                <a:gs pos="0">
                  <a:srgbClr val="00002C">
                    <a:alpha val="32968"/>
                  </a:srgbClr>
                </a:gs>
                <a:gs pos="14286">
                  <a:srgbClr val="00002C">
                    <a:alpha val="30764"/>
                  </a:srgbClr>
                </a:gs>
                <a:gs pos="28571">
                  <a:srgbClr val="00002C">
                    <a:alpha val="24833"/>
                  </a:srgbClr>
                </a:gs>
                <a:gs pos="42857">
                  <a:srgbClr val="00002C">
                    <a:alpha val="17075"/>
                  </a:srgbClr>
                </a:gs>
                <a:gs pos="57143">
                  <a:srgbClr val="00002C">
                    <a:alpha val="9855"/>
                  </a:srgbClr>
                </a:gs>
                <a:gs pos="71429">
                  <a:srgbClr val="00002C">
                    <a:alpha val="4740"/>
                  </a:srgbClr>
                </a:gs>
                <a:gs pos="85714">
                  <a:srgbClr val="00002C">
                    <a:alpha val="1902"/>
                  </a:srgbClr>
                </a:gs>
                <a:gs pos="100000">
                  <a:srgbClr val="00002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4" name="Splat 1424"/>
            <p:cNvSpPr>
              <a:spLocks noGrp="1"/>
            </p:cNvSpPr>
            <p:nvPr/>
          </p:nvSpPr>
          <p:spPr>
            <a:xfrm rot="-9511884">
              <a:off x="1719679" y="1475115"/>
              <a:ext cx="539069" cy="370195"/>
            </a:xfrm>
            <a:prstGeom prst="ellipse">
              <a:avLst/>
            </a:prstGeom>
            <a:gradFill>
              <a:gsLst>
                <a:gs pos="0">
                  <a:srgbClr val="00CDBF">
                    <a:alpha val="32968"/>
                  </a:srgbClr>
                </a:gs>
                <a:gs pos="14286">
                  <a:srgbClr val="00CDBF">
                    <a:alpha val="30764"/>
                  </a:srgbClr>
                </a:gs>
                <a:gs pos="28571">
                  <a:srgbClr val="00CDBF">
                    <a:alpha val="24833"/>
                  </a:srgbClr>
                </a:gs>
                <a:gs pos="42857">
                  <a:srgbClr val="00CDBF">
                    <a:alpha val="17075"/>
                  </a:srgbClr>
                </a:gs>
                <a:gs pos="57143">
                  <a:srgbClr val="00CDBF">
                    <a:alpha val="9855"/>
                  </a:srgbClr>
                </a:gs>
                <a:gs pos="71429">
                  <a:srgbClr val="00CDBF">
                    <a:alpha val="4740"/>
                  </a:srgbClr>
                </a:gs>
                <a:gs pos="85714">
                  <a:srgbClr val="00CDBF">
                    <a:alpha val="1902"/>
                  </a:srgbClr>
                </a:gs>
                <a:gs pos="100000">
                  <a:srgbClr val="00CDB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5" name="Splat 1425"/>
            <p:cNvSpPr>
              <a:spLocks noGrp="1"/>
            </p:cNvSpPr>
            <p:nvPr/>
          </p:nvSpPr>
          <p:spPr>
            <a:xfrm rot="5400000">
              <a:off x="1815104" y="1198624"/>
              <a:ext cx="275430" cy="275430"/>
            </a:xfrm>
            <a:prstGeom prst="ellipse">
              <a:avLst/>
            </a:prstGeom>
            <a:gradFill>
              <a:gsLst>
                <a:gs pos="0">
                  <a:srgbClr val="63FFFF">
                    <a:alpha val="23090"/>
                  </a:srgbClr>
                </a:gs>
                <a:gs pos="14286">
                  <a:srgbClr val="63FFFF">
                    <a:alpha val="21439"/>
                  </a:srgbClr>
                </a:gs>
                <a:gs pos="28571">
                  <a:srgbClr val="63FFFF">
                    <a:alpha val="17085"/>
                  </a:srgbClr>
                </a:gs>
                <a:gs pos="42857">
                  <a:srgbClr val="63FFFF">
                    <a:alpha val="11564"/>
                  </a:srgbClr>
                </a:gs>
                <a:gs pos="57143">
                  <a:srgbClr val="63FFFF">
                    <a:alpha val="6583"/>
                  </a:srgbClr>
                </a:gs>
                <a:gs pos="71429">
                  <a:srgbClr val="63FFFF">
                    <a:alpha val="3137"/>
                  </a:srgbClr>
                </a:gs>
                <a:gs pos="85714">
                  <a:srgbClr val="63FFFF">
                    <a:alpha val="1253"/>
                  </a:srgbClr>
                </a:gs>
                <a:gs pos="100000">
                  <a:srgbClr val="63FFFF">
                    <a:alpha val="4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6" name="Splat 1426"/>
            <p:cNvSpPr>
              <a:spLocks noGrp="1"/>
            </p:cNvSpPr>
            <p:nvPr/>
          </p:nvSpPr>
          <p:spPr>
            <a:xfrm rot="8166050">
              <a:off x="668133" y="1201394"/>
              <a:ext cx="553683" cy="153801"/>
            </a:xfrm>
            <a:prstGeom prst="ellipse">
              <a:avLst/>
            </a:prstGeom>
            <a:gradFill>
              <a:gsLst>
                <a:gs pos="0">
                  <a:srgbClr val="00FFFF">
                    <a:alpha val="32968"/>
                  </a:srgbClr>
                </a:gs>
                <a:gs pos="14286">
                  <a:srgbClr val="00FFFF">
                    <a:alpha val="30764"/>
                  </a:srgbClr>
                </a:gs>
                <a:gs pos="28571">
                  <a:srgbClr val="00FFFF">
                    <a:alpha val="24833"/>
                  </a:srgbClr>
                </a:gs>
                <a:gs pos="42857">
                  <a:srgbClr val="00FFFF">
                    <a:alpha val="17075"/>
                  </a:srgbClr>
                </a:gs>
                <a:gs pos="57143">
                  <a:srgbClr val="00FFFF">
                    <a:alpha val="9855"/>
                  </a:srgbClr>
                </a:gs>
                <a:gs pos="71429">
                  <a:srgbClr val="00FFFF">
                    <a:alpha val="4740"/>
                  </a:srgbClr>
                </a:gs>
                <a:gs pos="85714">
                  <a:srgbClr val="00FFFF">
                    <a:alpha val="1902"/>
                  </a:srgbClr>
                </a:gs>
                <a:gs pos="100000">
                  <a:srgbClr val="0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7" name="Splat 1427"/>
            <p:cNvSpPr>
              <a:spLocks noGrp="1"/>
            </p:cNvSpPr>
            <p:nvPr/>
          </p:nvSpPr>
          <p:spPr>
            <a:xfrm rot="9305956">
              <a:off x="2121694" y="1316434"/>
              <a:ext cx="328613" cy="91281"/>
            </a:xfrm>
            <a:prstGeom prst="ellipse">
              <a:avLst/>
            </a:prstGeom>
            <a:gradFill>
              <a:gsLst>
                <a:gs pos="0">
                  <a:srgbClr val="C1FFF7">
                    <a:alpha val="32968"/>
                  </a:srgbClr>
                </a:gs>
                <a:gs pos="14286">
                  <a:srgbClr val="C1FFF7">
                    <a:alpha val="30764"/>
                  </a:srgbClr>
                </a:gs>
                <a:gs pos="28571">
                  <a:srgbClr val="C1FFF7">
                    <a:alpha val="24833"/>
                  </a:srgbClr>
                </a:gs>
                <a:gs pos="42857">
                  <a:srgbClr val="C1FFF7">
                    <a:alpha val="17075"/>
                  </a:srgbClr>
                </a:gs>
                <a:gs pos="57143">
                  <a:srgbClr val="C1FFF7">
                    <a:alpha val="9855"/>
                  </a:srgbClr>
                </a:gs>
                <a:gs pos="71429">
                  <a:srgbClr val="C1FFF7">
                    <a:alpha val="4740"/>
                  </a:srgbClr>
                </a:gs>
                <a:gs pos="85714">
                  <a:srgbClr val="C1FFF7">
                    <a:alpha val="1902"/>
                  </a:srgbClr>
                </a:gs>
                <a:gs pos="100000">
                  <a:srgbClr val="C1FF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8" name="Splat 1428"/>
            <p:cNvSpPr>
              <a:spLocks noGrp="1"/>
            </p:cNvSpPr>
            <p:nvPr/>
          </p:nvSpPr>
          <p:spPr>
            <a:xfrm rot="10151830">
              <a:off x="2210002" y="1333315"/>
              <a:ext cx="325610" cy="90447"/>
            </a:xfrm>
            <a:prstGeom prst="ellipse">
              <a:avLst/>
            </a:prstGeom>
            <a:gradFill>
              <a:gsLst>
                <a:gs pos="0">
                  <a:srgbClr val="FFFFD1">
                    <a:alpha val="32968"/>
                  </a:srgbClr>
                </a:gs>
                <a:gs pos="14286">
                  <a:srgbClr val="FFFFD1">
                    <a:alpha val="30764"/>
                  </a:srgbClr>
                </a:gs>
                <a:gs pos="28571">
                  <a:srgbClr val="FFFFD1">
                    <a:alpha val="24833"/>
                  </a:srgbClr>
                </a:gs>
                <a:gs pos="42857">
                  <a:srgbClr val="FFFFD1">
                    <a:alpha val="17075"/>
                  </a:srgbClr>
                </a:gs>
                <a:gs pos="57143">
                  <a:srgbClr val="FFFFD1">
                    <a:alpha val="9855"/>
                  </a:srgbClr>
                </a:gs>
                <a:gs pos="71429">
                  <a:srgbClr val="FFFFD1">
                    <a:alpha val="4740"/>
                  </a:srgbClr>
                </a:gs>
                <a:gs pos="85714">
                  <a:srgbClr val="FFFFD1">
                    <a:alpha val="1902"/>
                  </a:srgbClr>
                </a:gs>
                <a:gs pos="100000">
                  <a:srgbClr val="FFFFD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9" name="Splat 1429"/>
            <p:cNvSpPr>
              <a:spLocks noGrp="1"/>
            </p:cNvSpPr>
            <p:nvPr/>
          </p:nvSpPr>
          <p:spPr>
            <a:xfrm rot="5400000">
              <a:off x="996092" y="1201655"/>
              <a:ext cx="276181" cy="276181"/>
            </a:xfrm>
            <a:prstGeom prst="ellipse">
              <a:avLst/>
            </a:prstGeom>
            <a:gradFill>
              <a:gsLst>
                <a:gs pos="0">
                  <a:srgbClr val="000055">
                    <a:alpha val="32968"/>
                  </a:srgbClr>
                </a:gs>
                <a:gs pos="14286">
                  <a:srgbClr val="000055">
                    <a:alpha val="30764"/>
                  </a:srgbClr>
                </a:gs>
                <a:gs pos="28571">
                  <a:srgbClr val="000055">
                    <a:alpha val="24833"/>
                  </a:srgbClr>
                </a:gs>
                <a:gs pos="42857">
                  <a:srgbClr val="000055">
                    <a:alpha val="17075"/>
                  </a:srgbClr>
                </a:gs>
                <a:gs pos="57143">
                  <a:srgbClr val="000055">
                    <a:alpha val="9855"/>
                  </a:srgbClr>
                </a:gs>
                <a:gs pos="71429">
                  <a:srgbClr val="000055">
                    <a:alpha val="4740"/>
                  </a:srgbClr>
                </a:gs>
                <a:gs pos="85714">
                  <a:srgbClr val="000055">
                    <a:alpha val="1902"/>
                  </a:srgbClr>
                </a:gs>
                <a:gs pos="100000">
                  <a:srgbClr val="00005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0" name="Splat 1430"/>
            <p:cNvSpPr>
              <a:spLocks noGrp="1"/>
            </p:cNvSpPr>
            <p:nvPr/>
          </p:nvSpPr>
          <p:spPr>
            <a:xfrm rot="-8613978">
              <a:off x="1949647" y="1974721"/>
              <a:ext cx="425232" cy="118120"/>
            </a:xfrm>
            <a:prstGeom prst="ellipse">
              <a:avLst/>
            </a:prstGeom>
            <a:gradFill>
              <a:gsLst>
                <a:gs pos="0">
                  <a:srgbClr val="7BE6FF">
                    <a:alpha val="32464"/>
                  </a:srgbClr>
                </a:gs>
                <a:gs pos="14286">
                  <a:srgbClr val="7BE6FF">
                    <a:alpha val="30286"/>
                  </a:srgbClr>
                </a:gs>
                <a:gs pos="28571">
                  <a:srgbClr val="7BE6FF">
                    <a:alpha val="24430"/>
                  </a:srgbClr>
                </a:gs>
                <a:gs pos="42857">
                  <a:srgbClr val="7BE6FF">
                    <a:alpha val="16784"/>
                  </a:srgbClr>
                </a:gs>
                <a:gs pos="57143">
                  <a:srgbClr val="7BE6FF">
                    <a:alpha val="9680"/>
                  </a:srgbClr>
                </a:gs>
                <a:gs pos="71429">
                  <a:srgbClr val="7BE6FF">
                    <a:alpha val="4654"/>
                  </a:srgbClr>
                </a:gs>
                <a:gs pos="85714">
                  <a:srgbClr val="7BE6FF">
                    <a:alpha val="1867"/>
                  </a:srgbClr>
                </a:gs>
                <a:gs pos="100000">
                  <a:srgbClr val="7BE6FF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1" name="Splat 1431"/>
            <p:cNvSpPr>
              <a:spLocks noGrp="1"/>
            </p:cNvSpPr>
            <p:nvPr/>
          </p:nvSpPr>
          <p:spPr>
            <a:xfrm rot="3775388">
              <a:off x="3195059" y="1146653"/>
              <a:ext cx="287254" cy="59845"/>
            </a:xfrm>
            <a:prstGeom prst="ellipse">
              <a:avLst/>
            </a:prstGeom>
            <a:gradFill>
              <a:gsLst>
                <a:gs pos="0">
                  <a:srgbClr val="FFE7CF">
                    <a:alpha val="32968"/>
                  </a:srgbClr>
                </a:gs>
                <a:gs pos="14286">
                  <a:srgbClr val="FFE7CF">
                    <a:alpha val="30764"/>
                  </a:srgbClr>
                </a:gs>
                <a:gs pos="28571">
                  <a:srgbClr val="FFE7CF">
                    <a:alpha val="24833"/>
                  </a:srgbClr>
                </a:gs>
                <a:gs pos="42857">
                  <a:srgbClr val="FFE7CF">
                    <a:alpha val="17075"/>
                  </a:srgbClr>
                </a:gs>
                <a:gs pos="57143">
                  <a:srgbClr val="FFE7CF">
                    <a:alpha val="9855"/>
                  </a:srgbClr>
                </a:gs>
                <a:gs pos="71429">
                  <a:srgbClr val="FFE7CF">
                    <a:alpha val="4740"/>
                  </a:srgbClr>
                </a:gs>
                <a:gs pos="85714">
                  <a:srgbClr val="FFE7CF">
                    <a:alpha val="1902"/>
                  </a:srgbClr>
                </a:gs>
                <a:gs pos="100000">
                  <a:srgbClr val="FFE7C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2" name="Splat 1432"/>
            <p:cNvSpPr>
              <a:spLocks noGrp="1"/>
            </p:cNvSpPr>
            <p:nvPr/>
          </p:nvSpPr>
          <p:spPr>
            <a:xfrm rot="9102675">
              <a:off x="2294993" y="1077944"/>
              <a:ext cx="326757" cy="90766"/>
            </a:xfrm>
            <a:prstGeom prst="ellipse">
              <a:avLst/>
            </a:prstGeom>
            <a:gradFill>
              <a:gsLst>
                <a:gs pos="0">
                  <a:srgbClr val="9A3BE1">
                    <a:alpha val="32968"/>
                  </a:srgbClr>
                </a:gs>
                <a:gs pos="14286">
                  <a:srgbClr val="9A3BE1">
                    <a:alpha val="30764"/>
                  </a:srgbClr>
                </a:gs>
                <a:gs pos="28571">
                  <a:srgbClr val="9A3BE1">
                    <a:alpha val="24833"/>
                  </a:srgbClr>
                </a:gs>
                <a:gs pos="42857">
                  <a:srgbClr val="9A3BE1">
                    <a:alpha val="17075"/>
                  </a:srgbClr>
                </a:gs>
                <a:gs pos="57143">
                  <a:srgbClr val="9A3BE1">
                    <a:alpha val="9855"/>
                  </a:srgbClr>
                </a:gs>
                <a:gs pos="71429">
                  <a:srgbClr val="9A3BE1">
                    <a:alpha val="4740"/>
                  </a:srgbClr>
                </a:gs>
                <a:gs pos="85714">
                  <a:srgbClr val="9A3BE1">
                    <a:alpha val="1902"/>
                  </a:srgbClr>
                </a:gs>
                <a:gs pos="100000">
                  <a:srgbClr val="9A3BE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3" name="Splat 1433"/>
            <p:cNvSpPr>
              <a:spLocks noGrp="1"/>
            </p:cNvSpPr>
            <p:nvPr/>
          </p:nvSpPr>
          <p:spPr>
            <a:xfrm rot="5400000">
              <a:off x="1278371" y="486480"/>
              <a:ext cx="495452" cy="495452"/>
            </a:xfrm>
            <a:prstGeom prst="ellipse">
              <a:avLst/>
            </a:prstGeom>
            <a:gradFill>
              <a:gsLst>
                <a:gs pos="0">
                  <a:srgbClr val="FF7E78">
                    <a:alpha val="10671"/>
                  </a:srgbClr>
                </a:gs>
                <a:gs pos="14286">
                  <a:srgbClr val="FF7E78">
                    <a:alpha val="9852"/>
                  </a:srgbClr>
                </a:gs>
                <a:gs pos="28571">
                  <a:srgbClr val="FF7E78">
                    <a:alpha val="7737"/>
                  </a:srgbClr>
                </a:gs>
                <a:gs pos="42857">
                  <a:srgbClr val="FF7E78">
                    <a:alpha val="5145"/>
                  </a:srgbClr>
                </a:gs>
                <a:gs pos="57143">
                  <a:srgbClr val="FF7E78">
                    <a:alpha val="2884"/>
                  </a:srgbClr>
                </a:gs>
                <a:gs pos="71429">
                  <a:srgbClr val="FF7E78">
                    <a:alpha val="1361"/>
                  </a:srgbClr>
                </a:gs>
                <a:gs pos="85714">
                  <a:srgbClr val="FF7E78">
                    <a:alpha val="540"/>
                  </a:srgbClr>
                </a:gs>
                <a:gs pos="100000">
                  <a:srgbClr val="FF7E78">
                    <a:alpha val="1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4" name="Splat 1434"/>
            <p:cNvSpPr>
              <a:spLocks noGrp="1"/>
            </p:cNvSpPr>
            <p:nvPr/>
          </p:nvSpPr>
          <p:spPr>
            <a:xfrm rot="5400000">
              <a:off x="745972" y="1233066"/>
              <a:ext cx="277619" cy="277619"/>
            </a:xfrm>
            <a:prstGeom prst="ellipse">
              <a:avLst/>
            </a:prstGeom>
            <a:gradFill>
              <a:gsLst>
                <a:gs pos="0">
                  <a:srgbClr val="50C900">
                    <a:alpha val="2167"/>
                  </a:srgbClr>
                </a:gs>
                <a:gs pos="14286">
                  <a:srgbClr val="50C900">
                    <a:alpha val="1993"/>
                  </a:srgbClr>
                </a:gs>
                <a:gs pos="28571">
                  <a:srgbClr val="50C900">
                    <a:alpha val="1551"/>
                  </a:srgbClr>
                </a:gs>
                <a:gs pos="42857">
                  <a:srgbClr val="50C900">
                    <a:alpha val="1020"/>
                  </a:srgbClr>
                </a:gs>
                <a:gs pos="57143">
                  <a:srgbClr val="50C900">
                    <a:alpha val="567"/>
                  </a:srgbClr>
                </a:gs>
                <a:gs pos="71429">
                  <a:srgbClr val="50C900">
                    <a:alpha val="266"/>
                  </a:srgbClr>
                </a:gs>
                <a:gs pos="85714">
                  <a:srgbClr val="50C900">
                    <a:alpha val="105"/>
                  </a:srgbClr>
                </a:gs>
                <a:gs pos="100000">
                  <a:srgbClr val="50C900">
                    <a:alpha val="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5" name="Splat 1435"/>
            <p:cNvSpPr>
              <a:spLocks noGrp="1"/>
            </p:cNvSpPr>
            <p:nvPr/>
          </p:nvSpPr>
          <p:spPr>
            <a:xfrm rot="5400000">
              <a:off x="1499851" y="1028053"/>
              <a:ext cx="54756" cy="54756"/>
            </a:xfrm>
            <a:prstGeom prst="ellipse">
              <a:avLst/>
            </a:prstGeom>
            <a:gradFill>
              <a:gsLst>
                <a:gs pos="0">
                  <a:srgbClr val="4A4D7D">
                    <a:alpha val="15238"/>
                  </a:srgbClr>
                </a:gs>
                <a:gs pos="14286">
                  <a:srgbClr val="4A4D7D">
                    <a:alpha val="14097"/>
                  </a:srgbClr>
                </a:gs>
                <a:gs pos="28571">
                  <a:srgbClr val="4A4D7D">
                    <a:alpha val="11129"/>
                  </a:srgbClr>
                </a:gs>
                <a:gs pos="42857">
                  <a:srgbClr val="4A4D7D">
                    <a:alpha val="7447"/>
                  </a:srgbClr>
                </a:gs>
                <a:gs pos="57143">
                  <a:srgbClr val="4A4D7D">
                    <a:alpha val="4198"/>
                  </a:srgbClr>
                </a:gs>
                <a:gs pos="71429">
                  <a:srgbClr val="4A4D7D">
                    <a:alpha val="1987"/>
                  </a:srgbClr>
                </a:gs>
                <a:gs pos="85714">
                  <a:srgbClr val="4A4D7D">
                    <a:alpha val="791"/>
                  </a:srgbClr>
                </a:gs>
                <a:gs pos="100000">
                  <a:srgbClr val="4A4D7D">
                    <a:alpha val="2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6" name="Splat 1436"/>
            <p:cNvSpPr>
              <a:spLocks noGrp="1"/>
            </p:cNvSpPr>
            <p:nvPr/>
          </p:nvSpPr>
          <p:spPr>
            <a:xfrm rot="5400000">
              <a:off x="2113015" y="2202424"/>
              <a:ext cx="55184" cy="55184"/>
            </a:xfrm>
            <a:prstGeom prst="ellipse">
              <a:avLst/>
            </a:prstGeom>
            <a:gradFill>
              <a:gsLst>
                <a:gs pos="0">
                  <a:srgbClr val="B39FC1">
                    <a:alpha val="15125"/>
                  </a:srgbClr>
                </a:gs>
                <a:gs pos="14286">
                  <a:srgbClr val="B39FC1">
                    <a:alpha val="13992"/>
                  </a:srgbClr>
                </a:gs>
                <a:gs pos="28571">
                  <a:srgbClr val="B39FC1">
                    <a:alpha val="11044"/>
                  </a:srgbClr>
                </a:gs>
                <a:gs pos="42857">
                  <a:srgbClr val="B39FC1">
                    <a:alpha val="7389"/>
                  </a:srgbClr>
                </a:gs>
                <a:gs pos="57143">
                  <a:srgbClr val="B39FC1">
                    <a:alpha val="4164"/>
                  </a:srgbClr>
                </a:gs>
                <a:gs pos="71429">
                  <a:srgbClr val="B39FC1">
                    <a:alpha val="1971"/>
                  </a:srgbClr>
                </a:gs>
                <a:gs pos="85714">
                  <a:srgbClr val="B39FC1">
                    <a:alpha val="784"/>
                  </a:srgbClr>
                </a:gs>
                <a:gs pos="100000">
                  <a:srgbClr val="B39FC1">
                    <a:alpha val="2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7" name="Splat 1437"/>
            <p:cNvSpPr>
              <a:spLocks noGrp="1"/>
            </p:cNvSpPr>
            <p:nvPr/>
          </p:nvSpPr>
          <p:spPr>
            <a:xfrm rot="10774758">
              <a:off x="994033" y="1535661"/>
              <a:ext cx="273199" cy="14909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8" name="Splat 1438"/>
            <p:cNvSpPr>
              <a:spLocks noGrp="1"/>
            </p:cNvSpPr>
            <p:nvPr/>
          </p:nvSpPr>
          <p:spPr>
            <a:xfrm rot="10684040">
              <a:off x="2011566" y="507447"/>
              <a:ext cx="365525" cy="143257"/>
            </a:xfrm>
            <a:prstGeom prst="ellipse">
              <a:avLst/>
            </a:prstGeom>
            <a:gradFill>
              <a:gsLst>
                <a:gs pos="0">
                  <a:srgbClr val="B3FFFF">
                    <a:alpha val="32968"/>
                  </a:srgbClr>
                </a:gs>
                <a:gs pos="14286">
                  <a:srgbClr val="B3FFFF">
                    <a:alpha val="30764"/>
                  </a:srgbClr>
                </a:gs>
                <a:gs pos="28571">
                  <a:srgbClr val="B3FFFF">
                    <a:alpha val="24833"/>
                  </a:srgbClr>
                </a:gs>
                <a:gs pos="42857">
                  <a:srgbClr val="B3FFFF">
                    <a:alpha val="17075"/>
                  </a:srgbClr>
                </a:gs>
                <a:gs pos="57143">
                  <a:srgbClr val="B3FFFF">
                    <a:alpha val="9855"/>
                  </a:srgbClr>
                </a:gs>
                <a:gs pos="71429">
                  <a:srgbClr val="B3FFFF">
                    <a:alpha val="4740"/>
                  </a:srgbClr>
                </a:gs>
                <a:gs pos="85714">
                  <a:srgbClr val="B3FFFF">
                    <a:alpha val="1902"/>
                  </a:srgbClr>
                </a:gs>
                <a:gs pos="100000">
                  <a:srgbClr val="B3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9" name="Splat 1439"/>
            <p:cNvSpPr>
              <a:spLocks noGrp="1"/>
            </p:cNvSpPr>
            <p:nvPr/>
          </p:nvSpPr>
          <p:spPr>
            <a:xfrm rot="9779159">
              <a:off x="1988344" y="1749469"/>
              <a:ext cx="328612" cy="12056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0" name="Splat 1440"/>
            <p:cNvSpPr>
              <a:spLocks noGrp="1"/>
            </p:cNvSpPr>
            <p:nvPr/>
          </p:nvSpPr>
          <p:spPr>
            <a:xfrm rot="10754349">
              <a:off x="1778794" y="1059259"/>
              <a:ext cx="328612" cy="91281"/>
            </a:xfrm>
            <a:prstGeom prst="ellipse">
              <a:avLst/>
            </a:prstGeom>
            <a:gradFill>
              <a:gsLst>
                <a:gs pos="0">
                  <a:srgbClr val="6CFFDE">
                    <a:alpha val="32968"/>
                  </a:srgbClr>
                </a:gs>
                <a:gs pos="14286">
                  <a:srgbClr val="6CFFDE">
                    <a:alpha val="30764"/>
                  </a:srgbClr>
                </a:gs>
                <a:gs pos="28571">
                  <a:srgbClr val="6CFFDE">
                    <a:alpha val="24833"/>
                  </a:srgbClr>
                </a:gs>
                <a:gs pos="42857">
                  <a:srgbClr val="6CFFDE">
                    <a:alpha val="17075"/>
                  </a:srgbClr>
                </a:gs>
                <a:gs pos="57143">
                  <a:srgbClr val="6CFFDE">
                    <a:alpha val="9855"/>
                  </a:srgbClr>
                </a:gs>
                <a:gs pos="71429">
                  <a:srgbClr val="6CFFDE">
                    <a:alpha val="4740"/>
                  </a:srgbClr>
                </a:gs>
                <a:gs pos="85714">
                  <a:srgbClr val="6CFFDE">
                    <a:alpha val="1902"/>
                  </a:srgbClr>
                </a:gs>
                <a:gs pos="100000">
                  <a:srgbClr val="6CFFD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1" name="Splat 1441"/>
            <p:cNvSpPr>
              <a:spLocks noGrp="1"/>
            </p:cNvSpPr>
            <p:nvPr/>
          </p:nvSpPr>
          <p:spPr>
            <a:xfrm rot="5400000">
              <a:off x="984629" y="1095966"/>
              <a:ext cx="285014" cy="285014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2" name="Splat 1442"/>
            <p:cNvSpPr>
              <a:spLocks noGrp="1"/>
            </p:cNvSpPr>
            <p:nvPr/>
          </p:nvSpPr>
          <p:spPr>
            <a:xfrm rot="5400000">
              <a:off x="-244341" y="4172603"/>
              <a:ext cx="500864" cy="500864"/>
            </a:xfrm>
            <a:prstGeom prst="ellipse">
              <a:avLst/>
            </a:prstGeom>
            <a:gradFill>
              <a:gsLst>
                <a:gs pos="0">
                  <a:srgbClr val="EFFFFF">
                    <a:alpha val="29286"/>
                  </a:srgbClr>
                </a:gs>
                <a:gs pos="14286">
                  <a:srgbClr val="EFFFFF">
                    <a:alpha val="27276"/>
                  </a:srgbClr>
                </a:gs>
                <a:gs pos="28571">
                  <a:srgbClr val="EFFFFF">
                    <a:alpha val="21909"/>
                  </a:srgbClr>
                </a:gs>
                <a:gs pos="42857">
                  <a:srgbClr val="EFFFFF">
                    <a:alpha val="14973"/>
                  </a:srgbClr>
                </a:gs>
                <a:gs pos="57143">
                  <a:srgbClr val="EFFFFF">
                    <a:alpha val="8596"/>
                  </a:srgbClr>
                </a:gs>
                <a:gs pos="71429">
                  <a:srgbClr val="EFFFFF">
                    <a:alpha val="4120"/>
                  </a:srgbClr>
                </a:gs>
                <a:gs pos="85714">
                  <a:srgbClr val="EFFFFF">
                    <a:alpha val="1650"/>
                  </a:srgbClr>
                </a:gs>
                <a:gs pos="100000">
                  <a:srgbClr val="EFFFFF">
                    <a:alpha val="5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3" name="Splat 1443"/>
            <p:cNvSpPr>
              <a:spLocks noGrp="1"/>
            </p:cNvSpPr>
            <p:nvPr/>
          </p:nvSpPr>
          <p:spPr>
            <a:xfrm rot="7723183">
              <a:off x="1214502" y="1954757"/>
              <a:ext cx="343589" cy="190454"/>
            </a:xfrm>
            <a:prstGeom prst="ellipse">
              <a:avLst/>
            </a:prstGeom>
            <a:gradFill>
              <a:gsLst>
                <a:gs pos="0">
                  <a:srgbClr val="F2FFFF">
                    <a:alpha val="32968"/>
                  </a:srgbClr>
                </a:gs>
                <a:gs pos="14286">
                  <a:srgbClr val="F2FFFF">
                    <a:alpha val="30764"/>
                  </a:srgbClr>
                </a:gs>
                <a:gs pos="28571">
                  <a:srgbClr val="F2FFFF">
                    <a:alpha val="24833"/>
                  </a:srgbClr>
                </a:gs>
                <a:gs pos="42857">
                  <a:srgbClr val="F2FFFF">
                    <a:alpha val="17075"/>
                  </a:srgbClr>
                </a:gs>
                <a:gs pos="57143">
                  <a:srgbClr val="F2FFFF">
                    <a:alpha val="9855"/>
                  </a:srgbClr>
                </a:gs>
                <a:gs pos="71429">
                  <a:srgbClr val="F2FFFF">
                    <a:alpha val="4740"/>
                  </a:srgbClr>
                </a:gs>
                <a:gs pos="85714">
                  <a:srgbClr val="F2FFFF">
                    <a:alpha val="1902"/>
                  </a:srgbClr>
                </a:gs>
                <a:gs pos="100000">
                  <a:srgbClr val="F2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4" name="Splat 1444"/>
            <p:cNvSpPr>
              <a:spLocks noGrp="1"/>
            </p:cNvSpPr>
            <p:nvPr/>
          </p:nvSpPr>
          <p:spPr>
            <a:xfrm rot="9024853">
              <a:off x="901079" y="853969"/>
              <a:ext cx="535190" cy="148664"/>
            </a:xfrm>
            <a:prstGeom prst="ellipse">
              <a:avLst/>
            </a:prstGeom>
            <a:gradFill>
              <a:gsLst>
                <a:gs pos="0">
                  <a:srgbClr val="FFFFFF">
                    <a:alpha val="19591"/>
                  </a:srgbClr>
                </a:gs>
                <a:gs pos="14286">
                  <a:srgbClr val="FFFFFF">
                    <a:alpha val="18160"/>
                  </a:srgbClr>
                </a:gs>
                <a:gs pos="28571">
                  <a:srgbClr val="FFFFFF">
                    <a:alpha val="14410"/>
                  </a:srgbClr>
                </a:gs>
                <a:gs pos="42857">
                  <a:srgbClr val="FFFFFF">
                    <a:alpha val="9703"/>
                  </a:srgbClr>
                </a:gs>
                <a:gs pos="57143">
                  <a:srgbClr val="FFFFFF">
                    <a:alpha val="5498"/>
                  </a:srgbClr>
                </a:gs>
                <a:gs pos="71429">
                  <a:srgbClr val="FFFFFF">
                    <a:alpha val="2612"/>
                  </a:srgbClr>
                </a:gs>
                <a:gs pos="85714">
                  <a:srgbClr val="FFFFFF">
                    <a:alpha val="1041"/>
                  </a:srgbClr>
                </a:gs>
                <a:gs pos="100000">
                  <a:srgbClr val="FFFFFF">
                    <a:alpha val="3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5" name="Splat 1445"/>
            <p:cNvSpPr>
              <a:spLocks noGrp="1"/>
            </p:cNvSpPr>
            <p:nvPr/>
          </p:nvSpPr>
          <p:spPr>
            <a:xfrm rot="10216109">
              <a:off x="2539399" y="930404"/>
              <a:ext cx="316186" cy="87829"/>
            </a:xfrm>
            <a:prstGeom prst="ellipse">
              <a:avLst/>
            </a:prstGeom>
            <a:gradFill>
              <a:gsLst>
                <a:gs pos="0">
                  <a:srgbClr val="FFFAFF">
                    <a:alpha val="32968"/>
                  </a:srgbClr>
                </a:gs>
                <a:gs pos="14286">
                  <a:srgbClr val="FFFAFF">
                    <a:alpha val="30764"/>
                  </a:srgbClr>
                </a:gs>
                <a:gs pos="28571">
                  <a:srgbClr val="FFFAFF">
                    <a:alpha val="24833"/>
                  </a:srgbClr>
                </a:gs>
                <a:gs pos="42857">
                  <a:srgbClr val="FFFAFF">
                    <a:alpha val="17075"/>
                  </a:srgbClr>
                </a:gs>
                <a:gs pos="57143">
                  <a:srgbClr val="FFFAFF">
                    <a:alpha val="9855"/>
                  </a:srgbClr>
                </a:gs>
                <a:gs pos="71429">
                  <a:srgbClr val="FFFAFF">
                    <a:alpha val="4740"/>
                  </a:srgbClr>
                </a:gs>
                <a:gs pos="85714">
                  <a:srgbClr val="FFFAFF">
                    <a:alpha val="1902"/>
                  </a:srgbClr>
                </a:gs>
                <a:gs pos="100000">
                  <a:srgbClr val="FFF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6" name="Splat 1446"/>
            <p:cNvSpPr>
              <a:spLocks noGrp="1"/>
            </p:cNvSpPr>
            <p:nvPr/>
          </p:nvSpPr>
          <p:spPr>
            <a:xfrm rot="10687963">
              <a:off x="869088" y="998100"/>
              <a:ext cx="481928" cy="133869"/>
            </a:xfrm>
            <a:prstGeom prst="ellipse">
              <a:avLst/>
            </a:prstGeom>
            <a:gradFill>
              <a:gsLst>
                <a:gs pos="0">
                  <a:srgbClr val="FFFFE0">
                    <a:alpha val="31471"/>
                  </a:srgbClr>
                </a:gs>
                <a:gs pos="14286">
                  <a:srgbClr val="FFFFE0">
                    <a:alpha val="29344"/>
                  </a:srgbClr>
                </a:gs>
                <a:gs pos="28571">
                  <a:srgbClr val="FFFFE0">
                    <a:alpha val="23638"/>
                  </a:srgbClr>
                </a:gs>
                <a:gs pos="42857">
                  <a:srgbClr val="FFFFE0">
                    <a:alpha val="16213"/>
                  </a:srgbClr>
                </a:gs>
                <a:gs pos="57143">
                  <a:srgbClr val="FFFFE0">
                    <a:alpha val="9337"/>
                  </a:srgbClr>
                </a:gs>
                <a:gs pos="71429">
                  <a:srgbClr val="FFFFE0">
                    <a:alpha val="4485"/>
                  </a:srgbClr>
                </a:gs>
                <a:gs pos="85714">
                  <a:srgbClr val="FFFFE0">
                    <a:alpha val="1798"/>
                  </a:srgbClr>
                </a:gs>
                <a:gs pos="100000">
                  <a:srgbClr val="FFFFE0">
                    <a:alpha val="6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7" name="Splat 1447"/>
            <p:cNvSpPr>
              <a:spLocks noGrp="1"/>
            </p:cNvSpPr>
            <p:nvPr/>
          </p:nvSpPr>
          <p:spPr>
            <a:xfrm rot="9633705">
              <a:off x="1023972" y="1549599"/>
              <a:ext cx="303410" cy="63210"/>
            </a:xfrm>
            <a:prstGeom prst="ellipse">
              <a:avLst/>
            </a:prstGeom>
            <a:gradFill>
              <a:gsLst>
                <a:gs pos="0">
                  <a:srgbClr val="FFFFDC">
                    <a:alpha val="32968"/>
                  </a:srgbClr>
                </a:gs>
                <a:gs pos="14286">
                  <a:srgbClr val="FFFFDC">
                    <a:alpha val="30764"/>
                  </a:srgbClr>
                </a:gs>
                <a:gs pos="28571">
                  <a:srgbClr val="FFFFDC">
                    <a:alpha val="24833"/>
                  </a:srgbClr>
                </a:gs>
                <a:gs pos="42857">
                  <a:srgbClr val="FFFFDC">
                    <a:alpha val="17075"/>
                  </a:srgbClr>
                </a:gs>
                <a:gs pos="57143">
                  <a:srgbClr val="FFFFDC">
                    <a:alpha val="9855"/>
                  </a:srgbClr>
                </a:gs>
                <a:gs pos="71429">
                  <a:srgbClr val="FFFFDC">
                    <a:alpha val="4740"/>
                  </a:srgbClr>
                </a:gs>
                <a:gs pos="85714">
                  <a:srgbClr val="FFFFDC">
                    <a:alpha val="1902"/>
                  </a:srgbClr>
                </a:gs>
                <a:gs pos="100000">
                  <a:srgbClr val="FFFFD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8" name="Splat 1448"/>
            <p:cNvSpPr>
              <a:spLocks noGrp="1"/>
            </p:cNvSpPr>
            <p:nvPr/>
          </p:nvSpPr>
          <p:spPr>
            <a:xfrm rot="-10323337">
              <a:off x="1886578" y="1949013"/>
              <a:ext cx="328612" cy="184647"/>
            </a:xfrm>
            <a:prstGeom prst="ellipse">
              <a:avLst/>
            </a:prstGeom>
            <a:gradFill>
              <a:gsLst>
                <a:gs pos="0">
                  <a:srgbClr val="99FFFF">
                    <a:alpha val="26337"/>
                  </a:srgbClr>
                </a:gs>
                <a:gs pos="14286">
                  <a:srgbClr val="99FFFF">
                    <a:alpha val="24493"/>
                  </a:srgbClr>
                </a:gs>
                <a:gs pos="28571">
                  <a:srgbClr val="99FFFF">
                    <a:alpha val="19598"/>
                  </a:srgbClr>
                </a:gs>
                <a:gs pos="42857">
                  <a:srgbClr val="99FFFF">
                    <a:alpha val="13332"/>
                  </a:srgbClr>
                </a:gs>
                <a:gs pos="57143">
                  <a:srgbClr val="99FFFF">
                    <a:alpha val="7622"/>
                  </a:srgbClr>
                </a:gs>
                <a:gs pos="71429">
                  <a:srgbClr val="99FFFF">
                    <a:alpha val="3643"/>
                  </a:srgbClr>
                </a:gs>
                <a:gs pos="85714">
                  <a:srgbClr val="99FFFF">
                    <a:alpha val="1457"/>
                  </a:srgbClr>
                </a:gs>
                <a:gs pos="100000">
                  <a:srgbClr val="99FFFF">
                    <a:alpha val="4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9" name="Splat 1449"/>
            <p:cNvSpPr>
              <a:spLocks noGrp="1"/>
            </p:cNvSpPr>
            <p:nvPr/>
          </p:nvSpPr>
          <p:spPr>
            <a:xfrm rot="9846533">
              <a:off x="1167512" y="1975208"/>
              <a:ext cx="469307" cy="249122"/>
            </a:xfrm>
            <a:prstGeom prst="ellipse">
              <a:avLst/>
            </a:prstGeom>
            <a:gradFill>
              <a:gsLst>
                <a:gs pos="0">
                  <a:srgbClr val="00BCFF">
                    <a:alpha val="32635"/>
                  </a:srgbClr>
                </a:gs>
                <a:gs pos="14286">
                  <a:srgbClr val="00BCFF">
                    <a:alpha val="30447"/>
                  </a:srgbClr>
                </a:gs>
                <a:gs pos="28571">
                  <a:srgbClr val="00BCFF">
                    <a:alpha val="24566"/>
                  </a:srgbClr>
                </a:gs>
                <a:gs pos="42857">
                  <a:srgbClr val="00BCFF">
                    <a:alpha val="16882"/>
                  </a:srgbClr>
                </a:gs>
                <a:gs pos="57143">
                  <a:srgbClr val="00BCFF">
                    <a:alpha val="9739"/>
                  </a:srgbClr>
                </a:gs>
                <a:gs pos="71429">
                  <a:srgbClr val="00BCFF">
                    <a:alpha val="4683"/>
                  </a:srgbClr>
                </a:gs>
                <a:gs pos="85714">
                  <a:srgbClr val="00BCFF">
                    <a:alpha val="1879"/>
                  </a:srgbClr>
                </a:gs>
                <a:gs pos="100000">
                  <a:srgbClr val="00BCFF">
                    <a:alpha val="6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0" name="Splat 1450"/>
            <p:cNvSpPr>
              <a:spLocks noGrp="1"/>
            </p:cNvSpPr>
            <p:nvPr/>
          </p:nvSpPr>
          <p:spPr>
            <a:xfrm rot="5400000">
              <a:off x="2107559" y="1190432"/>
              <a:ext cx="57708" cy="57708"/>
            </a:xfrm>
            <a:prstGeom prst="ellipse">
              <a:avLst/>
            </a:prstGeom>
            <a:gradFill>
              <a:gsLst>
                <a:gs pos="0">
                  <a:srgbClr val="A4EDE4">
                    <a:alpha val="14456"/>
                  </a:srgbClr>
                </a:gs>
                <a:gs pos="14286">
                  <a:srgbClr val="A4EDE4">
                    <a:alpha val="13369"/>
                  </a:srgbClr>
                </a:gs>
                <a:gs pos="28571">
                  <a:srgbClr val="A4EDE4">
                    <a:alpha val="10544"/>
                  </a:srgbClr>
                </a:gs>
                <a:gs pos="42857">
                  <a:srgbClr val="A4EDE4">
                    <a:alpha val="7048"/>
                  </a:srgbClr>
                </a:gs>
                <a:gs pos="57143">
                  <a:srgbClr val="A4EDE4">
                    <a:alpha val="3969"/>
                  </a:srgbClr>
                </a:gs>
                <a:gs pos="71429">
                  <a:srgbClr val="A4EDE4">
                    <a:alpha val="1878"/>
                  </a:srgbClr>
                </a:gs>
                <a:gs pos="85714">
                  <a:srgbClr val="A4EDE4">
                    <a:alpha val="747"/>
                  </a:srgbClr>
                </a:gs>
                <a:gs pos="100000">
                  <a:srgbClr val="A4EDE4">
                    <a:alpha val="2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1" name="Splat 1451"/>
            <p:cNvSpPr>
              <a:spLocks noGrp="1"/>
            </p:cNvSpPr>
            <p:nvPr/>
          </p:nvSpPr>
          <p:spPr>
            <a:xfrm rot="5400000">
              <a:off x="1842547" y="1589628"/>
              <a:ext cx="53202" cy="53202"/>
            </a:xfrm>
            <a:prstGeom prst="ellipse">
              <a:avLst/>
            </a:prstGeom>
            <a:gradFill>
              <a:gsLst>
                <a:gs pos="0">
                  <a:srgbClr val="146F9F">
                    <a:alpha val="15647"/>
                  </a:srgbClr>
                </a:gs>
                <a:gs pos="14286">
                  <a:srgbClr val="146F9F">
                    <a:alpha val="14478"/>
                  </a:srgbClr>
                </a:gs>
                <a:gs pos="28571">
                  <a:srgbClr val="146F9F">
                    <a:alpha val="11435"/>
                  </a:srgbClr>
                </a:gs>
                <a:gs pos="42857">
                  <a:srgbClr val="146F9F">
                    <a:alpha val="7656"/>
                  </a:srgbClr>
                </a:gs>
                <a:gs pos="57143">
                  <a:srgbClr val="146F9F">
                    <a:alpha val="4318"/>
                  </a:srgbClr>
                </a:gs>
                <a:gs pos="71429">
                  <a:srgbClr val="146F9F">
                    <a:alpha val="2045"/>
                  </a:srgbClr>
                </a:gs>
                <a:gs pos="85714">
                  <a:srgbClr val="146F9F">
                    <a:alpha val="814"/>
                  </a:srgbClr>
                </a:gs>
                <a:gs pos="100000">
                  <a:srgbClr val="146F9F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2" name="Splat 1452"/>
            <p:cNvSpPr>
              <a:spLocks noGrp="1"/>
            </p:cNvSpPr>
            <p:nvPr/>
          </p:nvSpPr>
          <p:spPr>
            <a:xfrm rot="10196081">
              <a:off x="901983" y="910349"/>
              <a:ext cx="468669" cy="130186"/>
            </a:xfrm>
            <a:prstGeom prst="ellipse">
              <a:avLst/>
            </a:prstGeom>
            <a:gradFill>
              <a:gsLst>
                <a:gs pos="0">
                  <a:srgbClr val="FFFFDE">
                    <a:alpha val="18785"/>
                  </a:srgbClr>
                </a:gs>
                <a:gs pos="14286">
                  <a:srgbClr val="FFFFDE">
                    <a:alpha val="17406"/>
                  </a:srgbClr>
                </a:gs>
                <a:gs pos="28571">
                  <a:srgbClr val="FFFFDE">
                    <a:alpha val="13799"/>
                  </a:srgbClr>
                </a:gs>
                <a:gs pos="42857">
                  <a:srgbClr val="FFFFDE">
                    <a:alpha val="9280"/>
                  </a:srgbClr>
                </a:gs>
                <a:gs pos="57143">
                  <a:srgbClr val="FFFFDE">
                    <a:alpha val="5254"/>
                  </a:srgbClr>
                </a:gs>
                <a:gs pos="71429">
                  <a:srgbClr val="FFFFDE">
                    <a:alpha val="2494"/>
                  </a:srgbClr>
                </a:gs>
                <a:gs pos="85714">
                  <a:srgbClr val="FFFFDE">
                    <a:alpha val="994"/>
                  </a:srgbClr>
                </a:gs>
                <a:gs pos="100000">
                  <a:srgbClr val="FFFFDE">
                    <a:alpha val="3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3" name="Splat 1453"/>
            <p:cNvSpPr>
              <a:spLocks noGrp="1"/>
            </p:cNvSpPr>
            <p:nvPr/>
          </p:nvSpPr>
          <p:spPr>
            <a:xfrm rot="-10274857">
              <a:off x="2296084" y="1360799"/>
              <a:ext cx="335975" cy="93326"/>
            </a:xfrm>
            <a:prstGeom prst="ellipse">
              <a:avLst/>
            </a:prstGeom>
            <a:gradFill>
              <a:gsLst>
                <a:gs pos="0">
                  <a:srgbClr val="F1FFFF">
                    <a:alpha val="32968"/>
                  </a:srgbClr>
                </a:gs>
                <a:gs pos="14286">
                  <a:srgbClr val="F1FFFF">
                    <a:alpha val="30764"/>
                  </a:srgbClr>
                </a:gs>
                <a:gs pos="28571">
                  <a:srgbClr val="F1FFFF">
                    <a:alpha val="24833"/>
                  </a:srgbClr>
                </a:gs>
                <a:gs pos="42857">
                  <a:srgbClr val="F1FFFF">
                    <a:alpha val="17075"/>
                  </a:srgbClr>
                </a:gs>
                <a:gs pos="57143">
                  <a:srgbClr val="F1FFFF">
                    <a:alpha val="9855"/>
                  </a:srgbClr>
                </a:gs>
                <a:gs pos="71429">
                  <a:srgbClr val="F1FFFF">
                    <a:alpha val="4740"/>
                  </a:srgbClr>
                </a:gs>
                <a:gs pos="85714">
                  <a:srgbClr val="F1FFFF">
                    <a:alpha val="1902"/>
                  </a:srgbClr>
                </a:gs>
                <a:gs pos="100000">
                  <a:srgbClr val="F1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4" name="Splat 1454"/>
            <p:cNvSpPr>
              <a:spLocks noGrp="1"/>
            </p:cNvSpPr>
            <p:nvPr/>
          </p:nvSpPr>
          <p:spPr>
            <a:xfrm rot="-9288765">
              <a:off x="1685551" y="1633609"/>
              <a:ext cx="255191" cy="70886"/>
            </a:xfrm>
            <a:prstGeom prst="ellipse">
              <a:avLst/>
            </a:prstGeom>
            <a:gradFill>
              <a:gsLst>
                <a:gs pos="0">
                  <a:srgbClr val="AEFFFF">
                    <a:alpha val="32968"/>
                  </a:srgbClr>
                </a:gs>
                <a:gs pos="14286">
                  <a:srgbClr val="AEFFFF">
                    <a:alpha val="30764"/>
                  </a:srgbClr>
                </a:gs>
                <a:gs pos="28571">
                  <a:srgbClr val="AEFFFF">
                    <a:alpha val="24833"/>
                  </a:srgbClr>
                </a:gs>
                <a:gs pos="42857">
                  <a:srgbClr val="AEFFFF">
                    <a:alpha val="17075"/>
                  </a:srgbClr>
                </a:gs>
                <a:gs pos="57143">
                  <a:srgbClr val="AEFFFF">
                    <a:alpha val="9855"/>
                  </a:srgbClr>
                </a:gs>
                <a:gs pos="71429">
                  <a:srgbClr val="AEFFFF">
                    <a:alpha val="4740"/>
                  </a:srgbClr>
                </a:gs>
                <a:gs pos="85714">
                  <a:srgbClr val="AEFFFF">
                    <a:alpha val="1902"/>
                  </a:srgbClr>
                </a:gs>
                <a:gs pos="100000">
                  <a:srgbClr val="A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5" name="Splat 1455"/>
            <p:cNvSpPr>
              <a:spLocks noGrp="1"/>
            </p:cNvSpPr>
            <p:nvPr/>
          </p:nvSpPr>
          <p:spPr>
            <a:xfrm rot="5400000">
              <a:off x="2797239" y="1420163"/>
              <a:ext cx="386842" cy="386842"/>
            </a:xfrm>
            <a:prstGeom prst="ellipse">
              <a:avLst/>
            </a:prstGeom>
            <a:gradFill>
              <a:gsLst>
                <a:gs pos="0">
                  <a:srgbClr val="00005F">
                    <a:alpha val="32968"/>
                  </a:srgbClr>
                </a:gs>
                <a:gs pos="14286">
                  <a:srgbClr val="00005F">
                    <a:alpha val="30764"/>
                  </a:srgbClr>
                </a:gs>
                <a:gs pos="28571">
                  <a:srgbClr val="00005F">
                    <a:alpha val="24833"/>
                  </a:srgbClr>
                </a:gs>
                <a:gs pos="42857">
                  <a:srgbClr val="00005F">
                    <a:alpha val="17075"/>
                  </a:srgbClr>
                </a:gs>
                <a:gs pos="57143">
                  <a:srgbClr val="00005F">
                    <a:alpha val="9855"/>
                  </a:srgbClr>
                </a:gs>
                <a:gs pos="71429">
                  <a:srgbClr val="00005F">
                    <a:alpha val="4740"/>
                  </a:srgbClr>
                </a:gs>
                <a:gs pos="85714">
                  <a:srgbClr val="00005F">
                    <a:alpha val="1902"/>
                  </a:srgbClr>
                </a:gs>
                <a:gs pos="100000">
                  <a:srgbClr val="00005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6" name="Splat 1456"/>
            <p:cNvSpPr>
              <a:spLocks noGrp="1"/>
            </p:cNvSpPr>
            <p:nvPr/>
          </p:nvSpPr>
          <p:spPr>
            <a:xfrm rot="5400000">
              <a:off x="2035414" y="130843"/>
              <a:ext cx="487514" cy="487514"/>
            </a:xfrm>
            <a:prstGeom prst="ellipse">
              <a:avLst/>
            </a:prstGeom>
            <a:gradFill>
              <a:gsLst>
                <a:gs pos="0">
                  <a:srgbClr val="F600FF">
                    <a:alpha val="1914"/>
                  </a:srgbClr>
                </a:gs>
                <a:gs pos="14286">
                  <a:srgbClr val="F600FF">
                    <a:alpha val="1761"/>
                  </a:srgbClr>
                </a:gs>
                <a:gs pos="28571">
                  <a:srgbClr val="F600FF">
                    <a:alpha val="1370"/>
                  </a:srgbClr>
                </a:gs>
                <a:gs pos="42857">
                  <a:srgbClr val="F600FF">
                    <a:alpha val="901"/>
                  </a:srgbClr>
                </a:gs>
                <a:gs pos="57143">
                  <a:srgbClr val="F600FF">
                    <a:alpha val="500"/>
                  </a:srgbClr>
                </a:gs>
                <a:gs pos="71429">
                  <a:srgbClr val="F600FF">
                    <a:alpha val="234"/>
                  </a:srgbClr>
                </a:gs>
                <a:gs pos="85714">
                  <a:srgbClr val="F600FF">
                    <a:alpha val="93"/>
                  </a:srgbClr>
                </a:gs>
                <a:gs pos="100000">
                  <a:srgbClr val="F600FF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7" name="Splat 1457"/>
            <p:cNvSpPr>
              <a:spLocks noGrp="1"/>
            </p:cNvSpPr>
            <p:nvPr/>
          </p:nvSpPr>
          <p:spPr>
            <a:xfrm rot="9565327">
              <a:off x="2228691" y="1232148"/>
              <a:ext cx="334813" cy="9300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8" name="Splat 1458"/>
            <p:cNvSpPr>
              <a:spLocks noGrp="1"/>
            </p:cNvSpPr>
            <p:nvPr/>
          </p:nvSpPr>
          <p:spPr>
            <a:xfrm rot="5241831">
              <a:off x="1903854" y="2816744"/>
              <a:ext cx="307690" cy="64102"/>
            </a:xfrm>
            <a:prstGeom prst="ellipse">
              <a:avLst/>
            </a:prstGeom>
            <a:gradFill>
              <a:gsLst>
                <a:gs pos="0">
                  <a:srgbClr val="FF0000">
                    <a:alpha val="12593"/>
                  </a:srgbClr>
                </a:gs>
                <a:gs pos="14286">
                  <a:srgbClr val="FF0000">
                    <a:alpha val="11636"/>
                  </a:srgbClr>
                </a:gs>
                <a:gs pos="28571">
                  <a:srgbClr val="FF0000">
                    <a:alpha val="9158"/>
                  </a:srgbClr>
                </a:gs>
                <a:gs pos="42857">
                  <a:srgbClr val="FF0000">
                    <a:alpha val="6106"/>
                  </a:srgbClr>
                </a:gs>
                <a:gs pos="57143">
                  <a:srgbClr val="FF0000">
                    <a:alpha val="3431"/>
                  </a:srgbClr>
                </a:gs>
                <a:gs pos="71429">
                  <a:srgbClr val="FF0000">
                    <a:alpha val="1621"/>
                  </a:srgbClr>
                </a:gs>
                <a:gs pos="85714">
                  <a:srgbClr val="FF0000">
                    <a:alpha val="644"/>
                  </a:srgbClr>
                </a:gs>
                <a:gs pos="100000">
                  <a:srgbClr val="FF0000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9" name="Splat 1459"/>
            <p:cNvSpPr>
              <a:spLocks noGrp="1"/>
            </p:cNvSpPr>
            <p:nvPr/>
          </p:nvSpPr>
          <p:spPr>
            <a:xfrm rot="-10376730">
              <a:off x="1785560" y="1616020"/>
              <a:ext cx="215636" cy="44924"/>
            </a:xfrm>
            <a:prstGeom prst="ellipse">
              <a:avLst/>
            </a:prstGeom>
            <a:gradFill>
              <a:gsLst>
                <a:gs pos="0">
                  <a:srgbClr val="00009B">
                    <a:alpha val="32968"/>
                  </a:srgbClr>
                </a:gs>
                <a:gs pos="14286">
                  <a:srgbClr val="00009B">
                    <a:alpha val="30764"/>
                  </a:srgbClr>
                </a:gs>
                <a:gs pos="28571">
                  <a:srgbClr val="00009B">
                    <a:alpha val="24833"/>
                  </a:srgbClr>
                </a:gs>
                <a:gs pos="42857">
                  <a:srgbClr val="00009B">
                    <a:alpha val="17075"/>
                  </a:srgbClr>
                </a:gs>
                <a:gs pos="57143">
                  <a:srgbClr val="00009B">
                    <a:alpha val="9855"/>
                  </a:srgbClr>
                </a:gs>
                <a:gs pos="71429">
                  <a:srgbClr val="00009B">
                    <a:alpha val="4740"/>
                  </a:srgbClr>
                </a:gs>
                <a:gs pos="85714">
                  <a:srgbClr val="00009B">
                    <a:alpha val="1902"/>
                  </a:srgbClr>
                </a:gs>
                <a:gs pos="100000">
                  <a:srgbClr val="00009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0" name="Splat 1460"/>
            <p:cNvSpPr>
              <a:spLocks noGrp="1"/>
            </p:cNvSpPr>
            <p:nvPr/>
          </p:nvSpPr>
          <p:spPr>
            <a:xfrm rot="-9394410">
              <a:off x="944957" y="869663"/>
              <a:ext cx="625451" cy="173736"/>
            </a:xfrm>
            <a:prstGeom prst="ellipse">
              <a:avLst/>
            </a:prstGeom>
            <a:gradFill>
              <a:gsLst>
                <a:gs pos="0">
                  <a:srgbClr val="FF3576">
                    <a:alpha val="15725"/>
                  </a:srgbClr>
                </a:gs>
                <a:gs pos="14286">
                  <a:srgbClr val="FF3576">
                    <a:alpha val="14551"/>
                  </a:srgbClr>
                </a:gs>
                <a:gs pos="28571">
                  <a:srgbClr val="FF3576">
                    <a:alpha val="11493"/>
                  </a:srgbClr>
                </a:gs>
                <a:gs pos="42857">
                  <a:srgbClr val="FF3576">
                    <a:alpha val="7696"/>
                  </a:srgbClr>
                </a:gs>
                <a:gs pos="57143">
                  <a:srgbClr val="FF3576">
                    <a:alpha val="4340"/>
                  </a:srgbClr>
                </a:gs>
                <a:gs pos="71429">
                  <a:srgbClr val="FF3576">
                    <a:alpha val="2056"/>
                  </a:srgbClr>
                </a:gs>
                <a:gs pos="85714">
                  <a:srgbClr val="FF3576">
                    <a:alpha val="818"/>
                  </a:srgbClr>
                </a:gs>
                <a:gs pos="100000">
                  <a:srgbClr val="FF3576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1" name="Splat 1461"/>
            <p:cNvSpPr>
              <a:spLocks noGrp="1"/>
            </p:cNvSpPr>
            <p:nvPr/>
          </p:nvSpPr>
          <p:spPr>
            <a:xfrm rot="-9131822">
              <a:off x="2880226" y="893930"/>
              <a:ext cx="597319" cy="165922"/>
            </a:xfrm>
            <a:prstGeom prst="ellipse">
              <a:avLst/>
            </a:prstGeom>
            <a:gradFill>
              <a:gsLst>
                <a:gs pos="0">
                  <a:srgbClr val="FF00FF">
                    <a:alpha val="8095"/>
                  </a:srgbClr>
                </a:gs>
                <a:gs pos="14286">
                  <a:srgbClr val="FF00FF">
                    <a:alpha val="7465"/>
                  </a:srgbClr>
                </a:gs>
                <a:gs pos="28571">
                  <a:srgbClr val="FF00FF">
                    <a:alpha val="5846"/>
                  </a:srgbClr>
                </a:gs>
                <a:gs pos="42857">
                  <a:srgbClr val="FF00FF">
                    <a:alpha val="3874"/>
                  </a:srgbClr>
                </a:gs>
                <a:gs pos="57143">
                  <a:srgbClr val="FF00FF">
                    <a:alpha val="2166"/>
                  </a:srgbClr>
                </a:gs>
                <a:gs pos="71429">
                  <a:srgbClr val="FF00FF">
                    <a:alpha val="1020"/>
                  </a:srgbClr>
                </a:gs>
                <a:gs pos="85714">
                  <a:srgbClr val="FF00FF">
                    <a:alpha val="404"/>
                  </a:srgbClr>
                </a:gs>
                <a:gs pos="100000">
                  <a:srgbClr val="FF00FF">
                    <a:alpha val="1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2" name="Splat 1462"/>
            <p:cNvSpPr>
              <a:spLocks noGrp="1"/>
            </p:cNvSpPr>
            <p:nvPr/>
          </p:nvSpPr>
          <p:spPr>
            <a:xfrm rot="5400000">
              <a:off x="827531" y="1682107"/>
              <a:ext cx="411851" cy="411851"/>
            </a:xfrm>
            <a:prstGeom prst="ellipse">
              <a:avLst/>
            </a:prstGeom>
            <a:gradFill>
              <a:gsLst>
                <a:gs pos="0">
                  <a:srgbClr val="FFFFDE">
                    <a:alpha val="32968"/>
                  </a:srgbClr>
                </a:gs>
                <a:gs pos="14286">
                  <a:srgbClr val="FFFFDE">
                    <a:alpha val="30764"/>
                  </a:srgbClr>
                </a:gs>
                <a:gs pos="28571">
                  <a:srgbClr val="FFFFDE">
                    <a:alpha val="24833"/>
                  </a:srgbClr>
                </a:gs>
                <a:gs pos="42857">
                  <a:srgbClr val="FFFFDE">
                    <a:alpha val="17075"/>
                  </a:srgbClr>
                </a:gs>
                <a:gs pos="57143">
                  <a:srgbClr val="FFFFDE">
                    <a:alpha val="9855"/>
                  </a:srgbClr>
                </a:gs>
                <a:gs pos="71429">
                  <a:srgbClr val="FFFFDE">
                    <a:alpha val="4740"/>
                  </a:srgbClr>
                </a:gs>
                <a:gs pos="85714">
                  <a:srgbClr val="FFFFDE">
                    <a:alpha val="1902"/>
                  </a:srgbClr>
                </a:gs>
                <a:gs pos="100000">
                  <a:srgbClr val="FFFFD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3" name="Splat 1463"/>
            <p:cNvSpPr>
              <a:spLocks noGrp="1"/>
            </p:cNvSpPr>
            <p:nvPr/>
          </p:nvSpPr>
          <p:spPr>
            <a:xfrm rot="10759732">
              <a:off x="2457010" y="1112040"/>
              <a:ext cx="241996" cy="67221"/>
            </a:xfrm>
            <a:prstGeom prst="ellipse">
              <a:avLst/>
            </a:prstGeom>
            <a:gradFill>
              <a:gsLst>
                <a:gs pos="0">
                  <a:srgbClr val="F3FFFF">
                    <a:alpha val="32968"/>
                  </a:srgbClr>
                </a:gs>
                <a:gs pos="14286">
                  <a:srgbClr val="F3FFFF">
                    <a:alpha val="30764"/>
                  </a:srgbClr>
                </a:gs>
                <a:gs pos="28571">
                  <a:srgbClr val="F3FFFF">
                    <a:alpha val="24833"/>
                  </a:srgbClr>
                </a:gs>
                <a:gs pos="42857">
                  <a:srgbClr val="F3FFFF">
                    <a:alpha val="17075"/>
                  </a:srgbClr>
                </a:gs>
                <a:gs pos="57143">
                  <a:srgbClr val="F3FFFF">
                    <a:alpha val="9855"/>
                  </a:srgbClr>
                </a:gs>
                <a:gs pos="71429">
                  <a:srgbClr val="F3FFFF">
                    <a:alpha val="4740"/>
                  </a:srgbClr>
                </a:gs>
                <a:gs pos="85714">
                  <a:srgbClr val="F3FFFF">
                    <a:alpha val="1902"/>
                  </a:srgbClr>
                </a:gs>
                <a:gs pos="100000">
                  <a:srgbClr val="F3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4" name="Splat 1464"/>
            <p:cNvSpPr>
              <a:spLocks noGrp="1"/>
            </p:cNvSpPr>
            <p:nvPr/>
          </p:nvSpPr>
          <p:spPr>
            <a:xfrm rot="5400000">
              <a:off x="3052507" y="2069327"/>
              <a:ext cx="49771" cy="49771"/>
            </a:xfrm>
            <a:prstGeom prst="ellipse">
              <a:avLst/>
            </a:prstGeom>
            <a:gradFill>
              <a:gsLst>
                <a:gs pos="0">
                  <a:srgbClr val="962A15">
                    <a:alpha val="16543"/>
                  </a:srgbClr>
                </a:gs>
                <a:gs pos="14286">
                  <a:srgbClr val="962A15">
                    <a:alpha val="15313"/>
                  </a:srgbClr>
                </a:gs>
                <a:gs pos="28571">
                  <a:srgbClr val="962A15">
                    <a:alpha val="12107"/>
                  </a:srgbClr>
                </a:gs>
                <a:gs pos="42857">
                  <a:srgbClr val="962A15">
                    <a:alpha val="8117"/>
                  </a:srgbClr>
                </a:gs>
                <a:gs pos="57143">
                  <a:srgbClr val="962A15">
                    <a:alpha val="4582"/>
                  </a:srgbClr>
                </a:gs>
                <a:gs pos="71429">
                  <a:srgbClr val="962A15">
                    <a:alpha val="2172"/>
                  </a:srgbClr>
                </a:gs>
                <a:gs pos="85714">
                  <a:srgbClr val="962A15">
                    <a:alpha val="864"/>
                  </a:srgbClr>
                </a:gs>
                <a:gs pos="100000">
                  <a:srgbClr val="962A15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5" name="Splat 1465"/>
            <p:cNvSpPr>
              <a:spLocks noGrp="1"/>
            </p:cNvSpPr>
            <p:nvPr/>
          </p:nvSpPr>
          <p:spPr>
            <a:xfrm rot="10643887">
              <a:off x="2370909" y="1161729"/>
              <a:ext cx="309469" cy="85964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6" name="Splat 1466"/>
            <p:cNvSpPr>
              <a:spLocks noGrp="1"/>
            </p:cNvSpPr>
            <p:nvPr/>
          </p:nvSpPr>
          <p:spPr>
            <a:xfrm rot="-10008386">
              <a:off x="1712616" y="1484051"/>
              <a:ext cx="548632" cy="395854"/>
            </a:xfrm>
            <a:prstGeom prst="ellipse">
              <a:avLst/>
            </a:prstGeom>
            <a:gradFill>
              <a:gsLst>
                <a:gs pos="0">
                  <a:srgbClr val="0076F4">
                    <a:alpha val="32968"/>
                  </a:srgbClr>
                </a:gs>
                <a:gs pos="14286">
                  <a:srgbClr val="0076F4">
                    <a:alpha val="30764"/>
                  </a:srgbClr>
                </a:gs>
                <a:gs pos="28571">
                  <a:srgbClr val="0076F4">
                    <a:alpha val="24833"/>
                  </a:srgbClr>
                </a:gs>
                <a:gs pos="42857">
                  <a:srgbClr val="0076F4">
                    <a:alpha val="17075"/>
                  </a:srgbClr>
                </a:gs>
                <a:gs pos="57143">
                  <a:srgbClr val="0076F4">
                    <a:alpha val="9855"/>
                  </a:srgbClr>
                </a:gs>
                <a:gs pos="71429">
                  <a:srgbClr val="0076F4">
                    <a:alpha val="4740"/>
                  </a:srgbClr>
                </a:gs>
                <a:gs pos="85714">
                  <a:srgbClr val="0076F4">
                    <a:alpha val="1902"/>
                  </a:srgbClr>
                </a:gs>
                <a:gs pos="100000">
                  <a:srgbClr val="0076F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7" name="Splat 1467"/>
            <p:cNvSpPr>
              <a:spLocks noGrp="1"/>
            </p:cNvSpPr>
            <p:nvPr/>
          </p:nvSpPr>
          <p:spPr>
            <a:xfrm rot="-10417190">
              <a:off x="1791020" y="1713593"/>
              <a:ext cx="207004" cy="43126"/>
            </a:xfrm>
            <a:prstGeom prst="ellipse">
              <a:avLst/>
            </a:prstGeom>
            <a:gradFill>
              <a:gsLst>
                <a:gs pos="0">
                  <a:srgbClr val="A2FF00">
                    <a:alpha val="25155"/>
                  </a:srgbClr>
                </a:gs>
                <a:gs pos="14286">
                  <a:srgbClr val="A2FF00">
                    <a:alpha val="23380"/>
                  </a:srgbClr>
                </a:gs>
                <a:gs pos="28571">
                  <a:srgbClr val="A2FF00">
                    <a:alpha val="18680"/>
                  </a:srgbClr>
                </a:gs>
                <a:gs pos="42857">
                  <a:srgbClr val="A2FF00">
                    <a:alpha val="12683"/>
                  </a:srgbClr>
                </a:gs>
                <a:gs pos="57143">
                  <a:srgbClr val="A2FF00">
                    <a:alpha val="7240"/>
                  </a:srgbClr>
                </a:gs>
                <a:gs pos="71429">
                  <a:srgbClr val="A2FF00">
                    <a:alpha val="3457"/>
                  </a:srgbClr>
                </a:gs>
                <a:gs pos="85714">
                  <a:srgbClr val="A2FF00">
                    <a:alpha val="1381"/>
                  </a:srgbClr>
                </a:gs>
                <a:gs pos="100000">
                  <a:srgbClr val="A2FF00">
                    <a:alpha val="4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8" name="Splat 1468"/>
            <p:cNvSpPr>
              <a:spLocks noGrp="1"/>
            </p:cNvSpPr>
            <p:nvPr/>
          </p:nvSpPr>
          <p:spPr>
            <a:xfrm rot="10754829">
              <a:off x="1515700" y="1328691"/>
              <a:ext cx="295401" cy="97570"/>
            </a:xfrm>
            <a:prstGeom prst="ellipse">
              <a:avLst/>
            </a:prstGeom>
            <a:gradFill>
              <a:gsLst>
                <a:gs pos="0">
                  <a:srgbClr val="DCFFFF">
                    <a:alpha val="32968"/>
                  </a:srgbClr>
                </a:gs>
                <a:gs pos="14286">
                  <a:srgbClr val="DCFFFF">
                    <a:alpha val="30764"/>
                  </a:srgbClr>
                </a:gs>
                <a:gs pos="28571">
                  <a:srgbClr val="DCFFFF">
                    <a:alpha val="24833"/>
                  </a:srgbClr>
                </a:gs>
                <a:gs pos="42857">
                  <a:srgbClr val="DCFFFF">
                    <a:alpha val="17075"/>
                  </a:srgbClr>
                </a:gs>
                <a:gs pos="57143">
                  <a:srgbClr val="DCFFFF">
                    <a:alpha val="9855"/>
                  </a:srgbClr>
                </a:gs>
                <a:gs pos="71429">
                  <a:srgbClr val="DCFFFF">
                    <a:alpha val="4740"/>
                  </a:srgbClr>
                </a:gs>
                <a:gs pos="85714">
                  <a:srgbClr val="DCFFFF">
                    <a:alpha val="1902"/>
                  </a:srgbClr>
                </a:gs>
                <a:gs pos="100000">
                  <a:srgbClr val="DC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9" name="Splat 1469"/>
            <p:cNvSpPr>
              <a:spLocks noGrp="1"/>
            </p:cNvSpPr>
            <p:nvPr/>
          </p:nvSpPr>
          <p:spPr>
            <a:xfrm rot="5608811">
              <a:off x="1940719" y="2735659"/>
              <a:ext cx="328612" cy="91281"/>
            </a:xfrm>
            <a:prstGeom prst="ellipse">
              <a:avLst/>
            </a:prstGeom>
            <a:gradFill>
              <a:gsLst>
                <a:gs pos="0">
                  <a:srgbClr val="FFFFA2">
                    <a:alpha val="32968"/>
                  </a:srgbClr>
                </a:gs>
                <a:gs pos="14286">
                  <a:srgbClr val="FFFFA2">
                    <a:alpha val="30764"/>
                  </a:srgbClr>
                </a:gs>
                <a:gs pos="28571">
                  <a:srgbClr val="FFFFA2">
                    <a:alpha val="24833"/>
                  </a:srgbClr>
                </a:gs>
                <a:gs pos="42857">
                  <a:srgbClr val="FFFFA2">
                    <a:alpha val="17075"/>
                  </a:srgbClr>
                </a:gs>
                <a:gs pos="57143">
                  <a:srgbClr val="FFFFA2">
                    <a:alpha val="9855"/>
                  </a:srgbClr>
                </a:gs>
                <a:gs pos="71429">
                  <a:srgbClr val="FFFFA2">
                    <a:alpha val="4740"/>
                  </a:srgbClr>
                </a:gs>
                <a:gs pos="85714">
                  <a:srgbClr val="FFFFA2">
                    <a:alpha val="1902"/>
                  </a:srgbClr>
                </a:gs>
                <a:gs pos="100000">
                  <a:srgbClr val="FFFFA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0" name="Splat 1470"/>
            <p:cNvSpPr>
              <a:spLocks noGrp="1"/>
            </p:cNvSpPr>
            <p:nvPr/>
          </p:nvSpPr>
          <p:spPr>
            <a:xfrm rot="9748869">
              <a:off x="1988344" y="1554559"/>
              <a:ext cx="328612" cy="91281"/>
            </a:xfrm>
            <a:prstGeom prst="ellipse">
              <a:avLst/>
            </a:prstGeom>
            <a:gradFill>
              <a:gsLst>
                <a:gs pos="0">
                  <a:srgbClr val="728CAD">
                    <a:alpha val="32968"/>
                  </a:srgbClr>
                </a:gs>
                <a:gs pos="14286">
                  <a:srgbClr val="728CAD">
                    <a:alpha val="30764"/>
                  </a:srgbClr>
                </a:gs>
                <a:gs pos="28571">
                  <a:srgbClr val="728CAD">
                    <a:alpha val="24833"/>
                  </a:srgbClr>
                </a:gs>
                <a:gs pos="42857">
                  <a:srgbClr val="728CAD">
                    <a:alpha val="17075"/>
                  </a:srgbClr>
                </a:gs>
                <a:gs pos="57143">
                  <a:srgbClr val="728CAD">
                    <a:alpha val="9855"/>
                  </a:srgbClr>
                </a:gs>
                <a:gs pos="71429">
                  <a:srgbClr val="728CAD">
                    <a:alpha val="4740"/>
                  </a:srgbClr>
                </a:gs>
                <a:gs pos="85714">
                  <a:srgbClr val="728CAD">
                    <a:alpha val="1902"/>
                  </a:srgbClr>
                </a:gs>
                <a:gs pos="100000">
                  <a:srgbClr val="728CA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1" name="Splat 1471"/>
            <p:cNvSpPr>
              <a:spLocks noGrp="1"/>
            </p:cNvSpPr>
            <p:nvPr/>
          </p:nvSpPr>
          <p:spPr>
            <a:xfrm rot="5400000">
              <a:off x="2373282" y="1981709"/>
              <a:ext cx="51397" cy="51397"/>
            </a:xfrm>
            <a:prstGeom prst="ellipse">
              <a:avLst/>
            </a:prstGeom>
            <a:gradFill>
              <a:gsLst>
                <a:gs pos="0">
                  <a:srgbClr val="A9B7DA">
                    <a:alpha val="16120"/>
                  </a:srgbClr>
                </a:gs>
                <a:gs pos="14286">
                  <a:srgbClr val="A9B7DA">
                    <a:alpha val="14919"/>
                  </a:srgbClr>
                </a:gs>
                <a:gs pos="28571">
                  <a:srgbClr val="A9B7DA">
                    <a:alpha val="11789"/>
                  </a:srgbClr>
                </a:gs>
                <a:gs pos="42857">
                  <a:srgbClr val="A9B7DA">
                    <a:alpha val="7899"/>
                  </a:srgbClr>
                </a:gs>
                <a:gs pos="57143">
                  <a:srgbClr val="A9B7DA">
                    <a:alpha val="4457"/>
                  </a:srgbClr>
                </a:gs>
                <a:gs pos="71429">
                  <a:srgbClr val="A9B7DA">
                    <a:alpha val="2112"/>
                  </a:srgbClr>
                </a:gs>
                <a:gs pos="85714">
                  <a:srgbClr val="A9B7DA">
                    <a:alpha val="840"/>
                  </a:srgbClr>
                </a:gs>
                <a:gs pos="100000">
                  <a:srgbClr val="A9B7DA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2" name="Splat 1472"/>
            <p:cNvSpPr>
              <a:spLocks noGrp="1"/>
            </p:cNvSpPr>
            <p:nvPr/>
          </p:nvSpPr>
          <p:spPr>
            <a:xfrm rot="-10393096">
              <a:off x="3109521" y="1182340"/>
              <a:ext cx="485545" cy="322190"/>
            </a:xfrm>
            <a:prstGeom prst="ellipse">
              <a:avLst/>
            </a:prstGeom>
            <a:gradFill>
              <a:gsLst>
                <a:gs pos="0">
                  <a:srgbClr val="00FE00">
                    <a:alpha val="6983"/>
                  </a:srgbClr>
                </a:gs>
                <a:gs pos="14286">
                  <a:srgbClr val="00FE00">
                    <a:alpha val="6437"/>
                  </a:srgbClr>
                </a:gs>
                <a:gs pos="28571">
                  <a:srgbClr val="00FE00">
                    <a:alpha val="5035"/>
                  </a:srgbClr>
                </a:gs>
                <a:gs pos="42857">
                  <a:srgbClr val="00FE00">
                    <a:alpha val="3332"/>
                  </a:srgbClr>
                </a:gs>
                <a:gs pos="57143">
                  <a:srgbClr val="00FE00">
                    <a:alpha val="1860"/>
                  </a:srgbClr>
                </a:gs>
                <a:gs pos="71429">
                  <a:srgbClr val="00FE00">
                    <a:alpha val="875"/>
                  </a:srgbClr>
                </a:gs>
                <a:gs pos="85714">
                  <a:srgbClr val="00FE00">
                    <a:alpha val="347"/>
                  </a:srgbClr>
                </a:gs>
                <a:gs pos="100000">
                  <a:srgbClr val="00FE00">
                    <a:alpha val="1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3" name="Splat 1473"/>
            <p:cNvSpPr>
              <a:spLocks noGrp="1"/>
            </p:cNvSpPr>
            <p:nvPr/>
          </p:nvSpPr>
          <p:spPr>
            <a:xfrm rot="9592035">
              <a:off x="2253723" y="701406"/>
              <a:ext cx="201833" cy="5606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4" name="Splat 1474"/>
            <p:cNvSpPr>
              <a:spLocks noGrp="1"/>
            </p:cNvSpPr>
            <p:nvPr/>
          </p:nvSpPr>
          <p:spPr>
            <a:xfrm rot="5400000">
              <a:off x="990622" y="1460094"/>
              <a:ext cx="254751" cy="254751"/>
            </a:xfrm>
            <a:prstGeom prst="ellipse">
              <a:avLst/>
            </a:prstGeom>
            <a:gradFill>
              <a:gsLst>
                <a:gs pos="0">
                  <a:srgbClr val="0080CD">
                    <a:alpha val="32968"/>
                  </a:srgbClr>
                </a:gs>
                <a:gs pos="14286">
                  <a:srgbClr val="0080CD">
                    <a:alpha val="30764"/>
                  </a:srgbClr>
                </a:gs>
                <a:gs pos="28571">
                  <a:srgbClr val="0080CD">
                    <a:alpha val="24833"/>
                  </a:srgbClr>
                </a:gs>
                <a:gs pos="42857">
                  <a:srgbClr val="0080CD">
                    <a:alpha val="17075"/>
                  </a:srgbClr>
                </a:gs>
                <a:gs pos="57143">
                  <a:srgbClr val="0080CD">
                    <a:alpha val="9855"/>
                  </a:srgbClr>
                </a:gs>
                <a:gs pos="71429">
                  <a:srgbClr val="0080CD">
                    <a:alpha val="4740"/>
                  </a:srgbClr>
                </a:gs>
                <a:gs pos="85714">
                  <a:srgbClr val="0080CD">
                    <a:alpha val="1902"/>
                  </a:srgbClr>
                </a:gs>
                <a:gs pos="100000">
                  <a:srgbClr val="0080C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5" name="Splat 1475"/>
            <p:cNvSpPr>
              <a:spLocks noGrp="1"/>
            </p:cNvSpPr>
            <p:nvPr/>
          </p:nvSpPr>
          <p:spPr>
            <a:xfrm rot="7374982">
              <a:off x="667220" y="1104537"/>
              <a:ext cx="526419" cy="202052"/>
            </a:xfrm>
            <a:prstGeom prst="ellipse">
              <a:avLst/>
            </a:prstGeom>
            <a:gradFill>
              <a:gsLst>
                <a:gs pos="0">
                  <a:srgbClr val="00009C">
                    <a:alpha val="32968"/>
                  </a:srgbClr>
                </a:gs>
                <a:gs pos="14286">
                  <a:srgbClr val="00009C">
                    <a:alpha val="30764"/>
                  </a:srgbClr>
                </a:gs>
                <a:gs pos="28571">
                  <a:srgbClr val="00009C">
                    <a:alpha val="24833"/>
                  </a:srgbClr>
                </a:gs>
                <a:gs pos="42857">
                  <a:srgbClr val="00009C">
                    <a:alpha val="17075"/>
                  </a:srgbClr>
                </a:gs>
                <a:gs pos="57143">
                  <a:srgbClr val="00009C">
                    <a:alpha val="9855"/>
                  </a:srgbClr>
                </a:gs>
                <a:gs pos="71429">
                  <a:srgbClr val="00009C">
                    <a:alpha val="4740"/>
                  </a:srgbClr>
                </a:gs>
                <a:gs pos="85714">
                  <a:srgbClr val="00009C">
                    <a:alpha val="1902"/>
                  </a:srgbClr>
                </a:gs>
                <a:gs pos="100000">
                  <a:srgbClr val="00009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6" name="Splat 1476"/>
            <p:cNvSpPr>
              <a:spLocks noGrp="1"/>
            </p:cNvSpPr>
            <p:nvPr/>
          </p:nvSpPr>
          <p:spPr>
            <a:xfrm rot="9917901">
              <a:off x="947981" y="1200937"/>
              <a:ext cx="270238" cy="83734"/>
            </a:xfrm>
            <a:prstGeom prst="ellipse">
              <a:avLst/>
            </a:prstGeom>
            <a:gradFill>
              <a:gsLst>
                <a:gs pos="0">
                  <a:srgbClr val="FFFFB0">
                    <a:alpha val="32968"/>
                  </a:srgbClr>
                </a:gs>
                <a:gs pos="14286">
                  <a:srgbClr val="FFFFB0">
                    <a:alpha val="30764"/>
                  </a:srgbClr>
                </a:gs>
                <a:gs pos="28571">
                  <a:srgbClr val="FFFFB0">
                    <a:alpha val="24833"/>
                  </a:srgbClr>
                </a:gs>
                <a:gs pos="42857">
                  <a:srgbClr val="FFFFB0">
                    <a:alpha val="17075"/>
                  </a:srgbClr>
                </a:gs>
                <a:gs pos="57143">
                  <a:srgbClr val="FFFFB0">
                    <a:alpha val="9855"/>
                  </a:srgbClr>
                </a:gs>
                <a:gs pos="71429">
                  <a:srgbClr val="FFFFB0">
                    <a:alpha val="4740"/>
                  </a:srgbClr>
                </a:gs>
                <a:gs pos="85714">
                  <a:srgbClr val="FFFFB0">
                    <a:alpha val="1902"/>
                  </a:srgbClr>
                </a:gs>
                <a:gs pos="100000">
                  <a:srgbClr val="FFFFB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7" name="Splat 1477"/>
            <p:cNvSpPr>
              <a:spLocks noGrp="1"/>
            </p:cNvSpPr>
            <p:nvPr/>
          </p:nvSpPr>
          <p:spPr>
            <a:xfrm rot="-9199576">
              <a:off x="1612247" y="1521788"/>
              <a:ext cx="328612" cy="91281"/>
            </a:xfrm>
            <a:prstGeom prst="ellipse">
              <a:avLst/>
            </a:prstGeom>
            <a:gradFill>
              <a:gsLst>
                <a:gs pos="0">
                  <a:srgbClr val="FEFFFF">
                    <a:alpha val="32968"/>
                  </a:srgbClr>
                </a:gs>
                <a:gs pos="14286">
                  <a:srgbClr val="FEFFFF">
                    <a:alpha val="30764"/>
                  </a:srgbClr>
                </a:gs>
                <a:gs pos="28571">
                  <a:srgbClr val="FEFFFF">
                    <a:alpha val="24833"/>
                  </a:srgbClr>
                </a:gs>
                <a:gs pos="42857">
                  <a:srgbClr val="FEFFFF">
                    <a:alpha val="17075"/>
                  </a:srgbClr>
                </a:gs>
                <a:gs pos="57143">
                  <a:srgbClr val="FEFFFF">
                    <a:alpha val="9855"/>
                  </a:srgbClr>
                </a:gs>
                <a:gs pos="71429">
                  <a:srgbClr val="FEFFFF">
                    <a:alpha val="4740"/>
                  </a:srgbClr>
                </a:gs>
                <a:gs pos="85714">
                  <a:srgbClr val="FEFFFF">
                    <a:alpha val="1902"/>
                  </a:srgbClr>
                </a:gs>
                <a:gs pos="100000">
                  <a:srgbClr val="F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8" name="Splat 1478"/>
            <p:cNvSpPr>
              <a:spLocks noGrp="1"/>
            </p:cNvSpPr>
            <p:nvPr/>
          </p:nvSpPr>
          <p:spPr>
            <a:xfrm rot="-9702548">
              <a:off x="2241042" y="1707427"/>
              <a:ext cx="149972" cy="68169"/>
            </a:xfrm>
            <a:prstGeom prst="ellipse">
              <a:avLst/>
            </a:prstGeom>
            <a:gradFill>
              <a:gsLst>
                <a:gs pos="0">
                  <a:srgbClr val="BA0000">
                    <a:alpha val="32968"/>
                  </a:srgbClr>
                </a:gs>
                <a:gs pos="14286">
                  <a:srgbClr val="BA0000">
                    <a:alpha val="30764"/>
                  </a:srgbClr>
                </a:gs>
                <a:gs pos="28571">
                  <a:srgbClr val="BA0000">
                    <a:alpha val="24833"/>
                  </a:srgbClr>
                </a:gs>
                <a:gs pos="42857">
                  <a:srgbClr val="BA0000">
                    <a:alpha val="17075"/>
                  </a:srgbClr>
                </a:gs>
                <a:gs pos="57143">
                  <a:srgbClr val="BA0000">
                    <a:alpha val="9855"/>
                  </a:srgbClr>
                </a:gs>
                <a:gs pos="71429">
                  <a:srgbClr val="BA0000">
                    <a:alpha val="4740"/>
                  </a:srgbClr>
                </a:gs>
                <a:gs pos="85714">
                  <a:srgbClr val="BA0000">
                    <a:alpha val="1902"/>
                  </a:srgbClr>
                </a:gs>
                <a:gs pos="100000">
                  <a:srgbClr val="B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9" name="Splat 1479"/>
            <p:cNvSpPr>
              <a:spLocks noGrp="1"/>
            </p:cNvSpPr>
            <p:nvPr/>
          </p:nvSpPr>
          <p:spPr>
            <a:xfrm rot="-10129103">
              <a:off x="1726412" y="1192476"/>
              <a:ext cx="328612" cy="91281"/>
            </a:xfrm>
            <a:prstGeom prst="ellipse">
              <a:avLst/>
            </a:prstGeom>
            <a:gradFill>
              <a:gsLst>
                <a:gs pos="0">
                  <a:srgbClr val="E6FF1E">
                    <a:alpha val="32968"/>
                  </a:srgbClr>
                </a:gs>
                <a:gs pos="14286">
                  <a:srgbClr val="E6FF1E">
                    <a:alpha val="30764"/>
                  </a:srgbClr>
                </a:gs>
                <a:gs pos="28571">
                  <a:srgbClr val="E6FF1E">
                    <a:alpha val="24833"/>
                  </a:srgbClr>
                </a:gs>
                <a:gs pos="42857">
                  <a:srgbClr val="E6FF1E">
                    <a:alpha val="17075"/>
                  </a:srgbClr>
                </a:gs>
                <a:gs pos="57143">
                  <a:srgbClr val="E6FF1E">
                    <a:alpha val="9855"/>
                  </a:srgbClr>
                </a:gs>
                <a:gs pos="71429">
                  <a:srgbClr val="E6FF1E">
                    <a:alpha val="4740"/>
                  </a:srgbClr>
                </a:gs>
                <a:gs pos="85714">
                  <a:srgbClr val="E6FF1E">
                    <a:alpha val="1902"/>
                  </a:srgbClr>
                </a:gs>
                <a:gs pos="100000">
                  <a:srgbClr val="E6FF1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0" name="Splat 1480"/>
            <p:cNvSpPr>
              <a:spLocks noGrp="1"/>
            </p:cNvSpPr>
            <p:nvPr/>
          </p:nvSpPr>
          <p:spPr>
            <a:xfrm rot="5400000">
              <a:off x="2768954" y="1150268"/>
              <a:ext cx="45727" cy="45727"/>
            </a:xfrm>
            <a:prstGeom prst="ellipse">
              <a:avLst/>
            </a:prstGeom>
            <a:gradFill>
              <a:gsLst>
                <a:gs pos="0">
                  <a:srgbClr val="D5969C">
                    <a:alpha val="17587"/>
                  </a:srgbClr>
                </a:gs>
                <a:gs pos="14286">
                  <a:srgbClr val="D5969C">
                    <a:alpha val="16287"/>
                  </a:srgbClr>
                </a:gs>
                <a:gs pos="28571">
                  <a:srgbClr val="D5969C">
                    <a:alpha val="12893"/>
                  </a:srgbClr>
                </a:gs>
                <a:gs pos="42857">
                  <a:srgbClr val="D5969C">
                    <a:alpha val="8656"/>
                  </a:srgbClr>
                </a:gs>
                <a:gs pos="57143">
                  <a:srgbClr val="D5969C">
                    <a:alpha val="4893"/>
                  </a:srgbClr>
                </a:gs>
                <a:gs pos="71429">
                  <a:srgbClr val="D5969C">
                    <a:alpha val="2321"/>
                  </a:srgbClr>
                </a:gs>
                <a:gs pos="85714">
                  <a:srgbClr val="D5969C">
                    <a:alpha val="924"/>
                  </a:srgbClr>
                </a:gs>
                <a:gs pos="100000">
                  <a:srgbClr val="D5969C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1" name="Splat 1481"/>
            <p:cNvSpPr>
              <a:spLocks noGrp="1"/>
            </p:cNvSpPr>
            <p:nvPr/>
          </p:nvSpPr>
          <p:spPr>
            <a:xfrm rot="-10085330">
              <a:off x="2610340" y="573804"/>
              <a:ext cx="149021" cy="67737"/>
            </a:xfrm>
            <a:prstGeom prst="ellipse">
              <a:avLst/>
            </a:prstGeom>
            <a:gradFill>
              <a:gsLst>
                <a:gs pos="0">
                  <a:srgbClr val="DF0000">
                    <a:alpha val="32968"/>
                  </a:srgbClr>
                </a:gs>
                <a:gs pos="14286">
                  <a:srgbClr val="DF0000">
                    <a:alpha val="30764"/>
                  </a:srgbClr>
                </a:gs>
                <a:gs pos="28571">
                  <a:srgbClr val="DF0000">
                    <a:alpha val="24833"/>
                  </a:srgbClr>
                </a:gs>
                <a:gs pos="42857">
                  <a:srgbClr val="DF0000">
                    <a:alpha val="17075"/>
                  </a:srgbClr>
                </a:gs>
                <a:gs pos="57143">
                  <a:srgbClr val="DF0000">
                    <a:alpha val="9855"/>
                  </a:srgbClr>
                </a:gs>
                <a:gs pos="71429">
                  <a:srgbClr val="DF0000">
                    <a:alpha val="4740"/>
                  </a:srgbClr>
                </a:gs>
                <a:gs pos="85714">
                  <a:srgbClr val="DF0000">
                    <a:alpha val="1902"/>
                  </a:srgbClr>
                </a:gs>
                <a:gs pos="100000">
                  <a:srgbClr val="D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2" name="Splat 1482"/>
            <p:cNvSpPr>
              <a:spLocks noGrp="1"/>
            </p:cNvSpPr>
            <p:nvPr/>
          </p:nvSpPr>
          <p:spPr>
            <a:xfrm rot="10614085">
              <a:off x="2802657" y="2574597"/>
              <a:ext cx="148806" cy="67639"/>
            </a:xfrm>
            <a:prstGeom prst="ellipse">
              <a:avLst/>
            </a:prstGeom>
            <a:gradFill>
              <a:gsLst>
                <a:gs pos="0">
                  <a:srgbClr val="EDE3FF">
                    <a:alpha val="32968"/>
                  </a:srgbClr>
                </a:gs>
                <a:gs pos="14286">
                  <a:srgbClr val="EDE3FF">
                    <a:alpha val="30764"/>
                  </a:srgbClr>
                </a:gs>
                <a:gs pos="28571">
                  <a:srgbClr val="EDE3FF">
                    <a:alpha val="24833"/>
                  </a:srgbClr>
                </a:gs>
                <a:gs pos="42857">
                  <a:srgbClr val="EDE3FF">
                    <a:alpha val="17075"/>
                  </a:srgbClr>
                </a:gs>
                <a:gs pos="57143">
                  <a:srgbClr val="EDE3FF">
                    <a:alpha val="9855"/>
                  </a:srgbClr>
                </a:gs>
                <a:gs pos="71429">
                  <a:srgbClr val="EDE3FF">
                    <a:alpha val="4740"/>
                  </a:srgbClr>
                </a:gs>
                <a:gs pos="85714">
                  <a:srgbClr val="EDE3FF">
                    <a:alpha val="1902"/>
                  </a:srgbClr>
                </a:gs>
                <a:gs pos="100000">
                  <a:srgbClr val="EDE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3" name="Splat 1483"/>
            <p:cNvSpPr>
              <a:spLocks noGrp="1"/>
            </p:cNvSpPr>
            <p:nvPr/>
          </p:nvSpPr>
          <p:spPr>
            <a:xfrm rot="9689898">
              <a:off x="3622778" y="2397681"/>
              <a:ext cx="148600" cy="67545"/>
            </a:xfrm>
            <a:prstGeom prst="ellipse">
              <a:avLst/>
            </a:prstGeom>
            <a:gradFill>
              <a:gsLst>
                <a:gs pos="0">
                  <a:srgbClr val="5C78B1">
                    <a:alpha val="32968"/>
                  </a:srgbClr>
                </a:gs>
                <a:gs pos="14286">
                  <a:srgbClr val="5C78B1">
                    <a:alpha val="30764"/>
                  </a:srgbClr>
                </a:gs>
                <a:gs pos="28571">
                  <a:srgbClr val="5C78B1">
                    <a:alpha val="24833"/>
                  </a:srgbClr>
                </a:gs>
                <a:gs pos="42857">
                  <a:srgbClr val="5C78B1">
                    <a:alpha val="17075"/>
                  </a:srgbClr>
                </a:gs>
                <a:gs pos="57143">
                  <a:srgbClr val="5C78B1">
                    <a:alpha val="9855"/>
                  </a:srgbClr>
                </a:gs>
                <a:gs pos="71429">
                  <a:srgbClr val="5C78B1">
                    <a:alpha val="4740"/>
                  </a:srgbClr>
                </a:gs>
                <a:gs pos="85714">
                  <a:srgbClr val="5C78B1">
                    <a:alpha val="1902"/>
                  </a:srgbClr>
                </a:gs>
                <a:gs pos="100000">
                  <a:srgbClr val="5C78B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4" name="Splat 1484"/>
            <p:cNvSpPr>
              <a:spLocks noGrp="1"/>
            </p:cNvSpPr>
            <p:nvPr/>
          </p:nvSpPr>
          <p:spPr>
            <a:xfrm rot="4153273">
              <a:off x="2182600" y="2698955"/>
              <a:ext cx="148525" cy="67511"/>
            </a:xfrm>
            <a:prstGeom prst="ellipse">
              <a:avLst/>
            </a:prstGeom>
            <a:gradFill>
              <a:gsLst>
                <a:gs pos="0">
                  <a:srgbClr val="FFDFFF">
                    <a:alpha val="32968"/>
                  </a:srgbClr>
                </a:gs>
                <a:gs pos="14286">
                  <a:srgbClr val="FFDFFF">
                    <a:alpha val="30764"/>
                  </a:srgbClr>
                </a:gs>
                <a:gs pos="28571">
                  <a:srgbClr val="FFDFFF">
                    <a:alpha val="24833"/>
                  </a:srgbClr>
                </a:gs>
                <a:gs pos="42857">
                  <a:srgbClr val="FFDFFF">
                    <a:alpha val="17075"/>
                  </a:srgbClr>
                </a:gs>
                <a:gs pos="57143">
                  <a:srgbClr val="FFDFFF">
                    <a:alpha val="9855"/>
                  </a:srgbClr>
                </a:gs>
                <a:gs pos="71429">
                  <a:srgbClr val="FFDFFF">
                    <a:alpha val="4740"/>
                  </a:srgbClr>
                </a:gs>
                <a:gs pos="85714">
                  <a:srgbClr val="FFDFFF">
                    <a:alpha val="1902"/>
                  </a:srgbClr>
                </a:gs>
                <a:gs pos="100000">
                  <a:srgbClr val="FFD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5" name="Splat 1485"/>
            <p:cNvSpPr>
              <a:spLocks noGrp="1"/>
            </p:cNvSpPr>
            <p:nvPr/>
          </p:nvSpPr>
          <p:spPr>
            <a:xfrm rot="8240550">
              <a:off x="2016189" y="577695"/>
              <a:ext cx="328612" cy="118840"/>
            </a:xfrm>
            <a:prstGeom prst="ellipse">
              <a:avLst/>
            </a:prstGeom>
            <a:gradFill>
              <a:gsLst>
                <a:gs pos="0">
                  <a:srgbClr val="F5FFFF">
                    <a:alpha val="32968"/>
                  </a:srgbClr>
                </a:gs>
                <a:gs pos="14286">
                  <a:srgbClr val="F5FFFF">
                    <a:alpha val="30764"/>
                  </a:srgbClr>
                </a:gs>
                <a:gs pos="28571">
                  <a:srgbClr val="F5FFFF">
                    <a:alpha val="24833"/>
                  </a:srgbClr>
                </a:gs>
                <a:gs pos="42857">
                  <a:srgbClr val="F5FFFF">
                    <a:alpha val="17075"/>
                  </a:srgbClr>
                </a:gs>
                <a:gs pos="57143">
                  <a:srgbClr val="F5FFFF">
                    <a:alpha val="9855"/>
                  </a:srgbClr>
                </a:gs>
                <a:gs pos="71429">
                  <a:srgbClr val="F5FFFF">
                    <a:alpha val="4740"/>
                  </a:srgbClr>
                </a:gs>
                <a:gs pos="85714">
                  <a:srgbClr val="F5FFFF">
                    <a:alpha val="1902"/>
                  </a:srgbClr>
                </a:gs>
                <a:gs pos="100000">
                  <a:srgbClr val="F5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6" name="Splat 1486"/>
            <p:cNvSpPr>
              <a:spLocks noGrp="1"/>
            </p:cNvSpPr>
            <p:nvPr/>
          </p:nvSpPr>
          <p:spPr>
            <a:xfrm rot="5400000">
              <a:off x="2146465" y="2520653"/>
              <a:ext cx="46129" cy="46129"/>
            </a:xfrm>
            <a:prstGeom prst="ellipse">
              <a:avLst/>
            </a:prstGeom>
            <a:gradFill>
              <a:gsLst>
                <a:gs pos="0">
                  <a:srgbClr val="C483CA">
                    <a:alpha val="17484"/>
                  </a:srgbClr>
                </a:gs>
                <a:gs pos="14286">
                  <a:srgbClr val="C483CA">
                    <a:alpha val="16191"/>
                  </a:srgbClr>
                </a:gs>
                <a:gs pos="28571">
                  <a:srgbClr val="C483CA">
                    <a:alpha val="12815"/>
                  </a:srgbClr>
                </a:gs>
                <a:gs pos="42857">
                  <a:srgbClr val="C483CA">
                    <a:alpha val="8603"/>
                  </a:srgbClr>
                </a:gs>
                <a:gs pos="57143">
                  <a:srgbClr val="C483CA">
                    <a:alpha val="4862"/>
                  </a:srgbClr>
                </a:gs>
                <a:gs pos="71429">
                  <a:srgbClr val="C483CA">
                    <a:alpha val="2306"/>
                  </a:srgbClr>
                </a:gs>
                <a:gs pos="85714">
                  <a:srgbClr val="C483CA">
                    <a:alpha val="918"/>
                  </a:srgbClr>
                </a:gs>
                <a:gs pos="100000">
                  <a:srgbClr val="C483CA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7" name="Splat 1487"/>
            <p:cNvSpPr>
              <a:spLocks noGrp="1"/>
            </p:cNvSpPr>
            <p:nvPr/>
          </p:nvSpPr>
          <p:spPr>
            <a:xfrm rot="5026546">
              <a:off x="1210577" y="2202961"/>
              <a:ext cx="147873" cy="67215"/>
            </a:xfrm>
            <a:prstGeom prst="ellipse">
              <a:avLst/>
            </a:prstGeom>
            <a:gradFill>
              <a:gsLst>
                <a:gs pos="0">
                  <a:srgbClr val="CACFA4">
                    <a:alpha val="32968"/>
                  </a:srgbClr>
                </a:gs>
                <a:gs pos="14286">
                  <a:srgbClr val="CACFA4">
                    <a:alpha val="30764"/>
                  </a:srgbClr>
                </a:gs>
                <a:gs pos="28571">
                  <a:srgbClr val="CACFA4">
                    <a:alpha val="24833"/>
                  </a:srgbClr>
                </a:gs>
                <a:gs pos="42857">
                  <a:srgbClr val="CACFA4">
                    <a:alpha val="17075"/>
                  </a:srgbClr>
                </a:gs>
                <a:gs pos="57143">
                  <a:srgbClr val="CACFA4">
                    <a:alpha val="9855"/>
                  </a:srgbClr>
                </a:gs>
                <a:gs pos="71429">
                  <a:srgbClr val="CACFA4">
                    <a:alpha val="4740"/>
                  </a:srgbClr>
                </a:gs>
                <a:gs pos="85714">
                  <a:srgbClr val="CACFA4">
                    <a:alpha val="1902"/>
                  </a:srgbClr>
                </a:gs>
                <a:gs pos="100000">
                  <a:srgbClr val="CACFA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8" name="Splat 1488"/>
            <p:cNvSpPr>
              <a:spLocks noGrp="1"/>
            </p:cNvSpPr>
            <p:nvPr/>
          </p:nvSpPr>
          <p:spPr>
            <a:xfrm rot="3728571">
              <a:off x="2403786" y="2726814"/>
              <a:ext cx="147219" cy="66918"/>
            </a:xfrm>
            <a:prstGeom prst="ellipse">
              <a:avLst/>
            </a:prstGeom>
            <a:gradFill>
              <a:gsLst>
                <a:gs pos="0">
                  <a:srgbClr val="9DE0FF">
                    <a:alpha val="32968"/>
                  </a:srgbClr>
                </a:gs>
                <a:gs pos="14286">
                  <a:srgbClr val="9DE0FF">
                    <a:alpha val="30764"/>
                  </a:srgbClr>
                </a:gs>
                <a:gs pos="28571">
                  <a:srgbClr val="9DE0FF">
                    <a:alpha val="24833"/>
                  </a:srgbClr>
                </a:gs>
                <a:gs pos="42857">
                  <a:srgbClr val="9DE0FF">
                    <a:alpha val="17075"/>
                  </a:srgbClr>
                </a:gs>
                <a:gs pos="57143">
                  <a:srgbClr val="9DE0FF">
                    <a:alpha val="9855"/>
                  </a:srgbClr>
                </a:gs>
                <a:gs pos="71429">
                  <a:srgbClr val="9DE0FF">
                    <a:alpha val="4740"/>
                  </a:srgbClr>
                </a:gs>
                <a:gs pos="85714">
                  <a:srgbClr val="9DE0FF">
                    <a:alpha val="1902"/>
                  </a:srgbClr>
                </a:gs>
                <a:gs pos="100000">
                  <a:srgbClr val="9DE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9" name="Splat 1489"/>
            <p:cNvSpPr>
              <a:spLocks noGrp="1"/>
            </p:cNvSpPr>
            <p:nvPr/>
          </p:nvSpPr>
          <p:spPr>
            <a:xfrm rot="3591513">
              <a:off x="3356759" y="1595186"/>
              <a:ext cx="147059" cy="66845"/>
            </a:xfrm>
            <a:prstGeom prst="ellipse">
              <a:avLst/>
            </a:prstGeom>
            <a:gradFill>
              <a:gsLst>
                <a:gs pos="0">
                  <a:srgbClr val="B100C2">
                    <a:alpha val="32968"/>
                  </a:srgbClr>
                </a:gs>
                <a:gs pos="14286">
                  <a:srgbClr val="B100C2">
                    <a:alpha val="30764"/>
                  </a:srgbClr>
                </a:gs>
                <a:gs pos="28571">
                  <a:srgbClr val="B100C2">
                    <a:alpha val="24833"/>
                  </a:srgbClr>
                </a:gs>
                <a:gs pos="42857">
                  <a:srgbClr val="B100C2">
                    <a:alpha val="17075"/>
                  </a:srgbClr>
                </a:gs>
                <a:gs pos="57143">
                  <a:srgbClr val="B100C2">
                    <a:alpha val="9855"/>
                  </a:srgbClr>
                </a:gs>
                <a:gs pos="71429">
                  <a:srgbClr val="B100C2">
                    <a:alpha val="4740"/>
                  </a:srgbClr>
                </a:gs>
                <a:gs pos="85714">
                  <a:srgbClr val="B100C2">
                    <a:alpha val="1902"/>
                  </a:srgbClr>
                </a:gs>
                <a:gs pos="100000">
                  <a:srgbClr val="B100C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0" name="Splat 1490"/>
            <p:cNvSpPr>
              <a:spLocks noGrp="1"/>
            </p:cNvSpPr>
            <p:nvPr/>
          </p:nvSpPr>
          <p:spPr>
            <a:xfrm rot="9479296">
              <a:off x="973665" y="1069514"/>
              <a:ext cx="147040" cy="66836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1" name="Splat 1491"/>
            <p:cNvSpPr>
              <a:spLocks noGrp="1"/>
            </p:cNvSpPr>
            <p:nvPr/>
          </p:nvSpPr>
          <p:spPr>
            <a:xfrm rot="10576514">
              <a:off x="1385171" y="2442947"/>
              <a:ext cx="146722" cy="66692"/>
            </a:xfrm>
            <a:prstGeom prst="ellipse">
              <a:avLst/>
            </a:prstGeom>
            <a:gradFill>
              <a:gsLst>
                <a:gs pos="0">
                  <a:srgbClr val="E00000">
                    <a:alpha val="32968"/>
                  </a:srgbClr>
                </a:gs>
                <a:gs pos="14286">
                  <a:srgbClr val="E00000">
                    <a:alpha val="30764"/>
                  </a:srgbClr>
                </a:gs>
                <a:gs pos="28571">
                  <a:srgbClr val="E00000">
                    <a:alpha val="24833"/>
                  </a:srgbClr>
                </a:gs>
                <a:gs pos="42857">
                  <a:srgbClr val="E00000">
                    <a:alpha val="17075"/>
                  </a:srgbClr>
                </a:gs>
                <a:gs pos="57143">
                  <a:srgbClr val="E00000">
                    <a:alpha val="9855"/>
                  </a:srgbClr>
                </a:gs>
                <a:gs pos="71429">
                  <a:srgbClr val="E00000">
                    <a:alpha val="4740"/>
                  </a:srgbClr>
                </a:gs>
                <a:gs pos="85714">
                  <a:srgbClr val="E00000">
                    <a:alpha val="1902"/>
                  </a:srgbClr>
                </a:gs>
                <a:gs pos="100000">
                  <a:srgbClr val="E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2" name="Splat 1492"/>
            <p:cNvSpPr>
              <a:spLocks noGrp="1"/>
            </p:cNvSpPr>
            <p:nvPr/>
          </p:nvSpPr>
          <p:spPr>
            <a:xfrm rot="8569907">
              <a:off x="4420679" y="2416803"/>
              <a:ext cx="146262" cy="66483"/>
            </a:xfrm>
            <a:prstGeom prst="ellipse">
              <a:avLst/>
            </a:prstGeom>
            <a:gradFill>
              <a:gsLst>
                <a:gs pos="0">
                  <a:srgbClr val="E2AC74">
                    <a:alpha val="32968"/>
                  </a:srgbClr>
                </a:gs>
                <a:gs pos="14286">
                  <a:srgbClr val="E2AC74">
                    <a:alpha val="30764"/>
                  </a:srgbClr>
                </a:gs>
                <a:gs pos="28571">
                  <a:srgbClr val="E2AC74">
                    <a:alpha val="24833"/>
                  </a:srgbClr>
                </a:gs>
                <a:gs pos="42857">
                  <a:srgbClr val="E2AC74">
                    <a:alpha val="17075"/>
                  </a:srgbClr>
                </a:gs>
                <a:gs pos="57143">
                  <a:srgbClr val="E2AC74">
                    <a:alpha val="9855"/>
                  </a:srgbClr>
                </a:gs>
                <a:gs pos="71429">
                  <a:srgbClr val="E2AC74">
                    <a:alpha val="4740"/>
                  </a:srgbClr>
                </a:gs>
                <a:gs pos="85714">
                  <a:srgbClr val="E2AC74">
                    <a:alpha val="1902"/>
                  </a:srgbClr>
                </a:gs>
                <a:gs pos="100000">
                  <a:srgbClr val="E2AC7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3" name="Splat 1493"/>
            <p:cNvSpPr>
              <a:spLocks noGrp="1"/>
            </p:cNvSpPr>
            <p:nvPr/>
          </p:nvSpPr>
          <p:spPr>
            <a:xfrm rot="10403324">
              <a:off x="1572182" y="2385590"/>
              <a:ext cx="146199" cy="66454"/>
            </a:xfrm>
            <a:prstGeom prst="ellipse">
              <a:avLst/>
            </a:prstGeom>
            <a:gradFill>
              <a:gsLst>
                <a:gs pos="0">
                  <a:srgbClr val="FFB1FF">
                    <a:alpha val="32968"/>
                  </a:srgbClr>
                </a:gs>
                <a:gs pos="14286">
                  <a:srgbClr val="FFB1FF">
                    <a:alpha val="30764"/>
                  </a:srgbClr>
                </a:gs>
                <a:gs pos="28571">
                  <a:srgbClr val="FFB1FF">
                    <a:alpha val="24833"/>
                  </a:srgbClr>
                </a:gs>
                <a:gs pos="42857">
                  <a:srgbClr val="FFB1FF">
                    <a:alpha val="17075"/>
                  </a:srgbClr>
                </a:gs>
                <a:gs pos="57143">
                  <a:srgbClr val="FFB1FF">
                    <a:alpha val="9855"/>
                  </a:srgbClr>
                </a:gs>
                <a:gs pos="71429">
                  <a:srgbClr val="FFB1FF">
                    <a:alpha val="4740"/>
                  </a:srgbClr>
                </a:gs>
                <a:gs pos="85714">
                  <a:srgbClr val="FFB1FF">
                    <a:alpha val="1902"/>
                  </a:srgbClr>
                </a:gs>
                <a:gs pos="100000">
                  <a:srgbClr val="FFB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4" name="Splat 1494"/>
            <p:cNvSpPr>
              <a:spLocks noGrp="1"/>
            </p:cNvSpPr>
            <p:nvPr/>
          </p:nvSpPr>
          <p:spPr>
            <a:xfrm rot="-10746780">
              <a:off x="1138077" y="2040771"/>
              <a:ext cx="145795" cy="66270"/>
            </a:xfrm>
            <a:prstGeom prst="ellipse">
              <a:avLst/>
            </a:prstGeom>
            <a:gradFill>
              <a:gsLst>
                <a:gs pos="0">
                  <a:srgbClr val="0000CB">
                    <a:alpha val="32968"/>
                  </a:srgbClr>
                </a:gs>
                <a:gs pos="14286">
                  <a:srgbClr val="0000CB">
                    <a:alpha val="30764"/>
                  </a:srgbClr>
                </a:gs>
                <a:gs pos="28571">
                  <a:srgbClr val="0000CB">
                    <a:alpha val="24833"/>
                  </a:srgbClr>
                </a:gs>
                <a:gs pos="42857">
                  <a:srgbClr val="0000CB">
                    <a:alpha val="17075"/>
                  </a:srgbClr>
                </a:gs>
                <a:gs pos="57143">
                  <a:srgbClr val="0000CB">
                    <a:alpha val="9855"/>
                  </a:srgbClr>
                </a:gs>
                <a:gs pos="71429">
                  <a:srgbClr val="0000CB">
                    <a:alpha val="4740"/>
                  </a:srgbClr>
                </a:gs>
                <a:gs pos="85714">
                  <a:srgbClr val="0000CB">
                    <a:alpha val="1902"/>
                  </a:srgbClr>
                </a:gs>
                <a:gs pos="100000">
                  <a:srgbClr val="0000C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5" name="Splat 1495"/>
            <p:cNvSpPr>
              <a:spLocks noGrp="1"/>
            </p:cNvSpPr>
            <p:nvPr/>
          </p:nvSpPr>
          <p:spPr>
            <a:xfrm rot="5400000">
              <a:off x="1164920" y="1262482"/>
              <a:ext cx="50239" cy="50239"/>
            </a:xfrm>
            <a:prstGeom prst="ellipse">
              <a:avLst/>
            </a:prstGeom>
            <a:gradFill>
              <a:gsLst>
                <a:gs pos="0">
                  <a:srgbClr val="E3FD87">
                    <a:alpha val="16422"/>
                  </a:srgbClr>
                </a:gs>
                <a:gs pos="14286">
                  <a:srgbClr val="E3FD87">
                    <a:alpha val="15200"/>
                  </a:srgbClr>
                </a:gs>
                <a:gs pos="28571">
                  <a:srgbClr val="E3FD87">
                    <a:alpha val="12016"/>
                  </a:srgbClr>
                </a:gs>
                <a:gs pos="42857">
                  <a:srgbClr val="E3FD87">
                    <a:alpha val="8054"/>
                  </a:srgbClr>
                </a:gs>
                <a:gs pos="57143">
                  <a:srgbClr val="E3FD87">
                    <a:alpha val="4546"/>
                  </a:srgbClr>
                </a:gs>
                <a:gs pos="71429">
                  <a:srgbClr val="E3FD87">
                    <a:alpha val="2154"/>
                  </a:srgbClr>
                </a:gs>
                <a:gs pos="85714">
                  <a:srgbClr val="E3FD87">
                    <a:alpha val="858"/>
                  </a:srgbClr>
                </a:gs>
                <a:gs pos="100000">
                  <a:srgbClr val="E3FD87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6" name="Splat 1496"/>
            <p:cNvSpPr>
              <a:spLocks noGrp="1"/>
            </p:cNvSpPr>
            <p:nvPr/>
          </p:nvSpPr>
          <p:spPr>
            <a:xfrm rot="-10318733">
              <a:off x="3139757" y="1223041"/>
              <a:ext cx="145600" cy="66182"/>
            </a:xfrm>
            <a:prstGeom prst="ellipse">
              <a:avLst/>
            </a:prstGeom>
            <a:gradFill>
              <a:gsLst>
                <a:gs pos="0">
                  <a:srgbClr val="00AAC8">
                    <a:alpha val="21989"/>
                  </a:srgbClr>
                </a:gs>
                <a:gs pos="14286">
                  <a:srgbClr val="00AAC8">
                    <a:alpha val="20407"/>
                  </a:srgbClr>
                </a:gs>
                <a:gs pos="28571">
                  <a:srgbClr val="00AAC8">
                    <a:alpha val="16240"/>
                  </a:srgbClr>
                </a:gs>
                <a:gs pos="42857">
                  <a:srgbClr val="00AAC8">
                    <a:alpha val="10974"/>
                  </a:srgbClr>
                </a:gs>
                <a:gs pos="57143">
                  <a:srgbClr val="00AAC8">
                    <a:alpha val="6238"/>
                  </a:srgbClr>
                </a:gs>
                <a:gs pos="71429">
                  <a:srgbClr val="00AAC8">
                    <a:alpha val="2970"/>
                  </a:srgbClr>
                </a:gs>
                <a:gs pos="85714">
                  <a:srgbClr val="00AAC8">
                    <a:alpha val="1185"/>
                  </a:srgbClr>
                </a:gs>
                <a:gs pos="100000">
                  <a:srgbClr val="00AAC8">
                    <a:alpha val="3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7" name="Splat 1497"/>
            <p:cNvSpPr>
              <a:spLocks noGrp="1"/>
            </p:cNvSpPr>
            <p:nvPr/>
          </p:nvSpPr>
          <p:spPr>
            <a:xfrm rot="8465421">
              <a:off x="2391809" y="1091433"/>
              <a:ext cx="253863" cy="70518"/>
            </a:xfrm>
            <a:prstGeom prst="ellipse">
              <a:avLst/>
            </a:prstGeom>
            <a:gradFill>
              <a:gsLst>
                <a:gs pos="0">
                  <a:srgbClr val="A2FFFF">
                    <a:alpha val="32732"/>
                  </a:srgbClr>
                </a:gs>
                <a:gs pos="14286">
                  <a:srgbClr val="A2FFFF">
                    <a:alpha val="30540"/>
                  </a:srgbClr>
                </a:gs>
                <a:gs pos="28571">
                  <a:srgbClr val="A2FFFF">
                    <a:alpha val="24644"/>
                  </a:srgbClr>
                </a:gs>
                <a:gs pos="42857">
                  <a:srgbClr val="A2FFFF">
                    <a:alpha val="16939"/>
                  </a:srgbClr>
                </a:gs>
                <a:gs pos="57143">
                  <a:srgbClr val="A2FFFF">
                    <a:alpha val="9773"/>
                  </a:srgbClr>
                </a:gs>
                <a:gs pos="71429">
                  <a:srgbClr val="A2FFFF">
                    <a:alpha val="4700"/>
                  </a:srgbClr>
                </a:gs>
                <a:gs pos="85714">
                  <a:srgbClr val="A2FFFF">
                    <a:alpha val="1886"/>
                  </a:srgbClr>
                </a:gs>
                <a:gs pos="100000">
                  <a:srgbClr val="A2FFFF">
                    <a:alpha val="6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8" name="Splat 1498"/>
            <p:cNvSpPr>
              <a:spLocks noGrp="1"/>
            </p:cNvSpPr>
            <p:nvPr/>
          </p:nvSpPr>
          <p:spPr>
            <a:xfrm rot="-9660271">
              <a:off x="2810160" y="1070606"/>
              <a:ext cx="775628" cy="215452"/>
            </a:xfrm>
            <a:prstGeom prst="ellipse">
              <a:avLst/>
            </a:prstGeom>
            <a:gradFill>
              <a:gsLst>
                <a:gs pos="0">
                  <a:srgbClr val="6B0044">
                    <a:alpha val="32968"/>
                  </a:srgbClr>
                </a:gs>
                <a:gs pos="14286">
                  <a:srgbClr val="6B0044">
                    <a:alpha val="30764"/>
                  </a:srgbClr>
                </a:gs>
                <a:gs pos="28571">
                  <a:srgbClr val="6B0044">
                    <a:alpha val="24833"/>
                  </a:srgbClr>
                </a:gs>
                <a:gs pos="42857">
                  <a:srgbClr val="6B0044">
                    <a:alpha val="17075"/>
                  </a:srgbClr>
                </a:gs>
                <a:gs pos="57143">
                  <a:srgbClr val="6B0044">
                    <a:alpha val="9855"/>
                  </a:srgbClr>
                </a:gs>
                <a:gs pos="71429">
                  <a:srgbClr val="6B0044">
                    <a:alpha val="4740"/>
                  </a:srgbClr>
                </a:gs>
                <a:gs pos="85714">
                  <a:srgbClr val="6B0044">
                    <a:alpha val="1902"/>
                  </a:srgbClr>
                </a:gs>
                <a:gs pos="100000">
                  <a:srgbClr val="6B004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9" name="Splat 1499"/>
            <p:cNvSpPr>
              <a:spLocks noGrp="1"/>
            </p:cNvSpPr>
            <p:nvPr/>
          </p:nvSpPr>
          <p:spPr>
            <a:xfrm rot="3888976">
              <a:off x="1300034" y="1166179"/>
              <a:ext cx="144838" cy="65835"/>
            </a:xfrm>
            <a:prstGeom prst="ellipse">
              <a:avLst/>
            </a:prstGeom>
            <a:gradFill>
              <a:gsLst>
                <a:gs pos="0">
                  <a:srgbClr val="876E00">
                    <a:alpha val="32968"/>
                  </a:srgbClr>
                </a:gs>
                <a:gs pos="14286">
                  <a:srgbClr val="876E00">
                    <a:alpha val="30764"/>
                  </a:srgbClr>
                </a:gs>
                <a:gs pos="28571">
                  <a:srgbClr val="876E00">
                    <a:alpha val="24833"/>
                  </a:srgbClr>
                </a:gs>
                <a:gs pos="42857">
                  <a:srgbClr val="876E00">
                    <a:alpha val="17075"/>
                  </a:srgbClr>
                </a:gs>
                <a:gs pos="57143">
                  <a:srgbClr val="876E00">
                    <a:alpha val="9855"/>
                  </a:srgbClr>
                </a:gs>
                <a:gs pos="71429">
                  <a:srgbClr val="876E00">
                    <a:alpha val="4740"/>
                  </a:srgbClr>
                </a:gs>
                <a:gs pos="85714">
                  <a:srgbClr val="876E00">
                    <a:alpha val="1902"/>
                  </a:srgbClr>
                </a:gs>
                <a:gs pos="100000">
                  <a:srgbClr val="876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0" name="Splat 1500"/>
            <p:cNvSpPr>
              <a:spLocks noGrp="1"/>
            </p:cNvSpPr>
            <p:nvPr/>
          </p:nvSpPr>
          <p:spPr>
            <a:xfrm rot="-8723706">
              <a:off x="2327407" y="2396941"/>
              <a:ext cx="144679" cy="65763"/>
            </a:xfrm>
            <a:prstGeom prst="ellipse">
              <a:avLst/>
            </a:prstGeom>
            <a:gradFill>
              <a:gsLst>
                <a:gs pos="0">
                  <a:srgbClr val="E8B8DB">
                    <a:alpha val="20660"/>
                  </a:srgbClr>
                </a:gs>
                <a:gs pos="14286">
                  <a:srgbClr val="E8B8DB">
                    <a:alpha val="19161"/>
                  </a:srgbClr>
                </a:gs>
                <a:gs pos="28571">
                  <a:srgbClr val="E8B8DB">
                    <a:alpha val="15224"/>
                  </a:srgbClr>
                </a:gs>
                <a:gs pos="42857">
                  <a:srgbClr val="E8B8DB">
                    <a:alpha val="10267"/>
                  </a:srgbClr>
                </a:gs>
                <a:gs pos="57143">
                  <a:srgbClr val="E8B8DB">
                    <a:alpha val="5826"/>
                  </a:srgbClr>
                </a:gs>
                <a:gs pos="71429">
                  <a:srgbClr val="E8B8DB">
                    <a:alpha val="2771"/>
                  </a:srgbClr>
                </a:gs>
                <a:gs pos="85714">
                  <a:srgbClr val="E8B8DB">
                    <a:alpha val="1105"/>
                  </a:srgbClr>
                </a:gs>
                <a:gs pos="100000">
                  <a:srgbClr val="E8B8DB">
                    <a:alpha val="3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1" name="Splat 1501"/>
            <p:cNvSpPr>
              <a:spLocks noGrp="1"/>
            </p:cNvSpPr>
            <p:nvPr/>
          </p:nvSpPr>
          <p:spPr>
            <a:xfrm rot="9164000">
              <a:off x="2343572" y="1143228"/>
              <a:ext cx="329663" cy="91573"/>
            </a:xfrm>
            <a:prstGeom prst="ellipse">
              <a:avLst/>
            </a:prstGeom>
            <a:gradFill>
              <a:gsLst>
                <a:gs pos="0">
                  <a:srgbClr val="008FF9">
                    <a:alpha val="18450"/>
                  </a:srgbClr>
                </a:gs>
                <a:gs pos="14286">
                  <a:srgbClr val="008FF9">
                    <a:alpha val="17094"/>
                  </a:srgbClr>
                </a:gs>
                <a:gs pos="28571">
                  <a:srgbClr val="008FF9">
                    <a:alpha val="13545"/>
                  </a:srgbClr>
                </a:gs>
                <a:gs pos="42857">
                  <a:srgbClr val="008FF9">
                    <a:alpha val="9105"/>
                  </a:srgbClr>
                </a:gs>
                <a:gs pos="57143">
                  <a:srgbClr val="008FF9">
                    <a:alpha val="5153"/>
                  </a:srgbClr>
                </a:gs>
                <a:gs pos="71429">
                  <a:srgbClr val="008FF9">
                    <a:alpha val="2446"/>
                  </a:srgbClr>
                </a:gs>
                <a:gs pos="85714">
                  <a:srgbClr val="008FF9">
                    <a:alpha val="974"/>
                  </a:srgbClr>
                </a:gs>
                <a:gs pos="100000">
                  <a:srgbClr val="008FF9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2" name="Splat 1502"/>
            <p:cNvSpPr>
              <a:spLocks noGrp="1"/>
            </p:cNvSpPr>
            <p:nvPr/>
          </p:nvSpPr>
          <p:spPr>
            <a:xfrm rot="4204574">
              <a:off x="3272404" y="1216208"/>
              <a:ext cx="144320" cy="65600"/>
            </a:xfrm>
            <a:prstGeom prst="ellipse">
              <a:avLst/>
            </a:prstGeom>
            <a:gradFill>
              <a:gsLst>
                <a:gs pos="0">
                  <a:srgbClr val="D90000">
                    <a:alpha val="32968"/>
                  </a:srgbClr>
                </a:gs>
                <a:gs pos="14286">
                  <a:srgbClr val="D90000">
                    <a:alpha val="30764"/>
                  </a:srgbClr>
                </a:gs>
                <a:gs pos="28571">
                  <a:srgbClr val="D90000">
                    <a:alpha val="24833"/>
                  </a:srgbClr>
                </a:gs>
                <a:gs pos="42857">
                  <a:srgbClr val="D90000">
                    <a:alpha val="17075"/>
                  </a:srgbClr>
                </a:gs>
                <a:gs pos="57143">
                  <a:srgbClr val="D90000">
                    <a:alpha val="9855"/>
                  </a:srgbClr>
                </a:gs>
                <a:gs pos="71429">
                  <a:srgbClr val="D90000">
                    <a:alpha val="4740"/>
                  </a:srgbClr>
                </a:gs>
                <a:gs pos="85714">
                  <a:srgbClr val="D90000">
                    <a:alpha val="1902"/>
                  </a:srgbClr>
                </a:gs>
                <a:gs pos="100000">
                  <a:srgbClr val="D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3" name="Splat 1503"/>
            <p:cNvSpPr>
              <a:spLocks noGrp="1"/>
            </p:cNvSpPr>
            <p:nvPr/>
          </p:nvSpPr>
          <p:spPr>
            <a:xfrm rot="-8522724">
              <a:off x="3393602" y="2407814"/>
              <a:ext cx="144266" cy="65576"/>
            </a:xfrm>
            <a:prstGeom prst="ellipse">
              <a:avLst/>
            </a:prstGeom>
            <a:gradFill>
              <a:gsLst>
                <a:gs pos="0">
                  <a:srgbClr val="E4D0BD">
                    <a:alpha val="32968"/>
                  </a:srgbClr>
                </a:gs>
                <a:gs pos="14286">
                  <a:srgbClr val="E4D0BD">
                    <a:alpha val="30764"/>
                  </a:srgbClr>
                </a:gs>
                <a:gs pos="28571">
                  <a:srgbClr val="E4D0BD">
                    <a:alpha val="24833"/>
                  </a:srgbClr>
                </a:gs>
                <a:gs pos="42857">
                  <a:srgbClr val="E4D0BD">
                    <a:alpha val="17075"/>
                  </a:srgbClr>
                </a:gs>
                <a:gs pos="57143">
                  <a:srgbClr val="E4D0BD">
                    <a:alpha val="9855"/>
                  </a:srgbClr>
                </a:gs>
                <a:gs pos="71429">
                  <a:srgbClr val="E4D0BD">
                    <a:alpha val="4740"/>
                  </a:srgbClr>
                </a:gs>
                <a:gs pos="85714">
                  <a:srgbClr val="E4D0BD">
                    <a:alpha val="1902"/>
                  </a:srgbClr>
                </a:gs>
                <a:gs pos="100000">
                  <a:srgbClr val="E4D0B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4" name="Splat 1504"/>
            <p:cNvSpPr>
              <a:spLocks noGrp="1"/>
            </p:cNvSpPr>
            <p:nvPr/>
          </p:nvSpPr>
          <p:spPr>
            <a:xfrm rot="5786626">
              <a:off x="1566206" y="2559021"/>
              <a:ext cx="144196" cy="65544"/>
            </a:xfrm>
            <a:prstGeom prst="ellipse">
              <a:avLst/>
            </a:prstGeom>
            <a:gradFill>
              <a:gsLst>
                <a:gs pos="0">
                  <a:srgbClr val="000030">
                    <a:alpha val="32968"/>
                  </a:srgbClr>
                </a:gs>
                <a:gs pos="14286">
                  <a:srgbClr val="000030">
                    <a:alpha val="30764"/>
                  </a:srgbClr>
                </a:gs>
                <a:gs pos="28571">
                  <a:srgbClr val="000030">
                    <a:alpha val="24833"/>
                  </a:srgbClr>
                </a:gs>
                <a:gs pos="42857">
                  <a:srgbClr val="000030">
                    <a:alpha val="17075"/>
                  </a:srgbClr>
                </a:gs>
                <a:gs pos="57143">
                  <a:srgbClr val="000030">
                    <a:alpha val="9855"/>
                  </a:srgbClr>
                </a:gs>
                <a:gs pos="71429">
                  <a:srgbClr val="000030">
                    <a:alpha val="4740"/>
                  </a:srgbClr>
                </a:gs>
                <a:gs pos="85714">
                  <a:srgbClr val="000030">
                    <a:alpha val="1902"/>
                  </a:srgbClr>
                </a:gs>
                <a:gs pos="100000">
                  <a:srgbClr val="00003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5" name="Splat 1505"/>
            <p:cNvSpPr>
              <a:spLocks noGrp="1"/>
            </p:cNvSpPr>
            <p:nvPr/>
          </p:nvSpPr>
          <p:spPr>
            <a:xfrm rot="5400000">
              <a:off x="2302300" y="1264672"/>
              <a:ext cx="65474" cy="65474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6" name="Splat 1506"/>
            <p:cNvSpPr>
              <a:spLocks noGrp="1"/>
            </p:cNvSpPr>
            <p:nvPr/>
          </p:nvSpPr>
          <p:spPr>
            <a:xfrm rot="7015352">
              <a:off x="2225956" y="2213184"/>
              <a:ext cx="143849" cy="65386"/>
            </a:xfrm>
            <a:prstGeom prst="ellipse">
              <a:avLst/>
            </a:prstGeom>
            <a:gradFill>
              <a:gsLst>
                <a:gs pos="0">
                  <a:srgbClr val="FFBCE2">
                    <a:alpha val="32968"/>
                  </a:srgbClr>
                </a:gs>
                <a:gs pos="14286">
                  <a:srgbClr val="FFBCE2">
                    <a:alpha val="30764"/>
                  </a:srgbClr>
                </a:gs>
                <a:gs pos="28571">
                  <a:srgbClr val="FFBCE2">
                    <a:alpha val="24833"/>
                  </a:srgbClr>
                </a:gs>
                <a:gs pos="42857">
                  <a:srgbClr val="FFBCE2">
                    <a:alpha val="17075"/>
                  </a:srgbClr>
                </a:gs>
                <a:gs pos="57143">
                  <a:srgbClr val="FFBCE2">
                    <a:alpha val="9855"/>
                  </a:srgbClr>
                </a:gs>
                <a:gs pos="71429">
                  <a:srgbClr val="FFBCE2">
                    <a:alpha val="4740"/>
                  </a:srgbClr>
                </a:gs>
                <a:gs pos="85714">
                  <a:srgbClr val="FFBCE2">
                    <a:alpha val="1902"/>
                  </a:srgbClr>
                </a:gs>
                <a:gs pos="100000">
                  <a:srgbClr val="FFBCE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7" name="Splat 1507"/>
            <p:cNvSpPr>
              <a:spLocks noGrp="1"/>
            </p:cNvSpPr>
            <p:nvPr/>
          </p:nvSpPr>
          <p:spPr>
            <a:xfrm rot="8846576">
              <a:off x="2766586" y="872391"/>
              <a:ext cx="143628" cy="652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8" name="Splat 1508"/>
            <p:cNvSpPr>
              <a:spLocks noGrp="1"/>
            </p:cNvSpPr>
            <p:nvPr/>
          </p:nvSpPr>
          <p:spPr>
            <a:xfrm rot="9897909">
              <a:off x="2450630" y="832545"/>
              <a:ext cx="143559" cy="65254"/>
            </a:xfrm>
            <a:prstGeom prst="ellipse">
              <a:avLst/>
            </a:prstGeom>
            <a:gradFill>
              <a:gsLst>
                <a:gs pos="0">
                  <a:srgbClr val="00FFFF">
                    <a:alpha val="32968"/>
                  </a:srgbClr>
                </a:gs>
                <a:gs pos="14286">
                  <a:srgbClr val="00FFFF">
                    <a:alpha val="30764"/>
                  </a:srgbClr>
                </a:gs>
                <a:gs pos="28571">
                  <a:srgbClr val="00FFFF">
                    <a:alpha val="24833"/>
                  </a:srgbClr>
                </a:gs>
                <a:gs pos="42857">
                  <a:srgbClr val="00FFFF">
                    <a:alpha val="17075"/>
                  </a:srgbClr>
                </a:gs>
                <a:gs pos="57143">
                  <a:srgbClr val="00FFFF">
                    <a:alpha val="9855"/>
                  </a:srgbClr>
                </a:gs>
                <a:gs pos="71429">
                  <a:srgbClr val="00FFFF">
                    <a:alpha val="4740"/>
                  </a:srgbClr>
                </a:gs>
                <a:gs pos="85714">
                  <a:srgbClr val="00FFFF">
                    <a:alpha val="1902"/>
                  </a:srgbClr>
                </a:gs>
                <a:gs pos="100000">
                  <a:srgbClr val="0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9" name="Splat 1509"/>
            <p:cNvSpPr>
              <a:spLocks noGrp="1"/>
            </p:cNvSpPr>
            <p:nvPr/>
          </p:nvSpPr>
          <p:spPr>
            <a:xfrm rot="2734201">
              <a:off x="984301" y="1464674"/>
              <a:ext cx="143436" cy="6519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0" name="Splat 1510"/>
            <p:cNvSpPr>
              <a:spLocks noGrp="1"/>
            </p:cNvSpPr>
            <p:nvPr/>
          </p:nvSpPr>
          <p:spPr>
            <a:xfrm rot="-10659303">
              <a:off x="1763905" y="1799080"/>
              <a:ext cx="253548" cy="5282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1" name="Splat 1511"/>
            <p:cNvSpPr>
              <a:spLocks noGrp="1"/>
            </p:cNvSpPr>
            <p:nvPr/>
          </p:nvSpPr>
          <p:spPr>
            <a:xfrm rot="10194789">
              <a:off x="2050534" y="1413417"/>
              <a:ext cx="143124" cy="650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2" name="Splat 1512"/>
            <p:cNvSpPr>
              <a:spLocks noGrp="1"/>
            </p:cNvSpPr>
            <p:nvPr/>
          </p:nvSpPr>
          <p:spPr>
            <a:xfrm rot="9734633">
              <a:off x="3033600" y="1805617"/>
              <a:ext cx="142892" cy="64951"/>
            </a:xfrm>
            <a:prstGeom prst="ellipse">
              <a:avLst/>
            </a:prstGeom>
            <a:gradFill>
              <a:gsLst>
                <a:gs pos="0">
                  <a:srgbClr val="A81000">
                    <a:alpha val="32968"/>
                  </a:srgbClr>
                </a:gs>
                <a:gs pos="14286">
                  <a:srgbClr val="A81000">
                    <a:alpha val="30764"/>
                  </a:srgbClr>
                </a:gs>
                <a:gs pos="28571">
                  <a:srgbClr val="A81000">
                    <a:alpha val="24833"/>
                  </a:srgbClr>
                </a:gs>
                <a:gs pos="42857">
                  <a:srgbClr val="A81000">
                    <a:alpha val="17075"/>
                  </a:srgbClr>
                </a:gs>
                <a:gs pos="57143">
                  <a:srgbClr val="A81000">
                    <a:alpha val="9855"/>
                  </a:srgbClr>
                </a:gs>
                <a:gs pos="71429">
                  <a:srgbClr val="A81000">
                    <a:alpha val="4740"/>
                  </a:srgbClr>
                </a:gs>
                <a:gs pos="85714">
                  <a:srgbClr val="A81000">
                    <a:alpha val="1902"/>
                  </a:srgbClr>
                </a:gs>
                <a:gs pos="100000">
                  <a:srgbClr val="A81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3" name="Splat 1513"/>
            <p:cNvSpPr>
              <a:spLocks noGrp="1"/>
            </p:cNvSpPr>
            <p:nvPr/>
          </p:nvSpPr>
          <p:spPr>
            <a:xfrm rot="-10059052">
              <a:off x="1440731" y="1805125"/>
              <a:ext cx="142233" cy="64651"/>
            </a:xfrm>
            <a:prstGeom prst="ellipse">
              <a:avLst/>
            </a:prstGeom>
            <a:gradFill>
              <a:gsLst>
                <a:gs pos="0">
                  <a:srgbClr val="A6FF7F">
                    <a:alpha val="32968"/>
                  </a:srgbClr>
                </a:gs>
                <a:gs pos="14286">
                  <a:srgbClr val="A6FF7F">
                    <a:alpha val="30764"/>
                  </a:srgbClr>
                </a:gs>
                <a:gs pos="28571">
                  <a:srgbClr val="A6FF7F">
                    <a:alpha val="24833"/>
                  </a:srgbClr>
                </a:gs>
                <a:gs pos="42857">
                  <a:srgbClr val="A6FF7F">
                    <a:alpha val="17075"/>
                  </a:srgbClr>
                </a:gs>
                <a:gs pos="57143">
                  <a:srgbClr val="A6FF7F">
                    <a:alpha val="9855"/>
                  </a:srgbClr>
                </a:gs>
                <a:gs pos="71429">
                  <a:srgbClr val="A6FF7F">
                    <a:alpha val="4740"/>
                  </a:srgbClr>
                </a:gs>
                <a:gs pos="85714">
                  <a:srgbClr val="A6FF7F">
                    <a:alpha val="1902"/>
                  </a:srgbClr>
                </a:gs>
                <a:gs pos="100000">
                  <a:srgbClr val="A6FF7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4" name="Splat 1514"/>
            <p:cNvSpPr>
              <a:spLocks noGrp="1"/>
            </p:cNvSpPr>
            <p:nvPr/>
          </p:nvSpPr>
          <p:spPr>
            <a:xfrm rot="3995686">
              <a:off x="2332115" y="2731404"/>
              <a:ext cx="141472" cy="64305"/>
            </a:xfrm>
            <a:prstGeom prst="ellipse">
              <a:avLst/>
            </a:prstGeom>
            <a:gradFill>
              <a:gsLst>
                <a:gs pos="0">
                  <a:srgbClr val="EC0000">
                    <a:alpha val="32968"/>
                  </a:srgbClr>
                </a:gs>
                <a:gs pos="14286">
                  <a:srgbClr val="EC0000">
                    <a:alpha val="30764"/>
                  </a:srgbClr>
                </a:gs>
                <a:gs pos="28571">
                  <a:srgbClr val="EC0000">
                    <a:alpha val="24833"/>
                  </a:srgbClr>
                </a:gs>
                <a:gs pos="42857">
                  <a:srgbClr val="EC0000">
                    <a:alpha val="17075"/>
                  </a:srgbClr>
                </a:gs>
                <a:gs pos="57143">
                  <a:srgbClr val="EC0000">
                    <a:alpha val="9855"/>
                  </a:srgbClr>
                </a:gs>
                <a:gs pos="71429">
                  <a:srgbClr val="EC0000">
                    <a:alpha val="4740"/>
                  </a:srgbClr>
                </a:gs>
                <a:gs pos="85714">
                  <a:srgbClr val="EC0000">
                    <a:alpha val="1902"/>
                  </a:srgbClr>
                </a:gs>
                <a:gs pos="100000">
                  <a:srgbClr val="E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5" name="Splat 1515"/>
            <p:cNvSpPr>
              <a:spLocks noGrp="1"/>
            </p:cNvSpPr>
            <p:nvPr/>
          </p:nvSpPr>
          <p:spPr>
            <a:xfrm rot="5400000">
              <a:off x="1427812" y="2358807"/>
              <a:ext cx="64272" cy="64272"/>
            </a:xfrm>
            <a:prstGeom prst="ellipse">
              <a:avLst/>
            </a:prstGeom>
            <a:gradFill>
              <a:gsLst>
                <a:gs pos="0">
                  <a:srgbClr val="EE5D00">
                    <a:alpha val="32968"/>
                  </a:srgbClr>
                </a:gs>
                <a:gs pos="14286">
                  <a:srgbClr val="EE5D00">
                    <a:alpha val="30764"/>
                  </a:srgbClr>
                </a:gs>
                <a:gs pos="28571">
                  <a:srgbClr val="EE5D00">
                    <a:alpha val="24833"/>
                  </a:srgbClr>
                </a:gs>
                <a:gs pos="42857">
                  <a:srgbClr val="EE5D00">
                    <a:alpha val="17075"/>
                  </a:srgbClr>
                </a:gs>
                <a:gs pos="57143">
                  <a:srgbClr val="EE5D00">
                    <a:alpha val="9855"/>
                  </a:srgbClr>
                </a:gs>
                <a:gs pos="71429">
                  <a:srgbClr val="EE5D00">
                    <a:alpha val="4740"/>
                  </a:srgbClr>
                </a:gs>
                <a:gs pos="85714">
                  <a:srgbClr val="EE5D00">
                    <a:alpha val="1902"/>
                  </a:srgbClr>
                </a:gs>
                <a:gs pos="100000">
                  <a:srgbClr val="EE5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6" name="Splat 1516"/>
            <p:cNvSpPr>
              <a:spLocks noGrp="1"/>
            </p:cNvSpPr>
            <p:nvPr/>
          </p:nvSpPr>
          <p:spPr>
            <a:xfrm rot="7745871">
              <a:off x="1939819" y="2157747"/>
              <a:ext cx="141322" cy="64237"/>
            </a:xfrm>
            <a:prstGeom prst="ellipse">
              <a:avLst/>
            </a:prstGeom>
            <a:gradFill>
              <a:gsLst>
                <a:gs pos="0">
                  <a:srgbClr val="00B9CC">
                    <a:alpha val="32968"/>
                  </a:srgbClr>
                </a:gs>
                <a:gs pos="14286">
                  <a:srgbClr val="00B9CC">
                    <a:alpha val="30764"/>
                  </a:srgbClr>
                </a:gs>
                <a:gs pos="28571">
                  <a:srgbClr val="00B9CC">
                    <a:alpha val="24833"/>
                  </a:srgbClr>
                </a:gs>
                <a:gs pos="42857">
                  <a:srgbClr val="00B9CC">
                    <a:alpha val="17075"/>
                  </a:srgbClr>
                </a:gs>
                <a:gs pos="57143">
                  <a:srgbClr val="00B9CC">
                    <a:alpha val="9855"/>
                  </a:srgbClr>
                </a:gs>
                <a:gs pos="71429">
                  <a:srgbClr val="00B9CC">
                    <a:alpha val="4740"/>
                  </a:srgbClr>
                </a:gs>
                <a:gs pos="85714">
                  <a:srgbClr val="00B9CC">
                    <a:alpha val="1902"/>
                  </a:srgbClr>
                </a:gs>
                <a:gs pos="100000">
                  <a:srgbClr val="00B9C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7" name="Splat 1517"/>
            <p:cNvSpPr>
              <a:spLocks noGrp="1"/>
            </p:cNvSpPr>
            <p:nvPr/>
          </p:nvSpPr>
          <p:spPr>
            <a:xfrm rot="-9104724">
              <a:off x="2538190" y="2491360"/>
              <a:ext cx="141144" cy="64156"/>
            </a:xfrm>
            <a:prstGeom prst="ellipse">
              <a:avLst/>
            </a:prstGeom>
            <a:gradFill>
              <a:gsLst>
                <a:gs pos="0">
                  <a:srgbClr val="DC0000">
                    <a:alpha val="32968"/>
                  </a:srgbClr>
                </a:gs>
                <a:gs pos="14286">
                  <a:srgbClr val="DC0000">
                    <a:alpha val="30764"/>
                  </a:srgbClr>
                </a:gs>
                <a:gs pos="28571">
                  <a:srgbClr val="DC0000">
                    <a:alpha val="24833"/>
                  </a:srgbClr>
                </a:gs>
                <a:gs pos="42857">
                  <a:srgbClr val="DC0000">
                    <a:alpha val="17075"/>
                  </a:srgbClr>
                </a:gs>
                <a:gs pos="57143">
                  <a:srgbClr val="DC0000">
                    <a:alpha val="9855"/>
                  </a:srgbClr>
                </a:gs>
                <a:gs pos="71429">
                  <a:srgbClr val="DC0000">
                    <a:alpha val="4740"/>
                  </a:srgbClr>
                </a:gs>
                <a:gs pos="85714">
                  <a:srgbClr val="DC0000">
                    <a:alpha val="1902"/>
                  </a:srgbClr>
                </a:gs>
                <a:gs pos="100000">
                  <a:srgbClr val="D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8" name="Splat 1518"/>
            <p:cNvSpPr>
              <a:spLocks noGrp="1"/>
            </p:cNvSpPr>
            <p:nvPr/>
          </p:nvSpPr>
          <p:spPr>
            <a:xfrm rot="9492635">
              <a:off x="60667" y="4433581"/>
              <a:ext cx="141097" cy="64135"/>
            </a:xfrm>
            <a:prstGeom prst="ellipse">
              <a:avLst/>
            </a:prstGeom>
            <a:gradFill>
              <a:gsLst>
                <a:gs pos="0">
                  <a:srgbClr val="C800AE">
                    <a:alpha val="32968"/>
                  </a:srgbClr>
                </a:gs>
                <a:gs pos="14286">
                  <a:srgbClr val="C800AE">
                    <a:alpha val="30764"/>
                  </a:srgbClr>
                </a:gs>
                <a:gs pos="28571">
                  <a:srgbClr val="C800AE">
                    <a:alpha val="24833"/>
                  </a:srgbClr>
                </a:gs>
                <a:gs pos="42857">
                  <a:srgbClr val="C800AE">
                    <a:alpha val="17075"/>
                  </a:srgbClr>
                </a:gs>
                <a:gs pos="57143">
                  <a:srgbClr val="C800AE">
                    <a:alpha val="9855"/>
                  </a:srgbClr>
                </a:gs>
                <a:gs pos="71429">
                  <a:srgbClr val="C800AE">
                    <a:alpha val="4740"/>
                  </a:srgbClr>
                </a:gs>
                <a:gs pos="85714">
                  <a:srgbClr val="C800AE">
                    <a:alpha val="1902"/>
                  </a:srgbClr>
                </a:gs>
                <a:gs pos="100000">
                  <a:srgbClr val="C800A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9" name="Splat 1519"/>
            <p:cNvSpPr>
              <a:spLocks noGrp="1"/>
            </p:cNvSpPr>
            <p:nvPr/>
          </p:nvSpPr>
          <p:spPr>
            <a:xfrm rot="-10581613">
              <a:off x="1855724" y="690261"/>
              <a:ext cx="141030" cy="64104"/>
            </a:xfrm>
            <a:prstGeom prst="ellipse">
              <a:avLst/>
            </a:prstGeom>
            <a:gradFill>
              <a:gsLst>
                <a:gs pos="0">
                  <a:srgbClr val="00B8FF">
                    <a:alpha val="32968"/>
                  </a:srgbClr>
                </a:gs>
                <a:gs pos="14286">
                  <a:srgbClr val="00B8FF">
                    <a:alpha val="30764"/>
                  </a:srgbClr>
                </a:gs>
                <a:gs pos="28571">
                  <a:srgbClr val="00B8FF">
                    <a:alpha val="24833"/>
                  </a:srgbClr>
                </a:gs>
                <a:gs pos="42857">
                  <a:srgbClr val="00B8FF">
                    <a:alpha val="17075"/>
                  </a:srgbClr>
                </a:gs>
                <a:gs pos="57143">
                  <a:srgbClr val="00B8FF">
                    <a:alpha val="9855"/>
                  </a:srgbClr>
                </a:gs>
                <a:gs pos="71429">
                  <a:srgbClr val="00B8FF">
                    <a:alpha val="4740"/>
                  </a:srgbClr>
                </a:gs>
                <a:gs pos="85714">
                  <a:srgbClr val="00B8FF">
                    <a:alpha val="1902"/>
                  </a:srgbClr>
                </a:gs>
                <a:gs pos="100000">
                  <a:srgbClr val="00B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0" name="Splat 1520"/>
            <p:cNvSpPr>
              <a:spLocks noGrp="1"/>
            </p:cNvSpPr>
            <p:nvPr/>
          </p:nvSpPr>
          <p:spPr>
            <a:xfrm rot="-9821657">
              <a:off x="3061940" y="1130684"/>
              <a:ext cx="140956" cy="64071"/>
            </a:xfrm>
            <a:prstGeom prst="ellipse">
              <a:avLst/>
            </a:prstGeom>
            <a:gradFill>
              <a:gsLst>
                <a:gs pos="0">
                  <a:srgbClr val="CB0000">
                    <a:alpha val="6657"/>
                  </a:srgbClr>
                </a:gs>
                <a:gs pos="14286">
                  <a:srgbClr val="CB0000">
                    <a:alpha val="6136"/>
                  </a:srgbClr>
                </a:gs>
                <a:gs pos="28571">
                  <a:srgbClr val="CB0000">
                    <a:alpha val="4798"/>
                  </a:srgbClr>
                </a:gs>
                <a:gs pos="42857">
                  <a:srgbClr val="CB0000">
                    <a:alpha val="3173"/>
                  </a:srgbClr>
                </a:gs>
                <a:gs pos="57143">
                  <a:srgbClr val="CB0000">
                    <a:alpha val="1771"/>
                  </a:srgbClr>
                </a:gs>
                <a:gs pos="71429">
                  <a:srgbClr val="CB0000">
                    <a:alpha val="833"/>
                  </a:srgbClr>
                </a:gs>
                <a:gs pos="85714">
                  <a:srgbClr val="CB0000">
                    <a:alpha val="330"/>
                  </a:srgbClr>
                </a:gs>
                <a:gs pos="100000">
                  <a:srgbClr val="CB0000">
                    <a:alpha val="1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1" name="Splat 1521"/>
            <p:cNvSpPr>
              <a:spLocks noGrp="1"/>
            </p:cNvSpPr>
            <p:nvPr/>
          </p:nvSpPr>
          <p:spPr>
            <a:xfrm rot="5400000">
              <a:off x="2380556" y="1065408"/>
              <a:ext cx="269784" cy="269784"/>
            </a:xfrm>
            <a:prstGeom prst="ellipse">
              <a:avLst/>
            </a:prstGeom>
            <a:gradFill>
              <a:gsLst>
                <a:gs pos="0">
                  <a:srgbClr val="00B1FA">
                    <a:alpha val="16748"/>
                  </a:srgbClr>
                </a:gs>
                <a:gs pos="14286">
                  <a:srgbClr val="00B1FA">
                    <a:alpha val="15504"/>
                  </a:srgbClr>
                </a:gs>
                <a:gs pos="28571">
                  <a:srgbClr val="00B1FA">
                    <a:alpha val="12261"/>
                  </a:srgbClr>
                </a:gs>
                <a:gs pos="42857">
                  <a:srgbClr val="00B1FA">
                    <a:alpha val="8222"/>
                  </a:srgbClr>
                </a:gs>
                <a:gs pos="57143">
                  <a:srgbClr val="00B1FA">
                    <a:alpha val="4643"/>
                  </a:srgbClr>
                </a:gs>
                <a:gs pos="71429">
                  <a:srgbClr val="00B1FA">
                    <a:alpha val="2201"/>
                  </a:srgbClr>
                </a:gs>
                <a:gs pos="85714">
                  <a:srgbClr val="00B1FA">
                    <a:alpha val="876"/>
                  </a:srgbClr>
                </a:gs>
                <a:gs pos="100000">
                  <a:srgbClr val="00B1FA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2" name="Splat 1522"/>
            <p:cNvSpPr>
              <a:spLocks noGrp="1"/>
            </p:cNvSpPr>
            <p:nvPr/>
          </p:nvSpPr>
          <p:spPr>
            <a:xfrm rot="4279541">
              <a:off x="2950515" y="1711174"/>
              <a:ext cx="140778" cy="63990"/>
            </a:xfrm>
            <a:prstGeom prst="ellipse">
              <a:avLst/>
            </a:prstGeom>
            <a:gradFill>
              <a:gsLst>
                <a:gs pos="0">
                  <a:srgbClr val="CFAE6B">
                    <a:alpha val="12679"/>
                  </a:srgbClr>
                </a:gs>
                <a:gs pos="14286">
                  <a:srgbClr val="CFAE6B">
                    <a:alpha val="11716"/>
                  </a:srgbClr>
                </a:gs>
                <a:gs pos="28571">
                  <a:srgbClr val="CFAE6B">
                    <a:alpha val="9222"/>
                  </a:srgbClr>
                </a:gs>
                <a:gs pos="42857">
                  <a:srgbClr val="CFAE6B">
                    <a:alpha val="6149"/>
                  </a:srgbClr>
                </a:gs>
                <a:gs pos="57143">
                  <a:srgbClr val="CFAE6B">
                    <a:alpha val="3455"/>
                  </a:srgbClr>
                </a:gs>
                <a:gs pos="71429">
                  <a:srgbClr val="CFAE6B">
                    <a:alpha val="1633"/>
                  </a:srgbClr>
                </a:gs>
                <a:gs pos="85714">
                  <a:srgbClr val="CFAE6B">
                    <a:alpha val="649"/>
                  </a:srgbClr>
                </a:gs>
                <a:gs pos="100000">
                  <a:srgbClr val="CFAE6B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3" name="Splat 1523"/>
            <p:cNvSpPr>
              <a:spLocks noGrp="1"/>
            </p:cNvSpPr>
            <p:nvPr/>
          </p:nvSpPr>
          <p:spPr>
            <a:xfrm rot="5400000">
              <a:off x="2362091" y="1099875"/>
              <a:ext cx="245664" cy="245664"/>
            </a:xfrm>
            <a:prstGeom prst="ellipse">
              <a:avLst/>
            </a:prstGeom>
            <a:gradFill>
              <a:gsLst>
                <a:gs pos="0">
                  <a:srgbClr val="FF8EFF">
                    <a:alpha val="24550"/>
                  </a:srgbClr>
                </a:gs>
                <a:gs pos="14286">
                  <a:srgbClr val="FF8EFF">
                    <a:alpha val="22811"/>
                  </a:srgbClr>
                </a:gs>
                <a:gs pos="28571">
                  <a:srgbClr val="FF8EFF">
                    <a:alpha val="18212"/>
                  </a:srgbClr>
                </a:gs>
                <a:gs pos="42857">
                  <a:srgbClr val="FF8EFF">
                    <a:alpha val="12354"/>
                  </a:srgbClr>
                </a:gs>
                <a:gs pos="57143">
                  <a:srgbClr val="FF8EFF">
                    <a:alpha val="7046"/>
                  </a:srgbClr>
                </a:gs>
                <a:gs pos="71429">
                  <a:srgbClr val="FF8EFF">
                    <a:alpha val="3362"/>
                  </a:srgbClr>
                </a:gs>
                <a:gs pos="85714">
                  <a:srgbClr val="FF8EFF">
                    <a:alpha val="1343"/>
                  </a:srgbClr>
                </a:gs>
                <a:gs pos="100000">
                  <a:srgbClr val="FF8EFF">
                    <a:alpha val="4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4" name="Splat 1524"/>
            <p:cNvSpPr>
              <a:spLocks noGrp="1"/>
            </p:cNvSpPr>
            <p:nvPr/>
          </p:nvSpPr>
          <p:spPr>
            <a:xfrm rot="9849235">
              <a:off x="2141560" y="511585"/>
              <a:ext cx="140483" cy="6385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5" name="Splat 1525"/>
            <p:cNvSpPr>
              <a:spLocks noGrp="1"/>
            </p:cNvSpPr>
            <p:nvPr/>
          </p:nvSpPr>
          <p:spPr>
            <a:xfrm rot="9255849">
              <a:off x="3882388" y="2399297"/>
              <a:ext cx="140376" cy="6380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6" name="Splat 1526"/>
            <p:cNvSpPr>
              <a:spLocks noGrp="1"/>
            </p:cNvSpPr>
            <p:nvPr/>
          </p:nvSpPr>
          <p:spPr>
            <a:xfrm rot="4724852">
              <a:off x="1189527" y="1330041"/>
              <a:ext cx="140190" cy="63723"/>
            </a:xfrm>
            <a:prstGeom prst="ellipse">
              <a:avLst/>
            </a:prstGeom>
            <a:gradFill>
              <a:gsLst>
                <a:gs pos="0">
                  <a:srgbClr val="FFFFC0">
                    <a:alpha val="32968"/>
                  </a:srgbClr>
                </a:gs>
                <a:gs pos="14286">
                  <a:srgbClr val="FFFFC0">
                    <a:alpha val="30764"/>
                  </a:srgbClr>
                </a:gs>
                <a:gs pos="28571">
                  <a:srgbClr val="FFFFC0">
                    <a:alpha val="24833"/>
                  </a:srgbClr>
                </a:gs>
                <a:gs pos="42857">
                  <a:srgbClr val="FFFFC0">
                    <a:alpha val="17075"/>
                  </a:srgbClr>
                </a:gs>
                <a:gs pos="57143">
                  <a:srgbClr val="FFFFC0">
                    <a:alpha val="9855"/>
                  </a:srgbClr>
                </a:gs>
                <a:gs pos="71429">
                  <a:srgbClr val="FFFFC0">
                    <a:alpha val="4740"/>
                  </a:srgbClr>
                </a:gs>
                <a:gs pos="85714">
                  <a:srgbClr val="FFFFC0">
                    <a:alpha val="1902"/>
                  </a:srgbClr>
                </a:gs>
                <a:gs pos="100000">
                  <a:srgbClr val="FFFFC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7" name="Splat 1527"/>
            <p:cNvSpPr>
              <a:spLocks noGrp="1"/>
            </p:cNvSpPr>
            <p:nvPr/>
          </p:nvSpPr>
          <p:spPr>
            <a:xfrm rot="10609087">
              <a:off x="1847025" y="632607"/>
              <a:ext cx="140130" cy="63695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8" name="Splat 1528"/>
            <p:cNvSpPr>
              <a:spLocks noGrp="1"/>
            </p:cNvSpPr>
            <p:nvPr/>
          </p:nvSpPr>
          <p:spPr>
            <a:xfrm rot="5400000">
              <a:off x="1943362" y="1369362"/>
              <a:ext cx="60966" cy="60966"/>
            </a:xfrm>
            <a:prstGeom prst="ellipse">
              <a:avLst/>
            </a:prstGeom>
            <a:gradFill>
              <a:gsLst>
                <a:gs pos="0">
                  <a:srgbClr val="AFDBF5">
                    <a:alpha val="13584"/>
                  </a:srgbClr>
                </a:gs>
                <a:gs pos="14286">
                  <a:srgbClr val="AFDBF5">
                    <a:alpha val="12558"/>
                  </a:srgbClr>
                </a:gs>
                <a:gs pos="28571">
                  <a:srgbClr val="AFDBF5">
                    <a:alpha val="9895"/>
                  </a:srgbClr>
                </a:gs>
                <a:gs pos="42857">
                  <a:srgbClr val="AFDBF5">
                    <a:alpha val="6606"/>
                  </a:srgbClr>
                </a:gs>
                <a:gs pos="57143">
                  <a:srgbClr val="AFDBF5">
                    <a:alpha val="3716"/>
                  </a:srgbClr>
                </a:gs>
                <a:gs pos="71429">
                  <a:srgbClr val="AFDBF5">
                    <a:alpha val="1757"/>
                  </a:srgbClr>
                </a:gs>
                <a:gs pos="85714">
                  <a:srgbClr val="AFDBF5">
                    <a:alpha val="699"/>
                  </a:srgbClr>
                </a:gs>
                <a:gs pos="100000">
                  <a:srgbClr val="AFDBF5">
                    <a:alpha val="2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9" name="Splat 1529"/>
            <p:cNvSpPr>
              <a:spLocks noGrp="1"/>
            </p:cNvSpPr>
            <p:nvPr/>
          </p:nvSpPr>
          <p:spPr>
            <a:xfrm rot="9494263">
              <a:off x="72267" y="4473615"/>
              <a:ext cx="139925" cy="63602"/>
            </a:xfrm>
            <a:prstGeom prst="ellipse">
              <a:avLst/>
            </a:prstGeom>
            <a:gradFill>
              <a:gsLst>
                <a:gs pos="0">
                  <a:srgbClr val="A70000">
                    <a:alpha val="32968"/>
                  </a:srgbClr>
                </a:gs>
                <a:gs pos="14286">
                  <a:srgbClr val="A70000">
                    <a:alpha val="30764"/>
                  </a:srgbClr>
                </a:gs>
                <a:gs pos="28571">
                  <a:srgbClr val="A70000">
                    <a:alpha val="24833"/>
                  </a:srgbClr>
                </a:gs>
                <a:gs pos="42857">
                  <a:srgbClr val="A70000">
                    <a:alpha val="17075"/>
                  </a:srgbClr>
                </a:gs>
                <a:gs pos="57143">
                  <a:srgbClr val="A70000">
                    <a:alpha val="9855"/>
                  </a:srgbClr>
                </a:gs>
                <a:gs pos="71429">
                  <a:srgbClr val="A70000">
                    <a:alpha val="4740"/>
                  </a:srgbClr>
                </a:gs>
                <a:gs pos="85714">
                  <a:srgbClr val="A70000">
                    <a:alpha val="1902"/>
                  </a:srgbClr>
                </a:gs>
                <a:gs pos="100000">
                  <a:srgbClr val="A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0" name="Splat 1530"/>
            <p:cNvSpPr>
              <a:spLocks noGrp="1"/>
            </p:cNvSpPr>
            <p:nvPr/>
          </p:nvSpPr>
          <p:spPr>
            <a:xfrm rot="9181345">
              <a:off x="2271382" y="682180"/>
              <a:ext cx="139844" cy="63566"/>
            </a:xfrm>
            <a:prstGeom prst="ellipse">
              <a:avLst/>
            </a:prstGeom>
            <a:gradFill>
              <a:gsLst>
                <a:gs pos="0">
                  <a:srgbClr val="0000B3">
                    <a:alpha val="32968"/>
                  </a:srgbClr>
                </a:gs>
                <a:gs pos="14286">
                  <a:srgbClr val="0000B3">
                    <a:alpha val="30764"/>
                  </a:srgbClr>
                </a:gs>
                <a:gs pos="28571">
                  <a:srgbClr val="0000B3">
                    <a:alpha val="24833"/>
                  </a:srgbClr>
                </a:gs>
                <a:gs pos="42857">
                  <a:srgbClr val="0000B3">
                    <a:alpha val="17075"/>
                  </a:srgbClr>
                </a:gs>
                <a:gs pos="57143">
                  <a:srgbClr val="0000B3">
                    <a:alpha val="9855"/>
                  </a:srgbClr>
                </a:gs>
                <a:gs pos="71429">
                  <a:srgbClr val="0000B3">
                    <a:alpha val="4740"/>
                  </a:srgbClr>
                </a:gs>
                <a:gs pos="85714">
                  <a:srgbClr val="0000B3">
                    <a:alpha val="1902"/>
                  </a:srgbClr>
                </a:gs>
                <a:gs pos="100000">
                  <a:srgbClr val="0000B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1" name="Splat 1531"/>
            <p:cNvSpPr>
              <a:spLocks noGrp="1"/>
            </p:cNvSpPr>
            <p:nvPr/>
          </p:nvSpPr>
          <p:spPr>
            <a:xfrm rot="-9133993">
              <a:off x="1721644" y="1411684"/>
              <a:ext cx="328613" cy="91281"/>
            </a:xfrm>
            <a:prstGeom prst="ellipse">
              <a:avLst/>
            </a:prstGeom>
            <a:gradFill>
              <a:gsLst>
                <a:gs pos="0">
                  <a:srgbClr val="FFFFD6">
                    <a:alpha val="32968"/>
                  </a:srgbClr>
                </a:gs>
                <a:gs pos="14286">
                  <a:srgbClr val="FFFFD6">
                    <a:alpha val="30764"/>
                  </a:srgbClr>
                </a:gs>
                <a:gs pos="28571">
                  <a:srgbClr val="FFFFD6">
                    <a:alpha val="24833"/>
                  </a:srgbClr>
                </a:gs>
                <a:gs pos="42857">
                  <a:srgbClr val="FFFFD6">
                    <a:alpha val="17075"/>
                  </a:srgbClr>
                </a:gs>
                <a:gs pos="57143">
                  <a:srgbClr val="FFFFD6">
                    <a:alpha val="9855"/>
                  </a:srgbClr>
                </a:gs>
                <a:gs pos="71429">
                  <a:srgbClr val="FFFFD6">
                    <a:alpha val="4740"/>
                  </a:srgbClr>
                </a:gs>
                <a:gs pos="85714">
                  <a:srgbClr val="FFFFD6">
                    <a:alpha val="1902"/>
                  </a:srgbClr>
                </a:gs>
                <a:gs pos="100000">
                  <a:srgbClr val="FFFFD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2" name="Splat 1532"/>
            <p:cNvSpPr>
              <a:spLocks noGrp="1"/>
            </p:cNvSpPr>
            <p:nvPr/>
          </p:nvSpPr>
          <p:spPr>
            <a:xfrm rot="7359449">
              <a:off x="2217028" y="397418"/>
              <a:ext cx="139650" cy="63477"/>
            </a:xfrm>
            <a:prstGeom prst="ellipse">
              <a:avLst/>
            </a:prstGeom>
            <a:gradFill>
              <a:gsLst>
                <a:gs pos="0">
                  <a:srgbClr val="D4FFFF">
                    <a:alpha val="32968"/>
                  </a:srgbClr>
                </a:gs>
                <a:gs pos="14286">
                  <a:srgbClr val="D4FFFF">
                    <a:alpha val="30764"/>
                  </a:srgbClr>
                </a:gs>
                <a:gs pos="28571">
                  <a:srgbClr val="D4FFFF">
                    <a:alpha val="24833"/>
                  </a:srgbClr>
                </a:gs>
                <a:gs pos="42857">
                  <a:srgbClr val="D4FFFF">
                    <a:alpha val="17075"/>
                  </a:srgbClr>
                </a:gs>
                <a:gs pos="57143">
                  <a:srgbClr val="D4FFFF">
                    <a:alpha val="9855"/>
                  </a:srgbClr>
                </a:gs>
                <a:gs pos="71429">
                  <a:srgbClr val="D4FFFF">
                    <a:alpha val="4740"/>
                  </a:srgbClr>
                </a:gs>
                <a:gs pos="85714">
                  <a:srgbClr val="D4FFFF">
                    <a:alpha val="1902"/>
                  </a:srgbClr>
                </a:gs>
                <a:gs pos="100000">
                  <a:srgbClr val="D4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3" name="Splat 1533"/>
            <p:cNvSpPr>
              <a:spLocks noGrp="1"/>
            </p:cNvSpPr>
            <p:nvPr/>
          </p:nvSpPr>
          <p:spPr>
            <a:xfrm rot="10510759">
              <a:off x="941928" y="1751096"/>
              <a:ext cx="139344" cy="63338"/>
            </a:xfrm>
            <a:prstGeom prst="ellipse">
              <a:avLst/>
            </a:prstGeom>
            <a:gradFill>
              <a:gsLst>
                <a:gs pos="0">
                  <a:srgbClr val="FFFFC7">
                    <a:alpha val="32968"/>
                  </a:srgbClr>
                </a:gs>
                <a:gs pos="14286">
                  <a:srgbClr val="FFFFC7">
                    <a:alpha val="30764"/>
                  </a:srgbClr>
                </a:gs>
                <a:gs pos="28571">
                  <a:srgbClr val="FFFFC7">
                    <a:alpha val="24833"/>
                  </a:srgbClr>
                </a:gs>
                <a:gs pos="42857">
                  <a:srgbClr val="FFFFC7">
                    <a:alpha val="17075"/>
                  </a:srgbClr>
                </a:gs>
                <a:gs pos="57143">
                  <a:srgbClr val="FFFFC7">
                    <a:alpha val="9855"/>
                  </a:srgbClr>
                </a:gs>
                <a:gs pos="71429">
                  <a:srgbClr val="FFFFC7">
                    <a:alpha val="4740"/>
                  </a:srgbClr>
                </a:gs>
                <a:gs pos="85714">
                  <a:srgbClr val="FFFFC7">
                    <a:alpha val="1902"/>
                  </a:srgbClr>
                </a:gs>
                <a:gs pos="100000">
                  <a:srgbClr val="FFFFC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4" name="Splat 1534"/>
            <p:cNvSpPr>
              <a:spLocks noGrp="1"/>
            </p:cNvSpPr>
            <p:nvPr/>
          </p:nvSpPr>
          <p:spPr>
            <a:xfrm rot="10053311">
              <a:off x="1916189" y="1808251"/>
              <a:ext cx="312921" cy="65192"/>
            </a:xfrm>
            <a:prstGeom prst="ellipse">
              <a:avLst/>
            </a:prstGeom>
            <a:gradFill>
              <a:gsLst>
                <a:gs pos="0">
                  <a:srgbClr val="00FFFF">
                    <a:alpha val="32968"/>
                  </a:srgbClr>
                </a:gs>
                <a:gs pos="14286">
                  <a:srgbClr val="00FFFF">
                    <a:alpha val="30764"/>
                  </a:srgbClr>
                </a:gs>
                <a:gs pos="28571">
                  <a:srgbClr val="00FFFF">
                    <a:alpha val="24833"/>
                  </a:srgbClr>
                </a:gs>
                <a:gs pos="42857">
                  <a:srgbClr val="00FFFF">
                    <a:alpha val="17075"/>
                  </a:srgbClr>
                </a:gs>
                <a:gs pos="57143">
                  <a:srgbClr val="00FFFF">
                    <a:alpha val="9855"/>
                  </a:srgbClr>
                </a:gs>
                <a:gs pos="71429">
                  <a:srgbClr val="00FFFF">
                    <a:alpha val="4740"/>
                  </a:srgbClr>
                </a:gs>
                <a:gs pos="85714">
                  <a:srgbClr val="00FFFF">
                    <a:alpha val="1902"/>
                  </a:srgbClr>
                </a:gs>
                <a:gs pos="100000">
                  <a:srgbClr val="0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5" name="Splat 1535"/>
            <p:cNvSpPr>
              <a:spLocks noGrp="1"/>
            </p:cNvSpPr>
            <p:nvPr/>
          </p:nvSpPr>
          <p:spPr>
            <a:xfrm rot="-9602982">
              <a:off x="3044727" y="1198548"/>
              <a:ext cx="138880" cy="63127"/>
            </a:xfrm>
            <a:prstGeom prst="ellipse">
              <a:avLst/>
            </a:prstGeom>
            <a:gradFill>
              <a:gsLst>
                <a:gs pos="0">
                  <a:srgbClr val="1E3800">
                    <a:alpha val="32968"/>
                  </a:srgbClr>
                </a:gs>
                <a:gs pos="14286">
                  <a:srgbClr val="1E3800">
                    <a:alpha val="30764"/>
                  </a:srgbClr>
                </a:gs>
                <a:gs pos="28571">
                  <a:srgbClr val="1E3800">
                    <a:alpha val="24833"/>
                  </a:srgbClr>
                </a:gs>
                <a:gs pos="42857">
                  <a:srgbClr val="1E3800">
                    <a:alpha val="17075"/>
                  </a:srgbClr>
                </a:gs>
                <a:gs pos="57143">
                  <a:srgbClr val="1E3800">
                    <a:alpha val="9855"/>
                  </a:srgbClr>
                </a:gs>
                <a:gs pos="71429">
                  <a:srgbClr val="1E3800">
                    <a:alpha val="4740"/>
                  </a:srgbClr>
                </a:gs>
                <a:gs pos="85714">
                  <a:srgbClr val="1E3800">
                    <a:alpha val="1902"/>
                  </a:srgbClr>
                </a:gs>
                <a:gs pos="100000">
                  <a:srgbClr val="1E3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6" name="Splat 1536"/>
            <p:cNvSpPr>
              <a:spLocks noGrp="1"/>
            </p:cNvSpPr>
            <p:nvPr/>
          </p:nvSpPr>
          <p:spPr>
            <a:xfrm rot="-10711424">
              <a:off x="2138966" y="1256045"/>
              <a:ext cx="138668" cy="6303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7" name="Splat 1537"/>
            <p:cNvSpPr>
              <a:spLocks noGrp="1"/>
            </p:cNvSpPr>
            <p:nvPr/>
          </p:nvSpPr>
          <p:spPr>
            <a:xfrm rot="10546037">
              <a:off x="2146904" y="1912897"/>
              <a:ext cx="68461" cy="18888"/>
            </a:xfrm>
            <a:prstGeom prst="ellipse">
              <a:avLst/>
            </a:prstGeom>
            <a:gradFill>
              <a:gsLst>
                <a:gs pos="0">
                  <a:srgbClr val="484961">
                    <a:alpha val="15540"/>
                  </a:srgbClr>
                </a:gs>
                <a:gs pos="14286">
                  <a:srgbClr val="484961">
                    <a:alpha val="14378"/>
                  </a:srgbClr>
                </a:gs>
                <a:gs pos="28571">
                  <a:srgbClr val="484961">
                    <a:alpha val="11355"/>
                  </a:srgbClr>
                </a:gs>
                <a:gs pos="42857">
                  <a:srgbClr val="484961">
                    <a:alpha val="7601"/>
                  </a:srgbClr>
                </a:gs>
                <a:gs pos="57143">
                  <a:srgbClr val="484961">
                    <a:alpha val="4286"/>
                  </a:srgbClr>
                </a:gs>
                <a:gs pos="71429">
                  <a:srgbClr val="484961">
                    <a:alpha val="2030"/>
                  </a:srgbClr>
                </a:gs>
                <a:gs pos="85714">
                  <a:srgbClr val="484961">
                    <a:alpha val="808"/>
                  </a:srgbClr>
                </a:gs>
                <a:gs pos="100000">
                  <a:srgbClr val="484961">
                    <a:alpha val="2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8" name="Splat 1538"/>
            <p:cNvSpPr>
              <a:spLocks noGrp="1"/>
            </p:cNvSpPr>
            <p:nvPr/>
          </p:nvSpPr>
          <p:spPr>
            <a:xfrm rot="-10556605">
              <a:off x="1046461" y="1539637"/>
              <a:ext cx="138473" cy="62942"/>
            </a:xfrm>
            <a:prstGeom prst="ellipse">
              <a:avLst/>
            </a:prstGeom>
            <a:gradFill>
              <a:gsLst>
                <a:gs pos="0">
                  <a:srgbClr val="00FFEB">
                    <a:alpha val="32968"/>
                  </a:srgbClr>
                </a:gs>
                <a:gs pos="14286">
                  <a:srgbClr val="00FFEB">
                    <a:alpha val="30764"/>
                  </a:srgbClr>
                </a:gs>
                <a:gs pos="28571">
                  <a:srgbClr val="00FFEB">
                    <a:alpha val="24833"/>
                  </a:srgbClr>
                </a:gs>
                <a:gs pos="42857">
                  <a:srgbClr val="00FFEB">
                    <a:alpha val="17075"/>
                  </a:srgbClr>
                </a:gs>
                <a:gs pos="57143">
                  <a:srgbClr val="00FFEB">
                    <a:alpha val="9855"/>
                  </a:srgbClr>
                </a:gs>
                <a:gs pos="71429">
                  <a:srgbClr val="00FFEB">
                    <a:alpha val="4740"/>
                  </a:srgbClr>
                </a:gs>
                <a:gs pos="85714">
                  <a:srgbClr val="00FFEB">
                    <a:alpha val="1902"/>
                  </a:srgbClr>
                </a:gs>
                <a:gs pos="100000">
                  <a:srgbClr val="00FF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9" name="Splat 1539"/>
            <p:cNvSpPr>
              <a:spLocks noGrp="1"/>
            </p:cNvSpPr>
            <p:nvPr/>
          </p:nvSpPr>
          <p:spPr>
            <a:xfrm rot="6529217">
              <a:off x="1530923" y="1590227"/>
              <a:ext cx="138264" cy="62847"/>
            </a:xfrm>
            <a:prstGeom prst="ellipse">
              <a:avLst/>
            </a:prstGeom>
            <a:gradFill>
              <a:gsLst>
                <a:gs pos="0">
                  <a:srgbClr val="8D0000">
                    <a:alpha val="32968"/>
                  </a:srgbClr>
                </a:gs>
                <a:gs pos="14286">
                  <a:srgbClr val="8D0000">
                    <a:alpha val="30764"/>
                  </a:srgbClr>
                </a:gs>
                <a:gs pos="28571">
                  <a:srgbClr val="8D0000">
                    <a:alpha val="24833"/>
                  </a:srgbClr>
                </a:gs>
                <a:gs pos="42857">
                  <a:srgbClr val="8D0000">
                    <a:alpha val="17075"/>
                  </a:srgbClr>
                </a:gs>
                <a:gs pos="57143">
                  <a:srgbClr val="8D0000">
                    <a:alpha val="9855"/>
                  </a:srgbClr>
                </a:gs>
                <a:gs pos="71429">
                  <a:srgbClr val="8D0000">
                    <a:alpha val="4740"/>
                  </a:srgbClr>
                </a:gs>
                <a:gs pos="85714">
                  <a:srgbClr val="8D0000">
                    <a:alpha val="1902"/>
                  </a:srgbClr>
                </a:gs>
                <a:gs pos="100000">
                  <a:srgbClr val="8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0" name="Splat 1540"/>
            <p:cNvSpPr>
              <a:spLocks noGrp="1"/>
            </p:cNvSpPr>
            <p:nvPr/>
          </p:nvSpPr>
          <p:spPr>
            <a:xfrm rot="-10762073">
              <a:off x="2628210" y="2081202"/>
              <a:ext cx="322397" cy="67166"/>
            </a:xfrm>
            <a:prstGeom prst="ellipse">
              <a:avLst/>
            </a:prstGeom>
            <a:gradFill>
              <a:gsLst>
                <a:gs pos="0">
                  <a:srgbClr val="F4FFE5">
                    <a:alpha val="18805"/>
                  </a:srgbClr>
                </a:gs>
                <a:gs pos="14286">
                  <a:srgbClr val="F4FFE5">
                    <a:alpha val="17425"/>
                  </a:srgbClr>
                </a:gs>
                <a:gs pos="28571">
                  <a:srgbClr val="F4FFE5">
                    <a:alpha val="13814"/>
                  </a:srgbClr>
                </a:gs>
                <a:gs pos="42857">
                  <a:srgbClr val="F4FFE5">
                    <a:alpha val="9291"/>
                  </a:srgbClr>
                </a:gs>
                <a:gs pos="57143">
                  <a:srgbClr val="F4FFE5">
                    <a:alpha val="5260"/>
                  </a:srgbClr>
                </a:gs>
                <a:gs pos="71429">
                  <a:srgbClr val="F4FFE5">
                    <a:alpha val="2497"/>
                  </a:srgbClr>
                </a:gs>
                <a:gs pos="85714">
                  <a:srgbClr val="F4FFE5">
                    <a:alpha val="995"/>
                  </a:srgbClr>
                </a:gs>
                <a:gs pos="100000">
                  <a:srgbClr val="F4FFE5">
                    <a:alpha val="3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1" name="Splat 1541"/>
            <p:cNvSpPr>
              <a:spLocks noGrp="1"/>
            </p:cNvSpPr>
            <p:nvPr/>
          </p:nvSpPr>
          <p:spPr>
            <a:xfrm rot="3294587">
              <a:off x="1392385" y="1107581"/>
              <a:ext cx="68461" cy="18733"/>
            </a:xfrm>
            <a:prstGeom prst="ellipse">
              <a:avLst/>
            </a:prstGeom>
            <a:gradFill>
              <a:gsLst>
                <a:gs pos="0">
                  <a:srgbClr val="6D0000">
                    <a:alpha val="15656"/>
                  </a:srgbClr>
                </a:gs>
                <a:gs pos="14286">
                  <a:srgbClr val="6D0000">
                    <a:alpha val="14486"/>
                  </a:srgbClr>
                </a:gs>
                <a:gs pos="28571">
                  <a:srgbClr val="6D0000">
                    <a:alpha val="11442"/>
                  </a:srgbClr>
                </a:gs>
                <a:gs pos="42857">
                  <a:srgbClr val="6D0000">
                    <a:alpha val="7661"/>
                  </a:srgbClr>
                </a:gs>
                <a:gs pos="57143">
                  <a:srgbClr val="6D0000">
                    <a:alpha val="4320"/>
                  </a:srgbClr>
                </a:gs>
                <a:gs pos="71429">
                  <a:srgbClr val="6D0000">
                    <a:alpha val="2046"/>
                  </a:srgbClr>
                </a:gs>
                <a:gs pos="85714">
                  <a:srgbClr val="6D0000">
                    <a:alpha val="814"/>
                  </a:srgbClr>
                </a:gs>
                <a:gs pos="100000">
                  <a:srgbClr val="6D0000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2" name="Splat 1542"/>
            <p:cNvSpPr>
              <a:spLocks noGrp="1"/>
            </p:cNvSpPr>
            <p:nvPr/>
          </p:nvSpPr>
          <p:spPr>
            <a:xfrm rot="-10359776">
              <a:off x="1255968" y="2052596"/>
              <a:ext cx="137757" cy="6261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3" name="Splat 1543"/>
            <p:cNvSpPr>
              <a:spLocks noGrp="1"/>
            </p:cNvSpPr>
            <p:nvPr/>
          </p:nvSpPr>
          <p:spPr>
            <a:xfrm rot="-9603986">
              <a:off x="2997416" y="894226"/>
              <a:ext cx="137587" cy="62540"/>
            </a:xfrm>
            <a:prstGeom prst="ellipse">
              <a:avLst/>
            </a:prstGeom>
            <a:gradFill>
              <a:gsLst>
                <a:gs pos="0">
                  <a:srgbClr val="FFFFE5">
                    <a:alpha val="32968"/>
                  </a:srgbClr>
                </a:gs>
                <a:gs pos="14286">
                  <a:srgbClr val="FFFFE5">
                    <a:alpha val="30764"/>
                  </a:srgbClr>
                </a:gs>
                <a:gs pos="28571">
                  <a:srgbClr val="FFFFE5">
                    <a:alpha val="24833"/>
                  </a:srgbClr>
                </a:gs>
                <a:gs pos="42857">
                  <a:srgbClr val="FFFFE5">
                    <a:alpha val="17075"/>
                  </a:srgbClr>
                </a:gs>
                <a:gs pos="57143">
                  <a:srgbClr val="FFFFE5">
                    <a:alpha val="9855"/>
                  </a:srgbClr>
                </a:gs>
                <a:gs pos="71429">
                  <a:srgbClr val="FFFFE5">
                    <a:alpha val="4740"/>
                  </a:srgbClr>
                </a:gs>
                <a:gs pos="85714">
                  <a:srgbClr val="FFFFE5">
                    <a:alpha val="1902"/>
                  </a:srgbClr>
                </a:gs>
                <a:gs pos="100000">
                  <a:srgbClr val="FFFFE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4" name="Splat 1544"/>
            <p:cNvSpPr>
              <a:spLocks noGrp="1"/>
            </p:cNvSpPr>
            <p:nvPr/>
          </p:nvSpPr>
          <p:spPr>
            <a:xfrm rot="6448068">
              <a:off x="1930309" y="2826015"/>
              <a:ext cx="68461" cy="18913"/>
            </a:xfrm>
            <a:prstGeom prst="ellipse">
              <a:avLst/>
            </a:prstGeom>
            <a:gradFill>
              <a:gsLst>
                <a:gs pos="0">
                  <a:srgbClr val="67416D">
                    <a:alpha val="15521"/>
                  </a:srgbClr>
                </a:gs>
                <a:gs pos="14286">
                  <a:srgbClr val="67416D">
                    <a:alpha val="14361"/>
                  </a:srgbClr>
                </a:gs>
                <a:gs pos="28571">
                  <a:srgbClr val="67416D">
                    <a:alpha val="11341"/>
                  </a:srgbClr>
                </a:gs>
                <a:gs pos="42857">
                  <a:srgbClr val="67416D">
                    <a:alpha val="7592"/>
                  </a:srgbClr>
                </a:gs>
                <a:gs pos="57143">
                  <a:srgbClr val="67416D">
                    <a:alpha val="4280"/>
                  </a:srgbClr>
                </a:gs>
                <a:gs pos="71429">
                  <a:srgbClr val="67416D">
                    <a:alpha val="2027"/>
                  </a:srgbClr>
                </a:gs>
                <a:gs pos="85714">
                  <a:srgbClr val="67416D">
                    <a:alpha val="806"/>
                  </a:srgbClr>
                </a:gs>
                <a:gs pos="100000">
                  <a:srgbClr val="67416D">
                    <a:alpha val="2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5" name="Splat 1545"/>
            <p:cNvSpPr>
              <a:spLocks noGrp="1"/>
            </p:cNvSpPr>
            <p:nvPr/>
          </p:nvSpPr>
          <p:spPr>
            <a:xfrm rot="9636010">
              <a:off x="615768" y="4198669"/>
              <a:ext cx="137293" cy="62406"/>
            </a:xfrm>
            <a:prstGeom prst="ellipse">
              <a:avLst/>
            </a:prstGeom>
            <a:gradFill>
              <a:gsLst>
                <a:gs pos="0">
                  <a:srgbClr val="FEFFFF">
                    <a:alpha val="32968"/>
                  </a:srgbClr>
                </a:gs>
                <a:gs pos="14286">
                  <a:srgbClr val="FEFFFF">
                    <a:alpha val="30764"/>
                  </a:srgbClr>
                </a:gs>
                <a:gs pos="28571">
                  <a:srgbClr val="FEFFFF">
                    <a:alpha val="24833"/>
                  </a:srgbClr>
                </a:gs>
                <a:gs pos="42857">
                  <a:srgbClr val="FEFFFF">
                    <a:alpha val="17075"/>
                  </a:srgbClr>
                </a:gs>
                <a:gs pos="57143">
                  <a:srgbClr val="FEFFFF">
                    <a:alpha val="9855"/>
                  </a:srgbClr>
                </a:gs>
                <a:gs pos="71429">
                  <a:srgbClr val="FEFFFF">
                    <a:alpha val="4740"/>
                  </a:srgbClr>
                </a:gs>
                <a:gs pos="85714">
                  <a:srgbClr val="FEFFFF">
                    <a:alpha val="1902"/>
                  </a:srgbClr>
                </a:gs>
                <a:gs pos="100000">
                  <a:srgbClr val="F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6" name="Splat 1546"/>
            <p:cNvSpPr>
              <a:spLocks noGrp="1"/>
            </p:cNvSpPr>
            <p:nvPr/>
          </p:nvSpPr>
          <p:spPr>
            <a:xfrm rot="9693665">
              <a:off x="2285202" y="1371041"/>
              <a:ext cx="137285" cy="62402"/>
            </a:xfrm>
            <a:prstGeom prst="ellipse">
              <a:avLst/>
            </a:prstGeom>
            <a:gradFill>
              <a:gsLst>
                <a:gs pos="0">
                  <a:srgbClr val="8182BB">
                    <a:alpha val="32968"/>
                  </a:srgbClr>
                </a:gs>
                <a:gs pos="14286">
                  <a:srgbClr val="8182BB">
                    <a:alpha val="30764"/>
                  </a:srgbClr>
                </a:gs>
                <a:gs pos="28571">
                  <a:srgbClr val="8182BB">
                    <a:alpha val="24833"/>
                  </a:srgbClr>
                </a:gs>
                <a:gs pos="42857">
                  <a:srgbClr val="8182BB">
                    <a:alpha val="17075"/>
                  </a:srgbClr>
                </a:gs>
                <a:gs pos="57143">
                  <a:srgbClr val="8182BB">
                    <a:alpha val="9855"/>
                  </a:srgbClr>
                </a:gs>
                <a:gs pos="71429">
                  <a:srgbClr val="8182BB">
                    <a:alpha val="4740"/>
                  </a:srgbClr>
                </a:gs>
                <a:gs pos="85714">
                  <a:srgbClr val="8182BB">
                    <a:alpha val="1902"/>
                  </a:srgbClr>
                </a:gs>
                <a:gs pos="100000">
                  <a:srgbClr val="8182B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7" name="Splat 1547"/>
            <p:cNvSpPr>
              <a:spLocks noGrp="1"/>
            </p:cNvSpPr>
            <p:nvPr/>
          </p:nvSpPr>
          <p:spPr>
            <a:xfrm rot="8712856">
              <a:off x="2148341" y="3599975"/>
              <a:ext cx="68461" cy="18704"/>
            </a:xfrm>
            <a:prstGeom prst="ellipse">
              <a:avLst/>
            </a:prstGeom>
            <a:gradFill>
              <a:gsLst>
                <a:gs pos="0">
                  <a:srgbClr val="B2A5CE">
                    <a:alpha val="15678"/>
                  </a:srgbClr>
                </a:gs>
                <a:gs pos="14286">
                  <a:srgbClr val="B2A5CE">
                    <a:alpha val="14507"/>
                  </a:srgbClr>
                </a:gs>
                <a:gs pos="28571">
                  <a:srgbClr val="B2A5CE">
                    <a:alpha val="11458"/>
                  </a:srgbClr>
                </a:gs>
                <a:gs pos="42857">
                  <a:srgbClr val="B2A5CE">
                    <a:alpha val="7672"/>
                  </a:srgbClr>
                </a:gs>
                <a:gs pos="57143">
                  <a:srgbClr val="B2A5CE">
                    <a:alpha val="4327"/>
                  </a:srgbClr>
                </a:gs>
                <a:gs pos="71429">
                  <a:srgbClr val="B2A5CE">
                    <a:alpha val="2049"/>
                  </a:srgbClr>
                </a:gs>
                <a:gs pos="85714">
                  <a:srgbClr val="B2A5CE">
                    <a:alpha val="815"/>
                  </a:srgbClr>
                </a:gs>
                <a:gs pos="100000">
                  <a:srgbClr val="B2A5CE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8" name="Splat 1548"/>
            <p:cNvSpPr>
              <a:spLocks noGrp="1"/>
            </p:cNvSpPr>
            <p:nvPr/>
          </p:nvSpPr>
          <p:spPr>
            <a:xfrm rot="9702971">
              <a:off x="-21025" y="4358583"/>
              <a:ext cx="136765" cy="62166"/>
            </a:xfrm>
            <a:prstGeom prst="ellipse">
              <a:avLst/>
            </a:prstGeom>
            <a:gradFill>
              <a:gsLst>
                <a:gs pos="0">
                  <a:srgbClr val="FFC200">
                    <a:alpha val="32968"/>
                  </a:srgbClr>
                </a:gs>
                <a:gs pos="14286">
                  <a:srgbClr val="FFC200">
                    <a:alpha val="30764"/>
                  </a:srgbClr>
                </a:gs>
                <a:gs pos="28571">
                  <a:srgbClr val="FFC200">
                    <a:alpha val="24833"/>
                  </a:srgbClr>
                </a:gs>
                <a:gs pos="42857">
                  <a:srgbClr val="FFC200">
                    <a:alpha val="17075"/>
                  </a:srgbClr>
                </a:gs>
                <a:gs pos="57143">
                  <a:srgbClr val="FFC200">
                    <a:alpha val="9855"/>
                  </a:srgbClr>
                </a:gs>
                <a:gs pos="71429">
                  <a:srgbClr val="FFC200">
                    <a:alpha val="4740"/>
                  </a:srgbClr>
                </a:gs>
                <a:gs pos="85714">
                  <a:srgbClr val="FFC200">
                    <a:alpha val="1902"/>
                  </a:srgbClr>
                </a:gs>
                <a:gs pos="100000">
                  <a:srgbClr val="FFC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9" name="Splat 1549"/>
            <p:cNvSpPr>
              <a:spLocks noGrp="1"/>
            </p:cNvSpPr>
            <p:nvPr/>
          </p:nvSpPr>
          <p:spPr>
            <a:xfrm rot="6575724">
              <a:off x="2008358" y="710308"/>
              <a:ext cx="136765" cy="62166"/>
            </a:xfrm>
            <a:prstGeom prst="ellipse">
              <a:avLst/>
            </a:prstGeom>
            <a:gradFill>
              <a:gsLst>
                <a:gs pos="0">
                  <a:srgbClr val="000059">
                    <a:alpha val="32968"/>
                  </a:srgbClr>
                </a:gs>
                <a:gs pos="14286">
                  <a:srgbClr val="000059">
                    <a:alpha val="30764"/>
                  </a:srgbClr>
                </a:gs>
                <a:gs pos="28571">
                  <a:srgbClr val="000059">
                    <a:alpha val="24833"/>
                  </a:srgbClr>
                </a:gs>
                <a:gs pos="42857">
                  <a:srgbClr val="000059">
                    <a:alpha val="17075"/>
                  </a:srgbClr>
                </a:gs>
                <a:gs pos="57143">
                  <a:srgbClr val="000059">
                    <a:alpha val="9855"/>
                  </a:srgbClr>
                </a:gs>
                <a:gs pos="71429">
                  <a:srgbClr val="000059">
                    <a:alpha val="4740"/>
                  </a:srgbClr>
                </a:gs>
                <a:gs pos="85714">
                  <a:srgbClr val="000059">
                    <a:alpha val="1902"/>
                  </a:srgbClr>
                </a:gs>
                <a:gs pos="100000">
                  <a:srgbClr val="00005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0" name="Splat 1550"/>
            <p:cNvSpPr>
              <a:spLocks noGrp="1"/>
            </p:cNvSpPr>
            <p:nvPr/>
          </p:nvSpPr>
          <p:spPr>
            <a:xfrm rot="-10783559">
              <a:off x="1584901" y="2095309"/>
              <a:ext cx="202979" cy="89161"/>
            </a:xfrm>
            <a:prstGeom prst="ellipse">
              <a:avLst/>
            </a:prstGeom>
            <a:gradFill>
              <a:gsLst>
                <a:gs pos="0">
                  <a:srgbClr val="FFFFF9">
                    <a:alpha val="32968"/>
                  </a:srgbClr>
                </a:gs>
                <a:gs pos="14286">
                  <a:srgbClr val="FFFFF9">
                    <a:alpha val="30764"/>
                  </a:srgbClr>
                </a:gs>
                <a:gs pos="28571">
                  <a:srgbClr val="FFFFF9">
                    <a:alpha val="24833"/>
                  </a:srgbClr>
                </a:gs>
                <a:gs pos="42857">
                  <a:srgbClr val="FFFFF9">
                    <a:alpha val="17075"/>
                  </a:srgbClr>
                </a:gs>
                <a:gs pos="57143">
                  <a:srgbClr val="FFFFF9">
                    <a:alpha val="9855"/>
                  </a:srgbClr>
                </a:gs>
                <a:gs pos="71429">
                  <a:srgbClr val="FFFFF9">
                    <a:alpha val="4740"/>
                  </a:srgbClr>
                </a:gs>
                <a:gs pos="85714">
                  <a:srgbClr val="FFFFF9">
                    <a:alpha val="1902"/>
                  </a:srgbClr>
                </a:gs>
                <a:gs pos="100000">
                  <a:srgbClr val="FFFF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1" name="Splat 1551"/>
            <p:cNvSpPr>
              <a:spLocks noGrp="1"/>
            </p:cNvSpPr>
            <p:nvPr/>
          </p:nvSpPr>
          <p:spPr>
            <a:xfrm rot="8902615">
              <a:off x="1044833" y="1950896"/>
              <a:ext cx="68461" cy="18826"/>
            </a:xfrm>
            <a:prstGeom prst="ellipse">
              <a:avLst/>
            </a:prstGeom>
            <a:gradFill>
              <a:gsLst>
                <a:gs pos="0">
                  <a:srgbClr val="EFDB52">
                    <a:alpha val="15587"/>
                  </a:srgbClr>
                </a:gs>
                <a:gs pos="14286">
                  <a:srgbClr val="EFDB52">
                    <a:alpha val="14422"/>
                  </a:srgbClr>
                </a:gs>
                <a:gs pos="28571">
                  <a:srgbClr val="EFDB52">
                    <a:alpha val="11390"/>
                  </a:srgbClr>
                </a:gs>
                <a:gs pos="42857">
                  <a:srgbClr val="EFDB52">
                    <a:alpha val="7625"/>
                  </a:srgbClr>
                </a:gs>
                <a:gs pos="57143">
                  <a:srgbClr val="EFDB52">
                    <a:alpha val="4300"/>
                  </a:srgbClr>
                </a:gs>
                <a:gs pos="71429">
                  <a:srgbClr val="EFDB52">
                    <a:alpha val="2036"/>
                  </a:srgbClr>
                </a:gs>
                <a:gs pos="85714">
                  <a:srgbClr val="EFDB52">
                    <a:alpha val="810"/>
                  </a:srgbClr>
                </a:gs>
                <a:gs pos="100000">
                  <a:srgbClr val="EFDB52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2" name="Splat 1552"/>
            <p:cNvSpPr>
              <a:spLocks noGrp="1"/>
            </p:cNvSpPr>
            <p:nvPr/>
          </p:nvSpPr>
          <p:spPr>
            <a:xfrm rot="9286472">
              <a:off x="1622369" y="736737"/>
              <a:ext cx="68461" cy="18309"/>
            </a:xfrm>
            <a:prstGeom prst="ellipse">
              <a:avLst/>
            </a:prstGeom>
            <a:gradFill>
              <a:gsLst>
                <a:gs pos="0">
                  <a:srgbClr val="96E8FF">
                    <a:alpha val="15972"/>
                  </a:srgbClr>
                </a:gs>
                <a:gs pos="14286">
                  <a:srgbClr val="96E8FF">
                    <a:alpha val="14781"/>
                  </a:srgbClr>
                </a:gs>
                <a:gs pos="28571">
                  <a:srgbClr val="96E8FF">
                    <a:alpha val="11679"/>
                  </a:srgbClr>
                </a:gs>
                <a:gs pos="42857">
                  <a:srgbClr val="96E8FF">
                    <a:alpha val="7823"/>
                  </a:srgbClr>
                </a:gs>
                <a:gs pos="57143">
                  <a:srgbClr val="96E8FF">
                    <a:alpha val="4413"/>
                  </a:srgbClr>
                </a:gs>
                <a:gs pos="71429">
                  <a:srgbClr val="96E8FF">
                    <a:alpha val="2091"/>
                  </a:srgbClr>
                </a:gs>
                <a:gs pos="85714">
                  <a:srgbClr val="96E8FF">
                    <a:alpha val="832"/>
                  </a:srgbClr>
                </a:gs>
                <a:gs pos="100000">
                  <a:srgbClr val="96E8FF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3" name="Splat 1553"/>
            <p:cNvSpPr>
              <a:spLocks noGrp="1"/>
            </p:cNvSpPr>
            <p:nvPr/>
          </p:nvSpPr>
          <p:spPr>
            <a:xfrm rot="-10316416">
              <a:off x="1882514" y="1254352"/>
              <a:ext cx="136123" cy="61874"/>
            </a:xfrm>
            <a:prstGeom prst="ellipse">
              <a:avLst/>
            </a:prstGeom>
            <a:gradFill>
              <a:gsLst>
                <a:gs pos="0">
                  <a:srgbClr val="DB0000">
                    <a:alpha val="12660"/>
                  </a:srgbClr>
                </a:gs>
                <a:gs pos="14286">
                  <a:srgbClr val="DB0000">
                    <a:alpha val="11698"/>
                  </a:srgbClr>
                </a:gs>
                <a:gs pos="28571">
                  <a:srgbClr val="DB0000">
                    <a:alpha val="9208"/>
                  </a:srgbClr>
                </a:gs>
                <a:gs pos="42857">
                  <a:srgbClr val="DB0000">
                    <a:alpha val="6140"/>
                  </a:srgbClr>
                </a:gs>
                <a:gs pos="57143">
                  <a:srgbClr val="DB0000">
                    <a:alpha val="3450"/>
                  </a:srgbClr>
                </a:gs>
                <a:gs pos="71429">
                  <a:srgbClr val="DB0000">
                    <a:alpha val="1630"/>
                  </a:srgbClr>
                </a:gs>
                <a:gs pos="85714">
                  <a:srgbClr val="DB0000">
                    <a:alpha val="648"/>
                  </a:srgbClr>
                </a:gs>
                <a:gs pos="100000">
                  <a:srgbClr val="DB0000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4" name="Splat 1554"/>
            <p:cNvSpPr>
              <a:spLocks noGrp="1"/>
            </p:cNvSpPr>
            <p:nvPr/>
          </p:nvSpPr>
          <p:spPr>
            <a:xfrm rot="3549081">
              <a:off x="2248554" y="502661"/>
              <a:ext cx="136099" cy="6186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5" name="Splat 1555"/>
            <p:cNvSpPr>
              <a:spLocks noGrp="1"/>
            </p:cNvSpPr>
            <p:nvPr/>
          </p:nvSpPr>
          <p:spPr>
            <a:xfrm rot="3209726">
              <a:off x="2702083" y="1779251"/>
              <a:ext cx="68461" cy="18765"/>
            </a:xfrm>
            <a:prstGeom prst="ellipse">
              <a:avLst/>
            </a:prstGeom>
            <a:gradFill>
              <a:gsLst>
                <a:gs pos="0">
                  <a:srgbClr val="583556">
                    <a:alpha val="15632"/>
                  </a:srgbClr>
                </a:gs>
                <a:gs pos="14286">
                  <a:srgbClr val="583556">
                    <a:alpha val="14464"/>
                  </a:srgbClr>
                </a:gs>
                <a:gs pos="28571">
                  <a:srgbClr val="583556">
                    <a:alpha val="11424"/>
                  </a:srgbClr>
                </a:gs>
                <a:gs pos="42857">
                  <a:srgbClr val="583556">
                    <a:alpha val="7648"/>
                  </a:srgbClr>
                </a:gs>
                <a:gs pos="57143">
                  <a:srgbClr val="583556">
                    <a:alpha val="4313"/>
                  </a:srgbClr>
                </a:gs>
                <a:gs pos="71429">
                  <a:srgbClr val="583556">
                    <a:alpha val="2043"/>
                  </a:srgbClr>
                </a:gs>
                <a:gs pos="85714">
                  <a:srgbClr val="583556">
                    <a:alpha val="813"/>
                  </a:srgbClr>
                </a:gs>
                <a:gs pos="100000">
                  <a:srgbClr val="583556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6" name="Splat 1556"/>
            <p:cNvSpPr>
              <a:spLocks noGrp="1"/>
            </p:cNvSpPr>
            <p:nvPr/>
          </p:nvSpPr>
          <p:spPr>
            <a:xfrm rot="9825469">
              <a:off x="2949680" y="1129843"/>
              <a:ext cx="135920" cy="61782"/>
            </a:xfrm>
            <a:prstGeom prst="ellipse">
              <a:avLst/>
            </a:prstGeom>
            <a:gradFill>
              <a:gsLst>
                <a:gs pos="0">
                  <a:srgbClr val="D1630D">
                    <a:alpha val="29250"/>
                  </a:srgbClr>
                </a:gs>
                <a:gs pos="14286">
                  <a:srgbClr val="D1630D">
                    <a:alpha val="27242"/>
                  </a:srgbClr>
                </a:gs>
                <a:gs pos="28571">
                  <a:srgbClr val="D1630D">
                    <a:alpha val="21881"/>
                  </a:srgbClr>
                </a:gs>
                <a:gs pos="42857">
                  <a:srgbClr val="D1630D">
                    <a:alpha val="14953"/>
                  </a:srgbClr>
                </a:gs>
                <a:gs pos="57143">
                  <a:srgbClr val="D1630D">
                    <a:alpha val="8584"/>
                  </a:srgbClr>
                </a:gs>
                <a:gs pos="71429">
                  <a:srgbClr val="D1630D">
                    <a:alpha val="4114"/>
                  </a:srgbClr>
                </a:gs>
                <a:gs pos="85714">
                  <a:srgbClr val="D1630D">
                    <a:alpha val="1648"/>
                  </a:srgbClr>
                </a:gs>
                <a:gs pos="100000">
                  <a:srgbClr val="D1630D">
                    <a:alpha val="5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7" name="Splat 1557"/>
            <p:cNvSpPr>
              <a:spLocks noGrp="1"/>
            </p:cNvSpPr>
            <p:nvPr/>
          </p:nvSpPr>
          <p:spPr>
            <a:xfrm rot="9807904">
              <a:off x="1791447" y="1987112"/>
              <a:ext cx="135846" cy="61748"/>
            </a:xfrm>
            <a:prstGeom prst="ellipse">
              <a:avLst/>
            </a:prstGeom>
            <a:gradFill>
              <a:gsLst>
                <a:gs pos="0">
                  <a:srgbClr val="00D1F9">
                    <a:alpha val="32968"/>
                  </a:srgbClr>
                </a:gs>
                <a:gs pos="14286">
                  <a:srgbClr val="00D1F9">
                    <a:alpha val="30764"/>
                  </a:srgbClr>
                </a:gs>
                <a:gs pos="28571">
                  <a:srgbClr val="00D1F9">
                    <a:alpha val="24833"/>
                  </a:srgbClr>
                </a:gs>
                <a:gs pos="42857">
                  <a:srgbClr val="00D1F9">
                    <a:alpha val="17075"/>
                  </a:srgbClr>
                </a:gs>
                <a:gs pos="57143">
                  <a:srgbClr val="00D1F9">
                    <a:alpha val="9855"/>
                  </a:srgbClr>
                </a:gs>
                <a:gs pos="71429">
                  <a:srgbClr val="00D1F9">
                    <a:alpha val="4740"/>
                  </a:srgbClr>
                </a:gs>
                <a:gs pos="85714">
                  <a:srgbClr val="00D1F9">
                    <a:alpha val="1902"/>
                  </a:srgbClr>
                </a:gs>
                <a:gs pos="100000">
                  <a:srgbClr val="00D1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8" name="Splat 1558"/>
            <p:cNvSpPr>
              <a:spLocks noGrp="1"/>
            </p:cNvSpPr>
            <p:nvPr/>
          </p:nvSpPr>
          <p:spPr>
            <a:xfrm rot="6213974">
              <a:off x="2545871" y="1478649"/>
              <a:ext cx="68461" cy="18701"/>
            </a:xfrm>
            <a:prstGeom prst="ellipse">
              <a:avLst/>
            </a:prstGeom>
            <a:gradFill>
              <a:gsLst>
                <a:gs pos="0">
                  <a:srgbClr val="932261">
                    <a:alpha val="15680"/>
                  </a:srgbClr>
                </a:gs>
                <a:gs pos="14286">
                  <a:srgbClr val="932261">
                    <a:alpha val="14509"/>
                  </a:srgbClr>
                </a:gs>
                <a:gs pos="28571">
                  <a:srgbClr val="932261">
                    <a:alpha val="11460"/>
                  </a:srgbClr>
                </a:gs>
                <a:gs pos="42857">
                  <a:srgbClr val="932261">
                    <a:alpha val="7673"/>
                  </a:srgbClr>
                </a:gs>
                <a:gs pos="57143">
                  <a:srgbClr val="932261">
                    <a:alpha val="4327"/>
                  </a:srgbClr>
                </a:gs>
                <a:gs pos="71429">
                  <a:srgbClr val="932261">
                    <a:alpha val="2049"/>
                  </a:srgbClr>
                </a:gs>
                <a:gs pos="85714">
                  <a:srgbClr val="932261">
                    <a:alpha val="815"/>
                  </a:srgbClr>
                </a:gs>
                <a:gs pos="100000">
                  <a:srgbClr val="932261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9" name="Splat 1559"/>
            <p:cNvSpPr>
              <a:spLocks noGrp="1"/>
            </p:cNvSpPr>
            <p:nvPr/>
          </p:nvSpPr>
          <p:spPr>
            <a:xfrm rot="5400000">
              <a:off x="1374060" y="3642323"/>
              <a:ext cx="450805" cy="450805"/>
            </a:xfrm>
            <a:prstGeom prst="ellipse">
              <a:avLst/>
            </a:prstGeom>
            <a:gradFill>
              <a:gsLst>
                <a:gs pos="0">
                  <a:srgbClr val="A95A8B">
                    <a:alpha val="32968"/>
                  </a:srgbClr>
                </a:gs>
                <a:gs pos="14286">
                  <a:srgbClr val="A95A8B">
                    <a:alpha val="30764"/>
                  </a:srgbClr>
                </a:gs>
                <a:gs pos="28571">
                  <a:srgbClr val="A95A8B">
                    <a:alpha val="24833"/>
                  </a:srgbClr>
                </a:gs>
                <a:gs pos="42857">
                  <a:srgbClr val="A95A8B">
                    <a:alpha val="17075"/>
                  </a:srgbClr>
                </a:gs>
                <a:gs pos="57143">
                  <a:srgbClr val="A95A8B">
                    <a:alpha val="9855"/>
                  </a:srgbClr>
                </a:gs>
                <a:gs pos="71429">
                  <a:srgbClr val="A95A8B">
                    <a:alpha val="4740"/>
                  </a:srgbClr>
                </a:gs>
                <a:gs pos="85714">
                  <a:srgbClr val="A95A8B">
                    <a:alpha val="1902"/>
                  </a:srgbClr>
                </a:gs>
                <a:gs pos="100000">
                  <a:srgbClr val="A95A8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0" name="Splat 1560"/>
            <p:cNvSpPr>
              <a:spLocks noGrp="1"/>
            </p:cNvSpPr>
            <p:nvPr/>
          </p:nvSpPr>
          <p:spPr>
            <a:xfrm rot="-9921946">
              <a:off x="2395411" y="1407942"/>
              <a:ext cx="68461" cy="18542"/>
            </a:xfrm>
            <a:prstGeom prst="ellipse">
              <a:avLst/>
            </a:prstGeom>
            <a:gradFill>
              <a:gsLst>
                <a:gs pos="0">
                  <a:srgbClr val="89A2C1">
                    <a:alpha val="15798"/>
                  </a:srgbClr>
                </a:gs>
                <a:gs pos="14286">
                  <a:srgbClr val="89A2C1">
                    <a:alpha val="14619"/>
                  </a:srgbClr>
                </a:gs>
                <a:gs pos="28571">
                  <a:srgbClr val="89A2C1">
                    <a:alpha val="11548"/>
                  </a:srgbClr>
                </a:gs>
                <a:gs pos="42857">
                  <a:srgbClr val="89A2C1">
                    <a:alpha val="7734"/>
                  </a:srgbClr>
                </a:gs>
                <a:gs pos="57143">
                  <a:srgbClr val="89A2C1">
                    <a:alpha val="4362"/>
                  </a:srgbClr>
                </a:gs>
                <a:gs pos="71429">
                  <a:srgbClr val="89A2C1">
                    <a:alpha val="2066"/>
                  </a:srgbClr>
                </a:gs>
                <a:gs pos="85714">
                  <a:srgbClr val="89A2C1">
                    <a:alpha val="822"/>
                  </a:srgbClr>
                </a:gs>
                <a:gs pos="100000">
                  <a:srgbClr val="89A2C1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1" name="Splat 1561"/>
            <p:cNvSpPr>
              <a:spLocks noGrp="1"/>
            </p:cNvSpPr>
            <p:nvPr/>
          </p:nvSpPr>
          <p:spPr>
            <a:xfrm rot="9191247">
              <a:off x="1997117" y="3586665"/>
              <a:ext cx="135687" cy="6167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2" name="Splat 1562"/>
            <p:cNvSpPr>
              <a:spLocks noGrp="1"/>
            </p:cNvSpPr>
            <p:nvPr/>
          </p:nvSpPr>
          <p:spPr>
            <a:xfrm rot="10586869">
              <a:off x="1066230" y="1569802"/>
              <a:ext cx="135651" cy="6166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3" name="Splat 1563"/>
            <p:cNvSpPr>
              <a:spLocks noGrp="1"/>
            </p:cNvSpPr>
            <p:nvPr/>
          </p:nvSpPr>
          <p:spPr>
            <a:xfrm rot="4040897">
              <a:off x="2907653" y="1821944"/>
              <a:ext cx="584184" cy="162273"/>
            </a:xfrm>
            <a:prstGeom prst="ellipse">
              <a:avLst/>
            </a:prstGeom>
            <a:gradFill>
              <a:gsLst>
                <a:gs pos="0">
                  <a:srgbClr val="00C5EE">
                    <a:alpha val="21194"/>
                  </a:srgbClr>
                </a:gs>
                <a:gs pos="14286">
                  <a:srgbClr val="00C5EE">
                    <a:alpha val="19661"/>
                  </a:srgbClr>
                </a:gs>
                <a:gs pos="28571">
                  <a:srgbClr val="00C5EE">
                    <a:alpha val="15631"/>
                  </a:srgbClr>
                </a:gs>
                <a:gs pos="42857">
                  <a:srgbClr val="00C5EE">
                    <a:alpha val="10550"/>
                  </a:srgbClr>
                </a:gs>
                <a:gs pos="57143">
                  <a:srgbClr val="00C5EE">
                    <a:alpha val="5991"/>
                  </a:srgbClr>
                </a:gs>
                <a:gs pos="71429">
                  <a:srgbClr val="00C5EE">
                    <a:alpha val="2850"/>
                  </a:srgbClr>
                </a:gs>
                <a:gs pos="85714">
                  <a:srgbClr val="00C5EE">
                    <a:alpha val="1137"/>
                  </a:srgbClr>
                </a:gs>
                <a:gs pos="100000">
                  <a:srgbClr val="00C5EE">
                    <a:alpha val="3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4" name="Splat 1564"/>
            <p:cNvSpPr>
              <a:spLocks noGrp="1"/>
            </p:cNvSpPr>
            <p:nvPr/>
          </p:nvSpPr>
          <p:spPr>
            <a:xfrm rot="-9285434">
              <a:off x="1738068" y="1550268"/>
              <a:ext cx="421949" cy="11720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5" name="Splat 1565"/>
            <p:cNvSpPr>
              <a:spLocks noGrp="1"/>
            </p:cNvSpPr>
            <p:nvPr/>
          </p:nvSpPr>
          <p:spPr>
            <a:xfrm rot="10117769">
              <a:off x="2660907" y="776396"/>
              <a:ext cx="328612" cy="91281"/>
            </a:xfrm>
            <a:prstGeom prst="ellipse">
              <a:avLst/>
            </a:prstGeom>
            <a:gradFill>
              <a:gsLst>
                <a:gs pos="0">
                  <a:srgbClr val="8D71FF">
                    <a:alpha val="32968"/>
                  </a:srgbClr>
                </a:gs>
                <a:gs pos="14286">
                  <a:srgbClr val="8D71FF">
                    <a:alpha val="30764"/>
                  </a:srgbClr>
                </a:gs>
                <a:gs pos="28571">
                  <a:srgbClr val="8D71FF">
                    <a:alpha val="24833"/>
                  </a:srgbClr>
                </a:gs>
                <a:gs pos="42857">
                  <a:srgbClr val="8D71FF">
                    <a:alpha val="17075"/>
                  </a:srgbClr>
                </a:gs>
                <a:gs pos="57143">
                  <a:srgbClr val="8D71FF">
                    <a:alpha val="9855"/>
                  </a:srgbClr>
                </a:gs>
                <a:gs pos="71429">
                  <a:srgbClr val="8D71FF">
                    <a:alpha val="4740"/>
                  </a:srgbClr>
                </a:gs>
                <a:gs pos="85714">
                  <a:srgbClr val="8D71FF">
                    <a:alpha val="1902"/>
                  </a:srgbClr>
                </a:gs>
                <a:gs pos="100000">
                  <a:srgbClr val="8D7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6" name="Splat 1566"/>
            <p:cNvSpPr>
              <a:spLocks noGrp="1"/>
            </p:cNvSpPr>
            <p:nvPr/>
          </p:nvSpPr>
          <p:spPr>
            <a:xfrm rot="4359617">
              <a:off x="2632813" y="1543181"/>
              <a:ext cx="68461" cy="18610"/>
            </a:xfrm>
            <a:prstGeom prst="ellipse">
              <a:avLst/>
            </a:prstGeom>
            <a:gradFill>
              <a:gsLst>
                <a:gs pos="0">
                  <a:srgbClr val="473650">
                    <a:alpha val="15747"/>
                  </a:srgbClr>
                </a:gs>
                <a:gs pos="14286">
                  <a:srgbClr val="473650">
                    <a:alpha val="14572"/>
                  </a:srgbClr>
                </a:gs>
                <a:gs pos="28571">
                  <a:srgbClr val="473650">
                    <a:alpha val="11510"/>
                  </a:srgbClr>
                </a:gs>
                <a:gs pos="42857">
                  <a:srgbClr val="473650">
                    <a:alpha val="7708"/>
                  </a:srgbClr>
                </a:gs>
                <a:gs pos="57143">
                  <a:srgbClr val="473650">
                    <a:alpha val="4347"/>
                  </a:srgbClr>
                </a:gs>
                <a:gs pos="71429">
                  <a:srgbClr val="473650">
                    <a:alpha val="2059"/>
                  </a:srgbClr>
                </a:gs>
                <a:gs pos="85714">
                  <a:srgbClr val="473650">
                    <a:alpha val="819"/>
                  </a:srgbClr>
                </a:gs>
                <a:gs pos="100000">
                  <a:srgbClr val="473650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7" name="Splat 1567"/>
            <p:cNvSpPr>
              <a:spLocks noGrp="1"/>
            </p:cNvSpPr>
            <p:nvPr/>
          </p:nvSpPr>
          <p:spPr>
            <a:xfrm rot="10247606">
              <a:off x="2047358" y="1378618"/>
              <a:ext cx="134600" cy="61182"/>
            </a:xfrm>
            <a:prstGeom prst="ellipse">
              <a:avLst/>
            </a:prstGeom>
            <a:gradFill>
              <a:gsLst>
                <a:gs pos="0">
                  <a:srgbClr val="F7FFFF">
                    <a:alpha val="32968"/>
                  </a:srgbClr>
                </a:gs>
                <a:gs pos="14286">
                  <a:srgbClr val="F7FFFF">
                    <a:alpha val="30764"/>
                  </a:srgbClr>
                </a:gs>
                <a:gs pos="28571">
                  <a:srgbClr val="F7FFFF">
                    <a:alpha val="24833"/>
                  </a:srgbClr>
                </a:gs>
                <a:gs pos="42857">
                  <a:srgbClr val="F7FFFF">
                    <a:alpha val="17075"/>
                  </a:srgbClr>
                </a:gs>
                <a:gs pos="57143">
                  <a:srgbClr val="F7FFFF">
                    <a:alpha val="9855"/>
                  </a:srgbClr>
                </a:gs>
                <a:gs pos="71429">
                  <a:srgbClr val="F7FFFF">
                    <a:alpha val="4740"/>
                  </a:srgbClr>
                </a:gs>
                <a:gs pos="85714">
                  <a:srgbClr val="F7FFFF">
                    <a:alpha val="1902"/>
                  </a:srgbClr>
                </a:gs>
                <a:gs pos="100000">
                  <a:srgbClr val="F7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8" name="Splat 1568"/>
            <p:cNvSpPr>
              <a:spLocks noGrp="1"/>
            </p:cNvSpPr>
            <p:nvPr/>
          </p:nvSpPr>
          <p:spPr>
            <a:xfrm rot="5048703">
              <a:off x="3468656" y="2658061"/>
              <a:ext cx="134524" cy="6114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9" name="Splat 1569"/>
            <p:cNvSpPr>
              <a:spLocks noGrp="1"/>
            </p:cNvSpPr>
            <p:nvPr/>
          </p:nvSpPr>
          <p:spPr>
            <a:xfrm rot="-10298902">
              <a:off x="2245829" y="2064789"/>
              <a:ext cx="134421" cy="61100"/>
            </a:xfrm>
            <a:prstGeom prst="ellipse">
              <a:avLst/>
            </a:prstGeom>
            <a:gradFill>
              <a:gsLst>
                <a:gs pos="0">
                  <a:srgbClr val="FFE6FF">
                    <a:alpha val="32968"/>
                  </a:srgbClr>
                </a:gs>
                <a:gs pos="14286">
                  <a:srgbClr val="FFE6FF">
                    <a:alpha val="30764"/>
                  </a:srgbClr>
                </a:gs>
                <a:gs pos="28571">
                  <a:srgbClr val="FFE6FF">
                    <a:alpha val="24833"/>
                  </a:srgbClr>
                </a:gs>
                <a:gs pos="42857">
                  <a:srgbClr val="FFE6FF">
                    <a:alpha val="17075"/>
                  </a:srgbClr>
                </a:gs>
                <a:gs pos="57143">
                  <a:srgbClr val="FFE6FF">
                    <a:alpha val="9855"/>
                  </a:srgbClr>
                </a:gs>
                <a:gs pos="71429">
                  <a:srgbClr val="FFE6FF">
                    <a:alpha val="4740"/>
                  </a:srgbClr>
                </a:gs>
                <a:gs pos="85714">
                  <a:srgbClr val="FFE6FF">
                    <a:alpha val="1902"/>
                  </a:srgbClr>
                </a:gs>
                <a:gs pos="100000">
                  <a:srgbClr val="FFE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0" name="Splat 1570"/>
            <p:cNvSpPr>
              <a:spLocks noGrp="1"/>
            </p:cNvSpPr>
            <p:nvPr/>
          </p:nvSpPr>
          <p:spPr>
            <a:xfrm rot="5400000">
              <a:off x="3198413" y="1565990"/>
              <a:ext cx="43442" cy="43442"/>
            </a:xfrm>
            <a:prstGeom prst="ellipse">
              <a:avLst/>
            </a:prstGeom>
            <a:gradFill>
              <a:gsLst>
                <a:gs pos="0">
                  <a:srgbClr val="C7A0C3">
                    <a:alpha val="18171"/>
                  </a:srgbClr>
                </a:gs>
                <a:gs pos="14286">
                  <a:srgbClr val="C7A0C3">
                    <a:alpha val="16832"/>
                  </a:srgbClr>
                </a:gs>
                <a:gs pos="28571">
                  <a:srgbClr val="C7A0C3">
                    <a:alpha val="13334"/>
                  </a:srgbClr>
                </a:gs>
                <a:gs pos="42857">
                  <a:srgbClr val="C7A0C3">
                    <a:alpha val="8960"/>
                  </a:srgbClr>
                </a:gs>
                <a:gs pos="57143">
                  <a:srgbClr val="C7A0C3">
                    <a:alpha val="5068"/>
                  </a:srgbClr>
                </a:gs>
                <a:gs pos="71429">
                  <a:srgbClr val="C7A0C3">
                    <a:alpha val="2405"/>
                  </a:srgbClr>
                </a:gs>
                <a:gs pos="85714">
                  <a:srgbClr val="C7A0C3">
                    <a:alpha val="958"/>
                  </a:srgbClr>
                </a:gs>
                <a:gs pos="100000">
                  <a:srgbClr val="C7A0C3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1" name="Splat 1571"/>
            <p:cNvSpPr>
              <a:spLocks noGrp="1"/>
            </p:cNvSpPr>
            <p:nvPr/>
          </p:nvSpPr>
          <p:spPr>
            <a:xfrm rot="4353758">
              <a:off x="2028559" y="2586882"/>
              <a:ext cx="133834" cy="60834"/>
            </a:xfrm>
            <a:prstGeom prst="ellipse">
              <a:avLst/>
            </a:prstGeom>
            <a:gradFill>
              <a:gsLst>
                <a:gs pos="0">
                  <a:srgbClr val="FF9C00">
                    <a:alpha val="32968"/>
                  </a:srgbClr>
                </a:gs>
                <a:gs pos="14286">
                  <a:srgbClr val="FF9C00">
                    <a:alpha val="30764"/>
                  </a:srgbClr>
                </a:gs>
                <a:gs pos="28571">
                  <a:srgbClr val="FF9C00">
                    <a:alpha val="24833"/>
                  </a:srgbClr>
                </a:gs>
                <a:gs pos="42857">
                  <a:srgbClr val="FF9C00">
                    <a:alpha val="17075"/>
                  </a:srgbClr>
                </a:gs>
                <a:gs pos="57143">
                  <a:srgbClr val="FF9C00">
                    <a:alpha val="9855"/>
                  </a:srgbClr>
                </a:gs>
                <a:gs pos="71429">
                  <a:srgbClr val="FF9C00">
                    <a:alpha val="4740"/>
                  </a:srgbClr>
                </a:gs>
                <a:gs pos="85714">
                  <a:srgbClr val="FF9C00">
                    <a:alpha val="1902"/>
                  </a:srgbClr>
                </a:gs>
                <a:gs pos="100000">
                  <a:srgbClr val="FF9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2" name="Splat 1572"/>
            <p:cNvSpPr>
              <a:spLocks noGrp="1"/>
            </p:cNvSpPr>
            <p:nvPr/>
          </p:nvSpPr>
          <p:spPr>
            <a:xfrm rot="-10723316">
              <a:off x="1782729" y="1386239"/>
              <a:ext cx="133829" cy="608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3" name="Splat 1573"/>
            <p:cNvSpPr>
              <a:spLocks noGrp="1"/>
            </p:cNvSpPr>
            <p:nvPr/>
          </p:nvSpPr>
          <p:spPr>
            <a:xfrm rot="-9846658">
              <a:off x="2736689" y="906137"/>
              <a:ext cx="830870" cy="230797"/>
            </a:xfrm>
            <a:prstGeom prst="ellipse">
              <a:avLst/>
            </a:prstGeom>
            <a:gradFill>
              <a:gsLst>
                <a:gs pos="0">
                  <a:srgbClr val="B80000">
                    <a:alpha val="32968"/>
                  </a:srgbClr>
                </a:gs>
                <a:gs pos="14286">
                  <a:srgbClr val="B80000">
                    <a:alpha val="30764"/>
                  </a:srgbClr>
                </a:gs>
                <a:gs pos="28571">
                  <a:srgbClr val="B80000">
                    <a:alpha val="24833"/>
                  </a:srgbClr>
                </a:gs>
                <a:gs pos="42857">
                  <a:srgbClr val="B80000">
                    <a:alpha val="17075"/>
                  </a:srgbClr>
                </a:gs>
                <a:gs pos="57143">
                  <a:srgbClr val="B80000">
                    <a:alpha val="9855"/>
                  </a:srgbClr>
                </a:gs>
                <a:gs pos="71429">
                  <a:srgbClr val="B80000">
                    <a:alpha val="4740"/>
                  </a:srgbClr>
                </a:gs>
                <a:gs pos="85714">
                  <a:srgbClr val="B80000">
                    <a:alpha val="1902"/>
                  </a:srgbClr>
                </a:gs>
                <a:gs pos="100000">
                  <a:srgbClr val="B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4" name="Splat 1574"/>
            <p:cNvSpPr>
              <a:spLocks noGrp="1"/>
            </p:cNvSpPr>
            <p:nvPr/>
          </p:nvSpPr>
          <p:spPr>
            <a:xfrm rot="10424193">
              <a:off x="1476786" y="1131947"/>
              <a:ext cx="133710" cy="60777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5" name="Splat 1575"/>
            <p:cNvSpPr>
              <a:spLocks noGrp="1"/>
            </p:cNvSpPr>
            <p:nvPr/>
          </p:nvSpPr>
          <p:spPr>
            <a:xfrm rot="-9533707">
              <a:off x="2019688" y="2274231"/>
              <a:ext cx="133490" cy="606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6" name="Splat 1576"/>
            <p:cNvSpPr>
              <a:spLocks noGrp="1"/>
            </p:cNvSpPr>
            <p:nvPr/>
          </p:nvSpPr>
          <p:spPr>
            <a:xfrm rot="4623473">
              <a:off x="3179368" y="1409407"/>
              <a:ext cx="133456" cy="60662"/>
            </a:xfrm>
            <a:prstGeom prst="ellipse">
              <a:avLst/>
            </a:prstGeom>
            <a:gradFill>
              <a:gsLst>
                <a:gs pos="0">
                  <a:srgbClr val="A0C1FF">
                    <a:alpha val="32449"/>
                  </a:srgbClr>
                </a:gs>
                <a:gs pos="14286">
                  <a:srgbClr val="A0C1FF">
                    <a:alpha val="30272"/>
                  </a:srgbClr>
                </a:gs>
                <a:gs pos="28571">
                  <a:srgbClr val="A0C1FF">
                    <a:alpha val="24418"/>
                  </a:srgbClr>
                </a:gs>
                <a:gs pos="42857">
                  <a:srgbClr val="A0C1FF">
                    <a:alpha val="16776"/>
                  </a:srgbClr>
                </a:gs>
                <a:gs pos="57143">
                  <a:srgbClr val="A0C1FF">
                    <a:alpha val="9674"/>
                  </a:srgbClr>
                </a:gs>
                <a:gs pos="71429">
                  <a:srgbClr val="A0C1FF">
                    <a:alpha val="4651"/>
                  </a:srgbClr>
                </a:gs>
                <a:gs pos="85714">
                  <a:srgbClr val="A0C1FF">
                    <a:alpha val="1866"/>
                  </a:srgbClr>
                </a:gs>
                <a:gs pos="100000">
                  <a:srgbClr val="A0C1FF">
                    <a:alpha val="6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7" name="Splat 1577"/>
            <p:cNvSpPr>
              <a:spLocks noGrp="1"/>
            </p:cNvSpPr>
            <p:nvPr/>
          </p:nvSpPr>
          <p:spPr>
            <a:xfrm rot="10593698">
              <a:off x="2687336" y="685287"/>
              <a:ext cx="486044" cy="135012"/>
            </a:xfrm>
            <a:prstGeom prst="ellipse">
              <a:avLst/>
            </a:prstGeom>
            <a:gradFill>
              <a:gsLst>
                <a:gs pos="0">
                  <a:srgbClr val="FFD5FF">
                    <a:alpha val="11088"/>
                  </a:srgbClr>
                </a:gs>
                <a:gs pos="14286">
                  <a:srgbClr val="FFD5FF">
                    <a:alpha val="10239"/>
                  </a:srgbClr>
                </a:gs>
                <a:gs pos="28571">
                  <a:srgbClr val="FFD5FF">
                    <a:alpha val="8045"/>
                  </a:srgbClr>
                </a:gs>
                <a:gs pos="42857">
                  <a:srgbClr val="FFD5FF">
                    <a:alpha val="5353"/>
                  </a:srgbClr>
                </a:gs>
                <a:gs pos="57143">
                  <a:srgbClr val="FFD5FF">
                    <a:alpha val="3002"/>
                  </a:srgbClr>
                </a:gs>
                <a:gs pos="71429">
                  <a:srgbClr val="FFD5FF">
                    <a:alpha val="1417"/>
                  </a:srgbClr>
                </a:gs>
                <a:gs pos="85714">
                  <a:srgbClr val="FFD5FF">
                    <a:alpha val="563"/>
                  </a:srgbClr>
                </a:gs>
                <a:gs pos="100000">
                  <a:srgbClr val="FFD5FF">
                    <a:alpha val="1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8" name="Splat 1578"/>
            <p:cNvSpPr>
              <a:spLocks noGrp="1"/>
            </p:cNvSpPr>
            <p:nvPr/>
          </p:nvSpPr>
          <p:spPr>
            <a:xfrm rot="2839998">
              <a:off x="2447334" y="2542403"/>
              <a:ext cx="133411" cy="60641"/>
            </a:xfrm>
            <a:prstGeom prst="ellipse">
              <a:avLst/>
            </a:prstGeom>
            <a:gradFill>
              <a:gsLst>
                <a:gs pos="0">
                  <a:srgbClr val="BC0000">
                    <a:alpha val="32968"/>
                  </a:srgbClr>
                </a:gs>
                <a:gs pos="14286">
                  <a:srgbClr val="BC0000">
                    <a:alpha val="30764"/>
                  </a:srgbClr>
                </a:gs>
                <a:gs pos="28571">
                  <a:srgbClr val="BC0000">
                    <a:alpha val="24833"/>
                  </a:srgbClr>
                </a:gs>
                <a:gs pos="42857">
                  <a:srgbClr val="BC0000">
                    <a:alpha val="17075"/>
                  </a:srgbClr>
                </a:gs>
                <a:gs pos="57143">
                  <a:srgbClr val="BC0000">
                    <a:alpha val="9855"/>
                  </a:srgbClr>
                </a:gs>
                <a:gs pos="71429">
                  <a:srgbClr val="BC0000">
                    <a:alpha val="4740"/>
                  </a:srgbClr>
                </a:gs>
                <a:gs pos="85714">
                  <a:srgbClr val="BC0000">
                    <a:alpha val="1902"/>
                  </a:srgbClr>
                </a:gs>
                <a:gs pos="100000">
                  <a:srgbClr val="B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9" name="Splat 1579"/>
            <p:cNvSpPr>
              <a:spLocks noGrp="1"/>
            </p:cNvSpPr>
            <p:nvPr/>
          </p:nvSpPr>
          <p:spPr>
            <a:xfrm rot="-10225482">
              <a:off x="2440435" y="2234922"/>
              <a:ext cx="133127" cy="60512"/>
            </a:xfrm>
            <a:prstGeom prst="ellipse">
              <a:avLst/>
            </a:prstGeom>
            <a:gradFill>
              <a:gsLst>
                <a:gs pos="0">
                  <a:srgbClr val="FFEEFF">
                    <a:alpha val="17863"/>
                  </a:srgbClr>
                </a:gs>
                <a:gs pos="14286">
                  <a:srgbClr val="FFEEFF">
                    <a:alpha val="16545"/>
                  </a:srgbClr>
                </a:gs>
                <a:gs pos="28571">
                  <a:srgbClr val="FFEEFF">
                    <a:alpha val="13102"/>
                  </a:srgbClr>
                </a:gs>
                <a:gs pos="42857">
                  <a:srgbClr val="FFEEFF">
                    <a:alpha val="8800"/>
                  </a:srgbClr>
                </a:gs>
                <a:gs pos="57143">
                  <a:srgbClr val="FFEEFF">
                    <a:alpha val="4976"/>
                  </a:srgbClr>
                </a:gs>
                <a:gs pos="71429">
                  <a:srgbClr val="FFEEFF">
                    <a:alpha val="2361"/>
                  </a:srgbClr>
                </a:gs>
                <a:gs pos="85714">
                  <a:srgbClr val="FFEEFF">
                    <a:alpha val="940"/>
                  </a:srgbClr>
                </a:gs>
                <a:gs pos="100000">
                  <a:srgbClr val="FFEEFF">
                    <a:alpha val="3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0" name="Splat 1580"/>
            <p:cNvSpPr>
              <a:spLocks noGrp="1"/>
            </p:cNvSpPr>
            <p:nvPr/>
          </p:nvSpPr>
          <p:spPr>
            <a:xfrm rot="-10787490">
              <a:off x="2278213" y="1095521"/>
              <a:ext cx="133047" cy="60476"/>
            </a:xfrm>
            <a:prstGeom prst="ellipse">
              <a:avLst/>
            </a:prstGeom>
            <a:gradFill>
              <a:gsLst>
                <a:gs pos="0">
                  <a:srgbClr val="EAF6FF">
                    <a:alpha val="32504"/>
                  </a:srgbClr>
                </a:gs>
                <a:gs pos="14286">
                  <a:srgbClr val="EAF6FF">
                    <a:alpha val="30323"/>
                  </a:srgbClr>
                </a:gs>
                <a:gs pos="28571">
                  <a:srgbClr val="EAF6FF">
                    <a:alpha val="24462"/>
                  </a:srgbClr>
                </a:gs>
                <a:gs pos="42857">
                  <a:srgbClr val="EAF6FF">
                    <a:alpha val="16807"/>
                  </a:srgbClr>
                </a:gs>
                <a:gs pos="57143">
                  <a:srgbClr val="EAF6FF">
                    <a:alpha val="9693"/>
                  </a:srgbClr>
                </a:gs>
                <a:gs pos="71429">
                  <a:srgbClr val="EAF6FF">
                    <a:alpha val="4661"/>
                  </a:srgbClr>
                </a:gs>
                <a:gs pos="85714">
                  <a:srgbClr val="EAF6FF">
                    <a:alpha val="1870"/>
                  </a:srgbClr>
                </a:gs>
                <a:gs pos="100000">
                  <a:srgbClr val="EAF6FF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1" name="Splat 1581"/>
            <p:cNvSpPr>
              <a:spLocks noGrp="1"/>
            </p:cNvSpPr>
            <p:nvPr/>
          </p:nvSpPr>
          <p:spPr>
            <a:xfrm rot="5400000">
              <a:off x="1452922" y="1935415"/>
              <a:ext cx="259809" cy="259809"/>
            </a:xfrm>
            <a:prstGeom prst="ellipse">
              <a:avLst/>
            </a:prstGeom>
            <a:gradFill>
              <a:gsLst>
                <a:gs pos="0">
                  <a:srgbClr val="E3F9FF">
                    <a:alpha val="32968"/>
                  </a:srgbClr>
                </a:gs>
                <a:gs pos="14286">
                  <a:srgbClr val="E3F9FF">
                    <a:alpha val="30764"/>
                  </a:srgbClr>
                </a:gs>
                <a:gs pos="28571">
                  <a:srgbClr val="E3F9FF">
                    <a:alpha val="24833"/>
                  </a:srgbClr>
                </a:gs>
                <a:gs pos="42857">
                  <a:srgbClr val="E3F9FF">
                    <a:alpha val="17075"/>
                  </a:srgbClr>
                </a:gs>
                <a:gs pos="57143">
                  <a:srgbClr val="E3F9FF">
                    <a:alpha val="9855"/>
                  </a:srgbClr>
                </a:gs>
                <a:gs pos="71429">
                  <a:srgbClr val="E3F9FF">
                    <a:alpha val="4740"/>
                  </a:srgbClr>
                </a:gs>
                <a:gs pos="85714">
                  <a:srgbClr val="E3F9FF">
                    <a:alpha val="1902"/>
                  </a:srgbClr>
                </a:gs>
                <a:gs pos="100000">
                  <a:srgbClr val="E3F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2" name="Splat 1582"/>
            <p:cNvSpPr>
              <a:spLocks noGrp="1"/>
            </p:cNvSpPr>
            <p:nvPr/>
          </p:nvSpPr>
          <p:spPr>
            <a:xfrm rot="5400000">
              <a:off x="605860" y="3928787"/>
              <a:ext cx="430108" cy="430108"/>
            </a:xfrm>
            <a:prstGeom prst="ellipse">
              <a:avLst/>
            </a:prstGeom>
            <a:gradFill>
              <a:gsLst>
                <a:gs pos="0">
                  <a:srgbClr val="F2FFFF">
                    <a:alpha val="20187"/>
                  </a:srgbClr>
                </a:gs>
                <a:gs pos="14286">
                  <a:srgbClr val="F2FFFF">
                    <a:alpha val="18718"/>
                  </a:srgbClr>
                </a:gs>
                <a:gs pos="28571">
                  <a:srgbClr val="F2FFFF">
                    <a:alpha val="14863"/>
                  </a:srgbClr>
                </a:gs>
                <a:gs pos="42857">
                  <a:srgbClr val="F2FFFF">
                    <a:alpha val="10017"/>
                  </a:srgbClr>
                </a:gs>
                <a:gs pos="57143">
                  <a:srgbClr val="F2FFFF">
                    <a:alpha val="5681"/>
                  </a:srgbClr>
                </a:gs>
                <a:gs pos="71429">
                  <a:srgbClr val="F2FFFF">
                    <a:alpha val="2700"/>
                  </a:srgbClr>
                </a:gs>
                <a:gs pos="85714">
                  <a:srgbClr val="F2FFFF">
                    <a:alpha val="1077"/>
                  </a:srgbClr>
                </a:gs>
                <a:gs pos="100000">
                  <a:srgbClr val="F2FFFF">
                    <a:alpha val="3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3" name="Splat 1583"/>
            <p:cNvSpPr>
              <a:spLocks noGrp="1"/>
            </p:cNvSpPr>
            <p:nvPr/>
          </p:nvSpPr>
          <p:spPr>
            <a:xfrm rot="10239898">
              <a:off x="2992294" y="1991014"/>
              <a:ext cx="132705" cy="60321"/>
            </a:xfrm>
            <a:prstGeom prst="ellipse">
              <a:avLst/>
            </a:prstGeom>
            <a:gradFill>
              <a:gsLst>
                <a:gs pos="0">
                  <a:srgbClr val="FFFFFB">
                    <a:alpha val="32968"/>
                  </a:srgbClr>
                </a:gs>
                <a:gs pos="14286">
                  <a:srgbClr val="FFFFFB">
                    <a:alpha val="30764"/>
                  </a:srgbClr>
                </a:gs>
                <a:gs pos="28571">
                  <a:srgbClr val="FFFFFB">
                    <a:alpha val="24833"/>
                  </a:srgbClr>
                </a:gs>
                <a:gs pos="42857">
                  <a:srgbClr val="FFFFFB">
                    <a:alpha val="17075"/>
                  </a:srgbClr>
                </a:gs>
                <a:gs pos="57143">
                  <a:srgbClr val="FFFFFB">
                    <a:alpha val="9855"/>
                  </a:srgbClr>
                </a:gs>
                <a:gs pos="71429">
                  <a:srgbClr val="FFFFFB">
                    <a:alpha val="4740"/>
                  </a:srgbClr>
                </a:gs>
                <a:gs pos="85714">
                  <a:srgbClr val="FFFFFB">
                    <a:alpha val="1902"/>
                  </a:srgbClr>
                </a:gs>
                <a:gs pos="100000">
                  <a:srgbClr val="FFFFF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4" name="Splat 1584"/>
            <p:cNvSpPr>
              <a:spLocks noGrp="1"/>
            </p:cNvSpPr>
            <p:nvPr/>
          </p:nvSpPr>
          <p:spPr>
            <a:xfrm rot="7801520">
              <a:off x="2193756" y="513669"/>
              <a:ext cx="68461" cy="17989"/>
            </a:xfrm>
            <a:prstGeom prst="ellipse">
              <a:avLst/>
            </a:prstGeom>
            <a:gradFill>
              <a:gsLst>
                <a:gs pos="0">
                  <a:srgbClr val="CBECFF">
                    <a:alpha val="16210"/>
                  </a:srgbClr>
                </a:gs>
                <a:gs pos="14286">
                  <a:srgbClr val="CBECFF">
                    <a:alpha val="15003"/>
                  </a:srgbClr>
                </a:gs>
                <a:gs pos="28571">
                  <a:srgbClr val="CBECFF">
                    <a:alpha val="11857"/>
                  </a:srgbClr>
                </a:gs>
                <a:gs pos="42857">
                  <a:srgbClr val="CBECFF">
                    <a:alpha val="7945"/>
                  </a:srgbClr>
                </a:gs>
                <a:gs pos="57143">
                  <a:srgbClr val="CBECFF">
                    <a:alpha val="4483"/>
                  </a:srgbClr>
                </a:gs>
                <a:gs pos="71429">
                  <a:srgbClr val="CBECFF">
                    <a:alpha val="2124"/>
                  </a:srgbClr>
                </a:gs>
                <a:gs pos="85714">
                  <a:srgbClr val="CBECFF">
                    <a:alpha val="845"/>
                  </a:srgbClr>
                </a:gs>
                <a:gs pos="100000">
                  <a:srgbClr val="CBECFF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5" name="Splat 1585"/>
            <p:cNvSpPr>
              <a:spLocks noGrp="1"/>
            </p:cNvSpPr>
            <p:nvPr/>
          </p:nvSpPr>
          <p:spPr>
            <a:xfrm rot="5296817">
              <a:off x="3482213" y="2725255"/>
              <a:ext cx="68461" cy="18570"/>
            </a:xfrm>
            <a:prstGeom prst="ellipse">
              <a:avLst/>
            </a:prstGeom>
            <a:gradFill>
              <a:gsLst>
                <a:gs pos="0">
                  <a:srgbClr val="958CB3">
                    <a:alpha val="15777"/>
                  </a:srgbClr>
                </a:gs>
                <a:gs pos="14286">
                  <a:srgbClr val="958CB3">
                    <a:alpha val="14599"/>
                  </a:srgbClr>
                </a:gs>
                <a:gs pos="28571">
                  <a:srgbClr val="958CB3">
                    <a:alpha val="11533"/>
                  </a:srgbClr>
                </a:gs>
                <a:gs pos="42857">
                  <a:srgbClr val="958CB3">
                    <a:alpha val="7723"/>
                  </a:srgbClr>
                </a:gs>
                <a:gs pos="57143">
                  <a:srgbClr val="958CB3">
                    <a:alpha val="4356"/>
                  </a:srgbClr>
                </a:gs>
                <a:gs pos="71429">
                  <a:srgbClr val="958CB3">
                    <a:alpha val="2063"/>
                  </a:srgbClr>
                </a:gs>
                <a:gs pos="85714">
                  <a:srgbClr val="958CB3">
                    <a:alpha val="821"/>
                  </a:srgbClr>
                </a:gs>
                <a:gs pos="100000">
                  <a:srgbClr val="958CB3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6" name="Splat 1586"/>
            <p:cNvSpPr>
              <a:spLocks noGrp="1"/>
            </p:cNvSpPr>
            <p:nvPr/>
          </p:nvSpPr>
          <p:spPr>
            <a:xfrm rot="5400000">
              <a:off x="3043999" y="1073141"/>
              <a:ext cx="45191" cy="45191"/>
            </a:xfrm>
            <a:prstGeom prst="ellipse">
              <a:avLst/>
            </a:prstGeom>
            <a:gradFill>
              <a:gsLst>
                <a:gs pos="0">
                  <a:srgbClr val="E2DFA8">
                    <a:alpha val="17724"/>
                  </a:srgbClr>
                </a:gs>
                <a:gs pos="14286">
                  <a:srgbClr val="E2DFA8">
                    <a:alpha val="16415"/>
                  </a:srgbClr>
                </a:gs>
                <a:gs pos="28571">
                  <a:srgbClr val="E2DFA8">
                    <a:alpha val="12997"/>
                  </a:srgbClr>
                </a:gs>
                <a:gs pos="42857">
                  <a:srgbClr val="E2DFA8">
                    <a:alpha val="8728"/>
                  </a:srgbClr>
                </a:gs>
                <a:gs pos="57143">
                  <a:srgbClr val="E2DFA8">
                    <a:alpha val="4934"/>
                  </a:srgbClr>
                </a:gs>
                <a:gs pos="71429">
                  <a:srgbClr val="E2DFA8">
                    <a:alpha val="2341"/>
                  </a:srgbClr>
                </a:gs>
                <a:gs pos="85714">
                  <a:srgbClr val="E2DFA8">
                    <a:alpha val="932"/>
                  </a:srgbClr>
                </a:gs>
                <a:gs pos="100000">
                  <a:srgbClr val="E2DFA8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7" name="Splat 1587"/>
            <p:cNvSpPr>
              <a:spLocks noGrp="1"/>
            </p:cNvSpPr>
            <p:nvPr/>
          </p:nvSpPr>
          <p:spPr>
            <a:xfrm rot="6858917">
              <a:off x="727256" y="1206694"/>
              <a:ext cx="330391" cy="68832"/>
            </a:xfrm>
            <a:prstGeom prst="ellipse">
              <a:avLst/>
            </a:prstGeom>
            <a:gradFill>
              <a:gsLst>
                <a:gs pos="0">
                  <a:srgbClr val="FFFFED">
                    <a:alpha val="14070"/>
                  </a:srgbClr>
                </a:gs>
                <a:gs pos="14286">
                  <a:srgbClr val="FFFFED">
                    <a:alpha val="13010"/>
                  </a:srgbClr>
                </a:gs>
                <a:gs pos="28571">
                  <a:srgbClr val="FFFFED">
                    <a:alpha val="10257"/>
                  </a:srgbClr>
                </a:gs>
                <a:gs pos="42857">
                  <a:srgbClr val="FFFFED">
                    <a:alpha val="6852"/>
                  </a:srgbClr>
                </a:gs>
                <a:gs pos="57143">
                  <a:srgbClr val="FFFFED">
                    <a:alpha val="3857"/>
                  </a:srgbClr>
                </a:gs>
                <a:gs pos="71429">
                  <a:srgbClr val="FFFFED">
                    <a:alpha val="1824"/>
                  </a:srgbClr>
                </a:gs>
                <a:gs pos="85714">
                  <a:srgbClr val="FFFFED">
                    <a:alpha val="725"/>
                  </a:srgbClr>
                </a:gs>
                <a:gs pos="100000">
                  <a:srgbClr val="FFFFED">
                    <a:alpha val="2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8" name="Splat 1588"/>
            <p:cNvSpPr>
              <a:spLocks noGrp="1"/>
            </p:cNvSpPr>
            <p:nvPr/>
          </p:nvSpPr>
          <p:spPr>
            <a:xfrm rot="10043893">
              <a:off x="1752150" y="1047271"/>
              <a:ext cx="131940" cy="59973"/>
            </a:xfrm>
            <a:prstGeom prst="ellipse">
              <a:avLst/>
            </a:prstGeom>
            <a:gradFill>
              <a:gsLst>
                <a:gs pos="0">
                  <a:srgbClr val="00C35F">
                    <a:alpha val="32968"/>
                  </a:srgbClr>
                </a:gs>
                <a:gs pos="14286">
                  <a:srgbClr val="00C35F">
                    <a:alpha val="30764"/>
                  </a:srgbClr>
                </a:gs>
                <a:gs pos="28571">
                  <a:srgbClr val="00C35F">
                    <a:alpha val="24833"/>
                  </a:srgbClr>
                </a:gs>
                <a:gs pos="42857">
                  <a:srgbClr val="00C35F">
                    <a:alpha val="17075"/>
                  </a:srgbClr>
                </a:gs>
                <a:gs pos="57143">
                  <a:srgbClr val="00C35F">
                    <a:alpha val="9855"/>
                  </a:srgbClr>
                </a:gs>
                <a:gs pos="71429">
                  <a:srgbClr val="00C35F">
                    <a:alpha val="4740"/>
                  </a:srgbClr>
                </a:gs>
                <a:gs pos="85714">
                  <a:srgbClr val="00C35F">
                    <a:alpha val="1902"/>
                  </a:srgbClr>
                </a:gs>
                <a:gs pos="100000">
                  <a:srgbClr val="00C35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9" name="Splat 1589"/>
            <p:cNvSpPr>
              <a:spLocks noGrp="1"/>
            </p:cNvSpPr>
            <p:nvPr/>
          </p:nvSpPr>
          <p:spPr>
            <a:xfrm rot="2756757">
              <a:off x="2145775" y="831417"/>
              <a:ext cx="68461" cy="18537"/>
            </a:xfrm>
            <a:prstGeom prst="ellipse">
              <a:avLst/>
            </a:prstGeom>
            <a:gradFill>
              <a:gsLst>
                <a:gs pos="0">
                  <a:srgbClr val="356594">
                    <a:alpha val="15802"/>
                  </a:srgbClr>
                </a:gs>
                <a:gs pos="14286">
                  <a:srgbClr val="356594">
                    <a:alpha val="14623"/>
                  </a:srgbClr>
                </a:gs>
                <a:gs pos="28571">
                  <a:srgbClr val="356594">
                    <a:alpha val="11552"/>
                  </a:srgbClr>
                </a:gs>
                <a:gs pos="42857">
                  <a:srgbClr val="356594">
                    <a:alpha val="7736"/>
                  </a:srgbClr>
                </a:gs>
                <a:gs pos="57143">
                  <a:srgbClr val="356594">
                    <a:alpha val="4363"/>
                  </a:srgbClr>
                </a:gs>
                <a:gs pos="71429">
                  <a:srgbClr val="356594">
                    <a:alpha val="2067"/>
                  </a:srgbClr>
                </a:gs>
                <a:gs pos="85714">
                  <a:srgbClr val="356594">
                    <a:alpha val="822"/>
                  </a:srgbClr>
                </a:gs>
                <a:gs pos="100000">
                  <a:srgbClr val="356594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0" name="Splat 1590"/>
            <p:cNvSpPr>
              <a:spLocks noGrp="1"/>
            </p:cNvSpPr>
            <p:nvPr/>
          </p:nvSpPr>
          <p:spPr>
            <a:xfrm rot="7355479">
              <a:off x="3117489" y="2274257"/>
              <a:ext cx="131718" cy="59872"/>
            </a:xfrm>
            <a:prstGeom prst="ellipse">
              <a:avLst/>
            </a:prstGeom>
            <a:gradFill>
              <a:gsLst>
                <a:gs pos="0">
                  <a:srgbClr val="00006A">
                    <a:alpha val="32968"/>
                  </a:srgbClr>
                </a:gs>
                <a:gs pos="14286">
                  <a:srgbClr val="00006A">
                    <a:alpha val="30764"/>
                  </a:srgbClr>
                </a:gs>
                <a:gs pos="28571">
                  <a:srgbClr val="00006A">
                    <a:alpha val="24833"/>
                  </a:srgbClr>
                </a:gs>
                <a:gs pos="42857">
                  <a:srgbClr val="00006A">
                    <a:alpha val="17075"/>
                  </a:srgbClr>
                </a:gs>
                <a:gs pos="57143">
                  <a:srgbClr val="00006A">
                    <a:alpha val="9855"/>
                  </a:srgbClr>
                </a:gs>
                <a:gs pos="71429">
                  <a:srgbClr val="00006A">
                    <a:alpha val="4740"/>
                  </a:srgbClr>
                </a:gs>
                <a:gs pos="85714">
                  <a:srgbClr val="00006A">
                    <a:alpha val="1902"/>
                  </a:srgbClr>
                </a:gs>
                <a:gs pos="100000">
                  <a:srgbClr val="00006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1" name="Splat 1591"/>
            <p:cNvSpPr>
              <a:spLocks noGrp="1"/>
            </p:cNvSpPr>
            <p:nvPr/>
          </p:nvSpPr>
          <p:spPr>
            <a:xfrm rot="4289394">
              <a:off x="2611169" y="2009665"/>
              <a:ext cx="131371" cy="5971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2" name="Splat 1592"/>
            <p:cNvSpPr>
              <a:spLocks noGrp="1"/>
            </p:cNvSpPr>
            <p:nvPr/>
          </p:nvSpPr>
          <p:spPr>
            <a:xfrm rot="9119652">
              <a:off x="2855367" y="1358778"/>
              <a:ext cx="328612" cy="91281"/>
            </a:xfrm>
            <a:prstGeom prst="ellipse">
              <a:avLst/>
            </a:prstGeom>
            <a:gradFill>
              <a:gsLst>
                <a:gs pos="0">
                  <a:srgbClr val="00002E">
                    <a:alpha val="32968"/>
                  </a:srgbClr>
                </a:gs>
                <a:gs pos="14286">
                  <a:srgbClr val="00002E">
                    <a:alpha val="30764"/>
                  </a:srgbClr>
                </a:gs>
                <a:gs pos="28571">
                  <a:srgbClr val="00002E">
                    <a:alpha val="24833"/>
                  </a:srgbClr>
                </a:gs>
                <a:gs pos="42857">
                  <a:srgbClr val="00002E">
                    <a:alpha val="17075"/>
                  </a:srgbClr>
                </a:gs>
                <a:gs pos="57143">
                  <a:srgbClr val="00002E">
                    <a:alpha val="9855"/>
                  </a:srgbClr>
                </a:gs>
                <a:gs pos="71429">
                  <a:srgbClr val="00002E">
                    <a:alpha val="4740"/>
                  </a:srgbClr>
                </a:gs>
                <a:gs pos="85714">
                  <a:srgbClr val="00002E">
                    <a:alpha val="1902"/>
                  </a:srgbClr>
                </a:gs>
                <a:gs pos="100000">
                  <a:srgbClr val="00002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3" name="Splat 1593"/>
            <p:cNvSpPr>
              <a:spLocks noGrp="1"/>
            </p:cNvSpPr>
            <p:nvPr/>
          </p:nvSpPr>
          <p:spPr>
            <a:xfrm rot="-10384412">
              <a:off x="2347897" y="798632"/>
              <a:ext cx="68461" cy="17824"/>
            </a:xfrm>
            <a:prstGeom prst="ellipse">
              <a:avLst/>
            </a:prstGeom>
            <a:gradFill>
              <a:gsLst>
                <a:gs pos="0">
                  <a:srgbClr val="95D7E0">
                    <a:alpha val="16332"/>
                  </a:srgbClr>
                </a:gs>
                <a:gs pos="14286">
                  <a:srgbClr val="95D7E0">
                    <a:alpha val="15117"/>
                  </a:srgbClr>
                </a:gs>
                <a:gs pos="28571">
                  <a:srgbClr val="95D7E0">
                    <a:alpha val="11949"/>
                  </a:srgbClr>
                </a:gs>
                <a:gs pos="42857">
                  <a:srgbClr val="95D7E0">
                    <a:alpha val="8008"/>
                  </a:srgbClr>
                </a:gs>
                <a:gs pos="57143">
                  <a:srgbClr val="95D7E0">
                    <a:alpha val="4520"/>
                  </a:srgbClr>
                </a:gs>
                <a:gs pos="71429">
                  <a:srgbClr val="95D7E0">
                    <a:alpha val="2142"/>
                  </a:srgbClr>
                </a:gs>
                <a:gs pos="85714">
                  <a:srgbClr val="95D7E0">
                    <a:alpha val="852"/>
                  </a:srgbClr>
                </a:gs>
                <a:gs pos="100000">
                  <a:srgbClr val="95D7E0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4" name="Splat 1594"/>
            <p:cNvSpPr>
              <a:spLocks noGrp="1"/>
            </p:cNvSpPr>
            <p:nvPr/>
          </p:nvSpPr>
          <p:spPr>
            <a:xfrm rot="4302631">
              <a:off x="2683191" y="1759874"/>
              <a:ext cx="68461" cy="18260"/>
            </a:xfrm>
            <a:prstGeom prst="ellipse">
              <a:avLst/>
            </a:prstGeom>
            <a:gradFill>
              <a:gsLst>
                <a:gs pos="0">
                  <a:srgbClr val="392648">
                    <a:alpha val="16009"/>
                  </a:srgbClr>
                </a:gs>
                <a:gs pos="14286">
                  <a:srgbClr val="392648">
                    <a:alpha val="14815"/>
                  </a:srgbClr>
                </a:gs>
                <a:gs pos="28571">
                  <a:srgbClr val="392648">
                    <a:alpha val="11706"/>
                  </a:srgbClr>
                </a:gs>
                <a:gs pos="42857">
                  <a:srgbClr val="392648">
                    <a:alpha val="7842"/>
                  </a:srgbClr>
                </a:gs>
                <a:gs pos="57143">
                  <a:srgbClr val="392648">
                    <a:alpha val="4424"/>
                  </a:srgbClr>
                </a:gs>
                <a:gs pos="71429">
                  <a:srgbClr val="392648">
                    <a:alpha val="2096"/>
                  </a:srgbClr>
                </a:gs>
                <a:gs pos="85714">
                  <a:srgbClr val="392648">
                    <a:alpha val="834"/>
                  </a:srgbClr>
                </a:gs>
                <a:gs pos="100000">
                  <a:srgbClr val="392648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5" name="Splat 1595"/>
            <p:cNvSpPr>
              <a:spLocks noGrp="1"/>
            </p:cNvSpPr>
            <p:nvPr/>
          </p:nvSpPr>
          <p:spPr>
            <a:xfrm rot="4648379">
              <a:off x="3281343" y="1417635"/>
              <a:ext cx="68461" cy="17613"/>
            </a:xfrm>
            <a:prstGeom prst="ellipse">
              <a:avLst/>
            </a:prstGeom>
            <a:gradFill>
              <a:gsLst>
                <a:gs pos="0">
                  <a:srgbClr val="79AABA">
                    <a:alpha val="16489"/>
                  </a:srgbClr>
                </a:gs>
                <a:gs pos="14286">
                  <a:srgbClr val="79AABA">
                    <a:alpha val="15263"/>
                  </a:srgbClr>
                </a:gs>
                <a:gs pos="28571">
                  <a:srgbClr val="79AABA">
                    <a:alpha val="12067"/>
                  </a:srgbClr>
                </a:gs>
                <a:gs pos="42857">
                  <a:srgbClr val="79AABA">
                    <a:alpha val="8089"/>
                  </a:srgbClr>
                </a:gs>
                <a:gs pos="57143">
                  <a:srgbClr val="79AABA">
                    <a:alpha val="4566"/>
                  </a:srgbClr>
                </a:gs>
                <a:gs pos="71429">
                  <a:srgbClr val="79AABA">
                    <a:alpha val="2164"/>
                  </a:srgbClr>
                </a:gs>
                <a:gs pos="85714">
                  <a:srgbClr val="79AABA">
                    <a:alpha val="861"/>
                  </a:srgbClr>
                </a:gs>
                <a:gs pos="100000">
                  <a:srgbClr val="79AABA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6" name="Splat 1596"/>
            <p:cNvSpPr>
              <a:spLocks noGrp="1"/>
            </p:cNvSpPr>
            <p:nvPr/>
          </p:nvSpPr>
          <p:spPr>
            <a:xfrm rot="9122612">
              <a:off x="2251706" y="1788881"/>
              <a:ext cx="130851" cy="59478"/>
            </a:xfrm>
            <a:prstGeom prst="ellipse">
              <a:avLst/>
            </a:prstGeom>
            <a:gradFill>
              <a:gsLst>
                <a:gs pos="0">
                  <a:srgbClr val="D99382">
                    <a:alpha val="32968"/>
                  </a:srgbClr>
                </a:gs>
                <a:gs pos="14286">
                  <a:srgbClr val="D99382">
                    <a:alpha val="30764"/>
                  </a:srgbClr>
                </a:gs>
                <a:gs pos="28571">
                  <a:srgbClr val="D99382">
                    <a:alpha val="24833"/>
                  </a:srgbClr>
                </a:gs>
                <a:gs pos="42857">
                  <a:srgbClr val="D99382">
                    <a:alpha val="17075"/>
                  </a:srgbClr>
                </a:gs>
                <a:gs pos="57143">
                  <a:srgbClr val="D99382">
                    <a:alpha val="9855"/>
                  </a:srgbClr>
                </a:gs>
                <a:gs pos="71429">
                  <a:srgbClr val="D99382">
                    <a:alpha val="4740"/>
                  </a:srgbClr>
                </a:gs>
                <a:gs pos="85714">
                  <a:srgbClr val="D99382">
                    <a:alpha val="1902"/>
                  </a:srgbClr>
                </a:gs>
                <a:gs pos="100000">
                  <a:srgbClr val="D9938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7" name="Splat 1597"/>
            <p:cNvSpPr>
              <a:spLocks noGrp="1"/>
            </p:cNvSpPr>
            <p:nvPr/>
          </p:nvSpPr>
          <p:spPr>
            <a:xfrm rot="4501593">
              <a:off x="1708837" y="1894365"/>
              <a:ext cx="68461" cy="18450"/>
            </a:xfrm>
            <a:prstGeom prst="ellipse">
              <a:avLst/>
            </a:prstGeom>
            <a:gradFill>
              <a:gsLst>
                <a:gs pos="0">
                  <a:srgbClr val="6B628E">
                    <a:alpha val="15867"/>
                  </a:srgbClr>
                </a:gs>
                <a:gs pos="14286">
                  <a:srgbClr val="6B628E">
                    <a:alpha val="14683"/>
                  </a:srgbClr>
                </a:gs>
                <a:gs pos="28571">
                  <a:srgbClr val="6B628E">
                    <a:alpha val="11600"/>
                  </a:srgbClr>
                </a:gs>
                <a:gs pos="42857">
                  <a:srgbClr val="6B628E">
                    <a:alpha val="7769"/>
                  </a:srgbClr>
                </a:gs>
                <a:gs pos="57143">
                  <a:srgbClr val="6B628E">
                    <a:alpha val="4382"/>
                  </a:srgbClr>
                </a:gs>
                <a:gs pos="71429">
                  <a:srgbClr val="6B628E">
                    <a:alpha val="2076"/>
                  </a:srgbClr>
                </a:gs>
                <a:gs pos="85714">
                  <a:srgbClr val="6B628E">
                    <a:alpha val="826"/>
                  </a:srgbClr>
                </a:gs>
                <a:gs pos="100000">
                  <a:srgbClr val="6B628E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8" name="Splat 1598"/>
            <p:cNvSpPr>
              <a:spLocks noGrp="1"/>
            </p:cNvSpPr>
            <p:nvPr/>
          </p:nvSpPr>
          <p:spPr>
            <a:xfrm rot="4275779">
              <a:off x="2719108" y="1511612"/>
              <a:ext cx="68461" cy="18449"/>
            </a:xfrm>
            <a:prstGeom prst="ellipse">
              <a:avLst/>
            </a:prstGeom>
            <a:gradFill>
              <a:gsLst>
                <a:gs pos="0">
                  <a:srgbClr val="5F5A5A">
                    <a:alpha val="15868"/>
                  </a:srgbClr>
                </a:gs>
                <a:gs pos="14286">
                  <a:srgbClr val="5F5A5A">
                    <a:alpha val="14684"/>
                  </a:srgbClr>
                </a:gs>
                <a:gs pos="28571">
                  <a:srgbClr val="5F5A5A">
                    <a:alpha val="11601"/>
                  </a:srgbClr>
                </a:gs>
                <a:gs pos="42857">
                  <a:srgbClr val="5F5A5A">
                    <a:alpha val="7769"/>
                  </a:srgbClr>
                </a:gs>
                <a:gs pos="57143">
                  <a:srgbClr val="5F5A5A">
                    <a:alpha val="4383"/>
                  </a:srgbClr>
                </a:gs>
                <a:gs pos="71429">
                  <a:srgbClr val="5F5A5A">
                    <a:alpha val="2076"/>
                  </a:srgbClr>
                </a:gs>
                <a:gs pos="85714">
                  <a:srgbClr val="5F5A5A">
                    <a:alpha val="826"/>
                  </a:srgbClr>
                </a:gs>
                <a:gs pos="100000">
                  <a:srgbClr val="5F5A5A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9" name="Splat 1599"/>
            <p:cNvSpPr>
              <a:spLocks noGrp="1"/>
            </p:cNvSpPr>
            <p:nvPr/>
          </p:nvSpPr>
          <p:spPr>
            <a:xfrm rot="10124769">
              <a:off x="2801396" y="739843"/>
              <a:ext cx="130619" cy="5937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0" name="Splat 1600"/>
            <p:cNvSpPr>
              <a:spLocks noGrp="1"/>
            </p:cNvSpPr>
            <p:nvPr/>
          </p:nvSpPr>
          <p:spPr>
            <a:xfrm rot="-10066679">
              <a:off x="1195896" y="1134532"/>
              <a:ext cx="68461" cy="17897"/>
            </a:xfrm>
            <a:prstGeom prst="ellipse">
              <a:avLst/>
            </a:prstGeom>
            <a:gradFill>
              <a:gsLst>
                <a:gs pos="0">
                  <a:srgbClr val="865F43">
                    <a:alpha val="16278"/>
                  </a:srgbClr>
                </a:gs>
                <a:gs pos="14286">
                  <a:srgbClr val="865F43">
                    <a:alpha val="15066"/>
                  </a:srgbClr>
                </a:gs>
                <a:gs pos="28571">
                  <a:srgbClr val="865F43">
                    <a:alpha val="11908"/>
                  </a:srgbClr>
                </a:gs>
                <a:gs pos="42857">
                  <a:srgbClr val="865F43">
                    <a:alpha val="7980"/>
                  </a:srgbClr>
                </a:gs>
                <a:gs pos="57143">
                  <a:srgbClr val="865F43">
                    <a:alpha val="4504"/>
                  </a:srgbClr>
                </a:gs>
                <a:gs pos="71429">
                  <a:srgbClr val="865F43">
                    <a:alpha val="2134"/>
                  </a:srgbClr>
                </a:gs>
                <a:gs pos="85714">
                  <a:srgbClr val="865F43">
                    <a:alpha val="849"/>
                  </a:srgbClr>
                </a:gs>
                <a:gs pos="100000">
                  <a:srgbClr val="865F43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1" name="Splat 1601"/>
            <p:cNvSpPr>
              <a:spLocks noGrp="1"/>
            </p:cNvSpPr>
            <p:nvPr/>
          </p:nvSpPr>
          <p:spPr>
            <a:xfrm rot="10769081">
              <a:off x="3062984" y="1256717"/>
              <a:ext cx="62758" cy="15690"/>
            </a:xfrm>
            <a:prstGeom prst="ellipse">
              <a:avLst/>
            </a:prstGeom>
            <a:gradFill>
              <a:gsLst>
                <a:gs pos="0">
                  <a:srgbClr val="E5FFB0">
                    <a:alpha val="17900"/>
                  </a:srgbClr>
                </a:gs>
                <a:gs pos="14286">
                  <a:srgbClr val="E5FFB0">
                    <a:alpha val="16580"/>
                  </a:srgbClr>
                </a:gs>
                <a:gs pos="28571">
                  <a:srgbClr val="E5FFB0">
                    <a:alpha val="13130"/>
                  </a:srgbClr>
                </a:gs>
                <a:gs pos="42857">
                  <a:srgbClr val="E5FFB0">
                    <a:alpha val="8819"/>
                  </a:srgbClr>
                </a:gs>
                <a:gs pos="57143">
                  <a:srgbClr val="E5FFB0">
                    <a:alpha val="4987"/>
                  </a:srgbClr>
                </a:gs>
                <a:gs pos="71429">
                  <a:srgbClr val="E5FFB0">
                    <a:alpha val="2366"/>
                  </a:srgbClr>
                </a:gs>
                <a:gs pos="85714">
                  <a:srgbClr val="E5FFB0">
                    <a:alpha val="942"/>
                  </a:srgbClr>
                </a:gs>
                <a:gs pos="100000">
                  <a:srgbClr val="E5FFB0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2" name="Splat 1602"/>
            <p:cNvSpPr>
              <a:spLocks noGrp="1"/>
            </p:cNvSpPr>
            <p:nvPr/>
          </p:nvSpPr>
          <p:spPr>
            <a:xfrm rot="10599825">
              <a:off x="2367428" y="2428369"/>
              <a:ext cx="68461" cy="18133"/>
            </a:xfrm>
            <a:prstGeom prst="ellipse">
              <a:avLst/>
            </a:prstGeom>
            <a:gradFill>
              <a:gsLst>
                <a:gs pos="0">
                  <a:srgbClr val="784771">
                    <a:alpha val="16103"/>
                  </a:srgbClr>
                </a:gs>
                <a:gs pos="14286">
                  <a:srgbClr val="784771">
                    <a:alpha val="14903"/>
                  </a:srgbClr>
                </a:gs>
                <a:gs pos="28571">
                  <a:srgbClr val="784771">
                    <a:alpha val="11777"/>
                  </a:srgbClr>
                </a:gs>
                <a:gs pos="42857">
                  <a:srgbClr val="784771">
                    <a:alpha val="7890"/>
                  </a:srgbClr>
                </a:gs>
                <a:gs pos="57143">
                  <a:srgbClr val="784771">
                    <a:alpha val="4452"/>
                  </a:srgbClr>
                </a:gs>
                <a:gs pos="71429">
                  <a:srgbClr val="784771">
                    <a:alpha val="2109"/>
                  </a:srgbClr>
                </a:gs>
                <a:gs pos="85714">
                  <a:srgbClr val="784771">
                    <a:alpha val="839"/>
                  </a:srgbClr>
                </a:gs>
                <a:gs pos="100000">
                  <a:srgbClr val="784771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3" name="Splat 1603"/>
            <p:cNvSpPr>
              <a:spLocks noGrp="1"/>
            </p:cNvSpPr>
            <p:nvPr/>
          </p:nvSpPr>
          <p:spPr>
            <a:xfrm rot="9818355">
              <a:off x="1123450" y="2102172"/>
              <a:ext cx="129783" cy="58992"/>
            </a:xfrm>
            <a:prstGeom prst="ellipse">
              <a:avLst/>
            </a:prstGeom>
            <a:gradFill>
              <a:gsLst>
                <a:gs pos="0">
                  <a:srgbClr val="FFE8FF">
                    <a:alpha val="32968"/>
                  </a:srgbClr>
                </a:gs>
                <a:gs pos="14286">
                  <a:srgbClr val="FFE8FF">
                    <a:alpha val="30764"/>
                  </a:srgbClr>
                </a:gs>
                <a:gs pos="28571">
                  <a:srgbClr val="FFE8FF">
                    <a:alpha val="24833"/>
                  </a:srgbClr>
                </a:gs>
                <a:gs pos="42857">
                  <a:srgbClr val="FFE8FF">
                    <a:alpha val="17075"/>
                  </a:srgbClr>
                </a:gs>
                <a:gs pos="57143">
                  <a:srgbClr val="FFE8FF">
                    <a:alpha val="9855"/>
                  </a:srgbClr>
                </a:gs>
                <a:gs pos="71429">
                  <a:srgbClr val="FFE8FF">
                    <a:alpha val="4740"/>
                  </a:srgbClr>
                </a:gs>
                <a:gs pos="85714">
                  <a:srgbClr val="FFE8FF">
                    <a:alpha val="1902"/>
                  </a:srgbClr>
                </a:gs>
                <a:gs pos="100000">
                  <a:srgbClr val="FFE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4" name="Splat 1604"/>
            <p:cNvSpPr>
              <a:spLocks noGrp="1"/>
            </p:cNvSpPr>
            <p:nvPr/>
          </p:nvSpPr>
          <p:spPr>
            <a:xfrm rot="5400000">
              <a:off x="2219771" y="836933"/>
              <a:ext cx="36743" cy="36743"/>
            </a:xfrm>
            <a:prstGeom prst="ellipse">
              <a:avLst/>
            </a:prstGeom>
            <a:gradFill>
              <a:gsLst>
                <a:gs pos="0">
                  <a:srgbClr val="324D70">
                    <a:alpha val="15925"/>
                  </a:srgbClr>
                </a:gs>
                <a:gs pos="14286">
                  <a:srgbClr val="324D70">
                    <a:alpha val="14738"/>
                  </a:srgbClr>
                </a:gs>
                <a:gs pos="28571">
                  <a:srgbClr val="324D70">
                    <a:alpha val="11644"/>
                  </a:srgbClr>
                </a:gs>
                <a:gs pos="42857">
                  <a:srgbClr val="324D70">
                    <a:alpha val="7799"/>
                  </a:srgbClr>
                </a:gs>
                <a:gs pos="57143">
                  <a:srgbClr val="324D70">
                    <a:alpha val="4400"/>
                  </a:srgbClr>
                </a:gs>
                <a:gs pos="71429">
                  <a:srgbClr val="324D70">
                    <a:alpha val="2084"/>
                  </a:srgbClr>
                </a:gs>
                <a:gs pos="85714">
                  <a:srgbClr val="324D70">
                    <a:alpha val="829"/>
                  </a:srgbClr>
                </a:gs>
                <a:gs pos="100000">
                  <a:srgbClr val="324D70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5" name="Splat 1605"/>
            <p:cNvSpPr>
              <a:spLocks noGrp="1"/>
            </p:cNvSpPr>
            <p:nvPr/>
          </p:nvSpPr>
          <p:spPr>
            <a:xfrm rot="7373839">
              <a:off x="1973015" y="819273"/>
              <a:ext cx="68461" cy="18344"/>
            </a:xfrm>
            <a:prstGeom prst="ellipse">
              <a:avLst/>
            </a:prstGeom>
            <a:gradFill>
              <a:gsLst>
                <a:gs pos="0">
                  <a:srgbClr val="327EB9">
                    <a:alpha val="15946"/>
                  </a:srgbClr>
                </a:gs>
                <a:gs pos="14286">
                  <a:srgbClr val="327EB9">
                    <a:alpha val="14756"/>
                  </a:srgbClr>
                </a:gs>
                <a:gs pos="28571">
                  <a:srgbClr val="327EB9">
                    <a:alpha val="11659"/>
                  </a:srgbClr>
                </a:gs>
                <a:gs pos="42857">
                  <a:srgbClr val="327EB9">
                    <a:alpha val="7809"/>
                  </a:srgbClr>
                </a:gs>
                <a:gs pos="57143">
                  <a:srgbClr val="327EB9">
                    <a:alpha val="4405"/>
                  </a:srgbClr>
                </a:gs>
                <a:gs pos="71429">
                  <a:srgbClr val="327EB9">
                    <a:alpha val="2087"/>
                  </a:srgbClr>
                </a:gs>
                <a:gs pos="85714">
                  <a:srgbClr val="327EB9">
                    <a:alpha val="830"/>
                  </a:srgbClr>
                </a:gs>
                <a:gs pos="100000">
                  <a:srgbClr val="327EB9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6" name="Splat 1606"/>
            <p:cNvSpPr>
              <a:spLocks noGrp="1"/>
            </p:cNvSpPr>
            <p:nvPr/>
          </p:nvSpPr>
          <p:spPr>
            <a:xfrm rot="4921184">
              <a:off x="3509704" y="2707326"/>
              <a:ext cx="68461" cy="18373"/>
            </a:xfrm>
            <a:prstGeom prst="ellipse">
              <a:avLst/>
            </a:prstGeom>
            <a:gradFill>
              <a:gsLst>
                <a:gs pos="0">
                  <a:srgbClr val="AEA8CA">
                    <a:alpha val="15924"/>
                  </a:srgbClr>
                </a:gs>
                <a:gs pos="14286">
                  <a:srgbClr val="AEA8CA">
                    <a:alpha val="14736"/>
                  </a:srgbClr>
                </a:gs>
                <a:gs pos="28571">
                  <a:srgbClr val="AEA8CA">
                    <a:alpha val="11643"/>
                  </a:srgbClr>
                </a:gs>
                <a:gs pos="42857">
                  <a:srgbClr val="AEA8CA">
                    <a:alpha val="7798"/>
                  </a:srgbClr>
                </a:gs>
                <a:gs pos="57143">
                  <a:srgbClr val="AEA8CA">
                    <a:alpha val="4399"/>
                  </a:srgbClr>
                </a:gs>
                <a:gs pos="71429">
                  <a:srgbClr val="AEA8CA">
                    <a:alpha val="2084"/>
                  </a:srgbClr>
                </a:gs>
                <a:gs pos="85714">
                  <a:srgbClr val="AEA8CA">
                    <a:alpha val="829"/>
                  </a:srgbClr>
                </a:gs>
                <a:gs pos="100000">
                  <a:srgbClr val="AEA8CA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7" name="Splat 1607"/>
            <p:cNvSpPr>
              <a:spLocks noGrp="1"/>
            </p:cNvSpPr>
            <p:nvPr/>
          </p:nvSpPr>
          <p:spPr>
            <a:xfrm rot="8053351">
              <a:off x="2164741" y="417643"/>
              <a:ext cx="129630" cy="58923"/>
            </a:xfrm>
            <a:prstGeom prst="ellipse">
              <a:avLst/>
            </a:prstGeom>
            <a:gradFill>
              <a:gsLst>
                <a:gs pos="0">
                  <a:srgbClr val="B9FFFF">
                    <a:alpha val="32968"/>
                  </a:srgbClr>
                </a:gs>
                <a:gs pos="14286">
                  <a:srgbClr val="B9FFFF">
                    <a:alpha val="30764"/>
                  </a:srgbClr>
                </a:gs>
                <a:gs pos="28571">
                  <a:srgbClr val="B9FFFF">
                    <a:alpha val="24833"/>
                  </a:srgbClr>
                </a:gs>
                <a:gs pos="42857">
                  <a:srgbClr val="B9FFFF">
                    <a:alpha val="17075"/>
                  </a:srgbClr>
                </a:gs>
                <a:gs pos="57143">
                  <a:srgbClr val="B9FFFF">
                    <a:alpha val="9855"/>
                  </a:srgbClr>
                </a:gs>
                <a:gs pos="71429">
                  <a:srgbClr val="B9FFFF">
                    <a:alpha val="4740"/>
                  </a:srgbClr>
                </a:gs>
                <a:gs pos="85714">
                  <a:srgbClr val="B9FFFF">
                    <a:alpha val="1902"/>
                  </a:srgbClr>
                </a:gs>
                <a:gs pos="100000">
                  <a:srgbClr val="B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8" name="Splat 1608"/>
            <p:cNvSpPr>
              <a:spLocks noGrp="1"/>
            </p:cNvSpPr>
            <p:nvPr/>
          </p:nvSpPr>
          <p:spPr>
            <a:xfrm rot="9859809">
              <a:off x="2757463" y="816723"/>
              <a:ext cx="129194" cy="5872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9" name="Splat 1609"/>
            <p:cNvSpPr>
              <a:spLocks noGrp="1"/>
            </p:cNvSpPr>
            <p:nvPr/>
          </p:nvSpPr>
          <p:spPr>
            <a:xfrm rot="-9899129">
              <a:off x="3127284" y="1073003"/>
              <a:ext cx="128665" cy="58484"/>
            </a:xfrm>
            <a:prstGeom prst="ellipse">
              <a:avLst/>
            </a:prstGeom>
            <a:gradFill>
              <a:gsLst>
                <a:gs pos="0">
                  <a:srgbClr val="CBE77C">
                    <a:alpha val="32968"/>
                  </a:srgbClr>
                </a:gs>
                <a:gs pos="14286">
                  <a:srgbClr val="CBE77C">
                    <a:alpha val="30764"/>
                  </a:srgbClr>
                </a:gs>
                <a:gs pos="28571">
                  <a:srgbClr val="CBE77C">
                    <a:alpha val="24833"/>
                  </a:srgbClr>
                </a:gs>
                <a:gs pos="42857">
                  <a:srgbClr val="CBE77C">
                    <a:alpha val="17075"/>
                  </a:srgbClr>
                </a:gs>
                <a:gs pos="57143">
                  <a:srgbClr val="CBE77C">
                    <a:alpha val="9855"/>
                  </a:srgbClr>
                </a:gs>
                <a:gs pos="71429">
                  <a:srgbClr val="CBE77C">
                    <a:alpha val="4740"/>
                  </a:srgbClr>
                </a:gs>
                <a:gs pos="85714">
                  <a:srgbClr val="CBE77C">
                    <a:alpha val="1902"/>
                  </a:srgbClr>
                </a:gs>
                <a:gs pos="100000">
                  <a:srgbClr val="CBE77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0" name="Splat 1610"/>
            <p:cNvSpPr>
              <a:spLocks noGrp="1"/>
            </p:cNvSpPr>
            <p:nvPr/>
          </p:nvSpPr>
          <p:spPr>
            <a:xfrm rot="10064836">
              <a:off x="2123680" y="1474212"/>
              <a:ext cx="285018" cy="67456"/>
            </a:xfrm>
            <a:prstGeom prst="ellipse">
              <a:avLst/>
            </a:prstGeom>
            <a:gradFill>
              <a:gsLst>
                <a:gs pos="0">
                  <a:srgbClr val="FFFFCF">
                    <a:alpha val="32968"/>
                  </a:srgbClr>
                </a:gs>
                <a:gs pos="14286">
                  <a:srgbClr val="FFFFCF">
                    <a:alpha val="30764"/>
                  </a:srgbClr>
                </a:gs>
                <a:gs pos="28571">
                  <a:srgbClr val="FFFFCF">
                    <a:alpha val="24833"/>
                  </a:srgbClr>
                </a:gs>
                <a:gs pos="42857">
                  <a:srgbClr val="FFFFCF">
                    <a:alpha val="17075"/>
                  </a:srgbClr>
                </a:gs>
                <a:gs pos="57143">
                  <a:srgbClr val="FFFFCF">
                    <a:alpha val="9855"/>
                  </a:srgbClr>
                </a:gs>
                <a:gs pos="71429">
                  <a:srgbClr val="FFFFCF">
                    <a:alpha val="4740"/>
                  </a:srgbClr>
                </a:gs>
                <a:gs pos="85714">
                  <a:srgbClr val="FFFFCF">
                    <a:alpha val="1902"/>
                  </a:srgbClr>
                </a:gs>
                <a:gs pos="100000">
                  <a:srgbClr val="FFFFC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1" name="Splat 1611"/>
            <p:cNvSpPr>
              <a:spLocks noGrp="1"/>
            </p:cNvSpPr>
            <p:nvPr/>
          </p:nvSpPr>
          <p:spPr>
            <a:xfrm rot="-9042346">
              <a:off x="3090483" y="950535"/>
              <a:ext cx="128432" cy="58378"/>
            </a:xfrm>
            <a:prstGeom prst="ellipse">
              <a:avLst/>
            </a:prstGeom>
            <a:gradFill>
              <a:gsLst>
                <a:gs pos="0">
                  <a:srgbClr val="007DFF">
                    <a:alpha val="32968"/>
                  </a:srgbClr>
                </a:gs>
                <a:gs pos="14286">
                  <a:srgbClr val="007DFF">
                    <a:alpha val="30764"/>
                  </a:srgbClr>
                </a:gs>
                <a:gs pos="28571">
                  <a:srgbClr val="007DFF">
                    <a:alpha val="24833"/>
                  </a:srgbClr>
                </a:gs>
                <a:gs pos="42857">
                  <a:srgbClr val="007DFF">
                    <a:alpha val="17075"/>
                  </a:srgbClr>
                </a:gs>
                <a:gs pos="57143">
                  <a:srgbClr val="007DFF">
                    <a:alpha val="9855"/>
                  </a:srgbClr>
                </a:gs>
                <a:gs pos="71429">
                  <a:srgbClr val="007DFF">
                    <a:alpha val="4740"/>
                  </a:srgbClr>
                </a:gs>
                <a:gs pos="85714">
                  <a:srgbClr val="007DFF">
                    <a:alpha val="1902"/>
                  </a:srgbClr>
                </a:gs>
                <a:gs pos="100000">
                  <a:srgbClr val="007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2" name="Splat 1612"/>
            <p:cNvSpPr>
              <a:spLocks noGrp="1"/>
            </p:cNvSpPr>
            <p:nvPr/>
          </p:nvSpPr>
          <p:spPr>
            <a:xfrm rot="5400000">
              <a:off x="1799939" y="2546218"/>
              <a:ext cx="429835" cy="429835"/>
            </a:xfrm>
            <a:prstGeom prst="ellipse">
              <a:avLst/>
            </a:prstGeom>
            <a:gradFill>
              <a:gsLst>
                <a:gs pos="0">
                  <a:srgbClr val="640097">
                    <a:alpha val="32968"/>
                  </a:srgbClr>
                </a:gs>
                <a:gs pos="14286">
                  <a:srgbClr val="640097">
                    <a:alpha val="30764"/>
                  </a:srgbClr>
                </a:gs>
                <a:gs pos="28571">
                  <a:srgbClr val="640097">
                    <a:alpha val="24833"/>
                  </a:srgbClr>
                </a:gs>
                <a:gs pos="42857">
                  <a:srgbClr val="640097">
                    <a:alpha val="17075"/>
                  </a:srgbClr>
                </a:gs>
                <a:gs pos="57143">
                  <a:srgbClr val="640097">
                    <a:alpha val="9855"/>
                  </a:srgbClr>
                </a:gs>
                <a:gs pos="71429">
                  <a:srgbClr val="640097">
                    <a:alpha val="4740"/>
                  </a:srgbClr>
                </a:gs>
                <a:gs pos="85714">
                  <a:srgbClr val="640097">
                    <a:alpha val="1902"/>
                  </a:srgbClr>
                </a:gs>
                <a:gs pos="100000">
                  <a:srgbClr val="64009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3" name="Splat 1613"/>
            <p:cNvSpPr>
              <a:spLocks noGrp="1"/>
            </p:cNvSpPr>
            <p:nvPr/>
          </p:nvSpPr>
          <p:spPr>
            <a:xfrm rot="9549992">
              <a:off x="1782241" y="3666757"/>
              <a:ext cx="127867" cy="58121"/>
            </a:xfrm>
            <a:prstGeom prst="ellipse">
              <a:avLst/>
            </a:prstGeom>
            <a:gradFill>
              <a:gsLst>
                <a:gs pos="0">
                  <a:srgbClr val="E7DAFF">
                    <a:alpha val="32968"/>
                  </a:srgbClr>
                </a:gs>
                <a:gs pos="14286">
                  <a:srgbClr val="E7DAFF">
                    <a:alpha val="30764"/>
                  </a:srgbClr>
                </a:gs>
                <a:gs pos="28571">
                  <a:srgbClr val="E7DAFF">
                    <a:alpha val="24833"/>
                  </a:srgbClr>
                </a:gs>
                <a:gs pos="42857">
                  <a:srgbClr val="E7DAFF">
                    <a:alpha val="17075"/>
                  </a:srgbClr>
                </a:gs>
                <a:gs pos="57143">
                  <a:srgbClr val="E7DAFF">
                    <a:alpha val="9855"/>
                  </a:srgbClr>
                </a:gs>
                <a:gs pos="71429">
                  <a:srgbClr val="E7DAFF">
                    <a:alpha val="4740"/>
                  </a:srgbClr>
                </a:gs>
                <a:gs pos="85714">
                  <a:srgbClr val="E7DAFF">
                    <a:alpha val="1902"/>
                  </a:srgbClr>
                </a:gs>
                <a:gs pos="100000">
                  <a:srgbClr val="E7D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4" name="Splat 1614"/>
            <p:cNvSpPr>
              <a:spLocks noGrp="1"/>
            </p:cNvSpPr>
            <p:nvPr/>
          </p:nvSpPr>
          <p:spPr>
            <a:xfrm rot="5400000">
              <a:off x="1392210" y="2334095"/>
              <a:ext cx="36325" cy="36325"/>
            </a:xfrm>
            <a:prstGeom prst="ellipse">
              <a:avLst/>
            </a:prstGeom>
            <a:gradFill>
              <a:gsLst>
                <a:gs pos="0">
                  <a:srgbClr val="5E6593">
                    <a:alpha val="16081"/>
                  </a:srgbClr>
                </a:gs>
                <a:gs pos="14286">
                  <a:srgbClr val="5E6593">
                    <a:alpha val="14883"/>
                  </a:srgbClr>
                </a:gs>
                <a:gs pos="28571">
                  <a:srgbClr val="5E6593">
                    <a:alpha val="11760"/>
                  </a:srgbClr>
                </a:gs>
                <a:gs pos="42857">
                  <a:srgbClr val="5E6593">
                    <a:alpha val="7879"/>
                  </a:srgbClr>
                </a:gs>
                <a:gs pos="57143">
                  <a:srgbClr val="5E6593">
                    <a:alpha val="4445"/>
                  </a:srgbClr>
                </a:gs>
                <a:gs pos="71429">
                  <a:srgbClr val="5E6593">
                    <a:alpha val="2106"/>
                  </a:srgbClr>
                </a:gs>
                <a:gs pos="85714">
                  <a:srgbClr val="5E6593">
                    <a:alpha val="838"/>
                  </a:srgbClr>
                </a:gs>
                <a:gs pos="100000">
                  <a:srgbClr val="5E6593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5" name="Splat 1615"/>
            <p:cNvSpPr>
              <a:spLocks noGrp="1"/>
            </p:cNvSpPr>
            <p:nvPr/>
          </p:nvSpPr>
          <p:spPr>
            <a:xfrm rot="9559975">
              <a:off x="1773115" y="3673676"/>
              <a:ext cx="127786" cy="58085"/>
            </a:xfrm>
            <a:prstGeom prst="ellipse">
              <a:avLst/>
            </a:prstGeom>
            <a:gradFill>
              <a:gsLst>
                <a:gs pos="0">
                  <a:srgbClr val="EB00FF">
                    <a:alpha val="32968"/>
                  </a:srgbClr>
                </a:gs>
                <a:gs pos="14286">
                  <a:srgbClr val="EB00FF">
                    <a:alpha val="30764"/>
                  </a:srgbClr>
                </a:gs>
                <a:gs pos="28571">
                  <a:srgbClr val="EB00FF">
                    <a:alpha val="24833"/>
                  </a:srgbClr>
                </a:gs>
                <a:gs pos="42857">
                  <a:srgbClr val="EB00FF">
                    <a:alpha val="17075"/>
                  </a:srgbClr>
                </a:gs>
                <a:gs pos="57143">
                  <a:srgbClr val="EB00FF">
                    <a:alpha val="9855"/>
                  </a:srgbClr>
                </a:gs>
                <a:gs pos="71429">
                  <a:srgbClr val="EB00FF">
                    <a:alpha val="4740"/>
                  </a:srgbClr>
                </a:gs>
                <a:gs pos="85714">
                  <a:srgbClr val="EB00FF">
                    <a:alpha val="1902"/>
                  </a:srgbClr>
                </a:gs>
                <a:gs pos="100000">
                  <a:srgbClr val="EB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6" name="Splat 1616"/>
            <p:cNvSpPr>
              <a:spLocks noGrp="1"/>
            </p:cNvSpPr>
            <p:nvPr/>
          </p:nvSpPr>
          <p:spPr>
            <a:xfrm rot="6856978">
              <a:off x="2792723" y="1049685"/>
              <a:ext cx="68461" cy="18197"/>
            </a:xfrm>
            <a:prstGeom prst="ellipse">
              <a:avLst/>
            </a:prstGeom>
            <a:gradFill>
              <a:gsLst>
                <a:gs pos="0">
                  <a:srgbClr val="A14750">
                    <a:alpha val="16055"/>
                  </a:srgbClr>
                </a:gs>
                <a:gs pos="14286">
                  <a:srgbClr val="A14750">
                    <a:alpha val="14859"/>
                  </a:srgbClr>
                </a:gs>
                <a:gs pos="28571">
                  <a:srgbClr val="A14750">
                    <a:alpha val="11741"/>
                  </a:srgbClr>
                </a:gs>
                <a:gs pos="42857">
                  <a:srgbClr val="A14750">
                    <a:alpha val="7866"/>
                  </a:srgbClr>
                </a:gs>
                <a:gs pos="57143">
                  <a:srgbClr val="A14750">
                    <a:alpha val="4438"/>
                  </a:srgbClr>
                </a:gs>
                <a:gs pos="71429">
                  <a:srgbClr val="A14750">
                    <a:alpha val="2102"/>
                  </a:srgbClr>
                </a:gs>
                <a:gs pos="85714">
                  <a:srgbClr val="A14750">
                    <a:alpha val="837"/>
                  </a:srgbClr>
                </a:gs>
                <a:gs pos="100000">
                  <a:srgbClr val="A14750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7" name="Splat 1617"/>
            <p:cNvSpPr>
              <a:spLocks noGrp="1"/>
            </p:cNvSpPr>
            <p:nvPr/>
          </p:nvSpPr>
          <p:spPr>
            <a:xfrm rot="8676248">
              <a:off x="2878189" y="1122469"/>
              <a:ext cx="127430" cy="57923"/>
            </a:xfrm>
            <a:prstGeom prst="ellipse">
              <a:avLst/>
            </a:prstGeom>
            <a:gradFill>
              <a:gsLst>
                <a:gs pos="0">
                  <a:srgbClr val="A6FFFF">
                    <a:alpha val="32968"/>
                  </a:srgbClr>
                </a:gs>
                <a:gs pos="14286">
                  <a:srgbClr val="A6FFFF">
                    <a:alpha val="30764"/>
                  </a:srgbClr>
                </a:gs>
                <a:gs pos="28571">
                  <a:srgbClr val="A6FFFF">
                    <a:alpha val="24833"/>
                  </a:srgbClr>
                </a:gs>
                <a:gs pos="42857">
                  <a:srgbClr val="A6FFFF">
                    <a:alpha val="17075"/>
                  </a:srgbClr>
                </a:gs>
                <a:gs pos="57143">
                  <a:srgbClr val="A6FFFF">
                    <a:alpha val="9855"/>
                  </a:srgbClr>
                </a:gs>
                <a:gs pos="71429">
                  <a:srgbClr val="A6FFFF">
                    <a:alpha val="4740"/>
                  </a:srgbClr>
                </a:gs>
                <a:gs pos="85714">
                  <a:srgbClr val="A6FFFF">
                    <a:alpha val="1902"/>
                  </a:srgbClr>
                </a:gs>
                <a:gs pos="100000">
                  <a:srgbClr val="A6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8" name="Splat 1618"/>
            <p:cNvSpPr>
              <a:spLocks noGrp="1"/>
            </p:cNvSpPr>
            <p:nvPr/>
          </p:nvSpPr>
          <p:spPr>
            <a:xfrm rot="10631188">
              <a:off x="2420171" y="1954088"/>
              <a:ext cx="127408" cy="5791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9" name="Splat 1619"/>
            <p:cNvSpPr>
              <a:spLocks noGrp="1"/>
            </p:cNvSpPr>
            <p:nvPr/>
          </p:nvSpPr>
          <p:spPr>
            <a:xfrm rot="9579085">
              <a:off x="507786" y="4288343"/>
              <a:ext cx="68461" cy="17855"/>
            </a:xfrm>
            <a:prstGeom prst="ellipse">
              <a:avLst/>
            </a:prstGeom>
            <a:gradFill>
              <a:gsLst>
                <a:gs pos="0">
                  <a:srgbClr val="DCCFF3">
                    <a:alpha val="16309"/>
                  </a:srgbClr>
                </a:gs>
                <a:gs pos="14286">
                  <a:srgbClr val="DCCFF3">
                    <a:alpha val="15096"/>
                  </a:srgbClr>
                </a:gs>
                <a:gs pos="28571">
                  <a:srgbClr val="DCCFF3">
                    <a:alpha val="11932"/>
                  </a:srgbClr>
                </a:gs>
                <a:gs pos="42857">
                  <a:srgbClr val="DCCFF3">
                    <a:alpha val="7996"/>
                  </a:srgbClr>
                </a:gs>
                <a:gs pos="57143">
                  <a:srgbClr val="DCCFF3">
                    <a:alpha val="4513"/>
                  </a:srgbClr>
                </a:gs>
                <a:gs pos="71429">
                  <a:srgbClr val="DCCFF3">
                    <a:alpha val="2138"/>
                  </a:srgbClr>
                </a:gs>
                <a:gs pos="85714">
                  <a:srgbClr val="DCCFF3">
                    <a:alpha val="851"/>
                  </a:srgbClr>
                </a:gs>
                <a:gs pos="100000">
                  <a:srgbClr val="DCCFF3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0" name="Splat 1620"/>
            <p:cNvSpPr>
              <a:spLocks noGrp="1"/>
            </p:cNvSpPr>
            <p:nvPr/>
          </p:nvSpPr>
          <p:spPr>
            <a:xfrm rot="5400000">
              <a:off x="469971" y="3987819"/>
              <a:ext cx="408224" cy="408224"/>
            </a:xfrm>
            <a:prstGeom prst="ellipse">
              <a:avLst/>
            </a:prstGeom>
            <a:gradFill>
              <a:gsLst>
                <a:gs pos="0">
                  <a:srgbClr val="FBFFFF">
                    <a:alpha val="30504"/>
                  </a:srgbClr>
                </a:gs>
                <a:gs pos="14286">
                  <a:srgbClr val="FBFFFF">
                    <a:alpha val="28428"/>
                  </a:srgbClr>
                </a:gs>
                <a:gs pos="28571">
                  <a:srgbClr val="FBFFFF">
                    <a:alpha val="22871"/>
                  </a:srgbClr>
                </a:gs>
                <a:gs pos="42857">
                  <a:srgbClr val="FBFFFF">
                    <a:alpha val="15662"/>
                  </a:srgbClr>
                </a:gs>
                <a:gs pos="57143">
                  <a:srgbClr val="FBFFFF">
                    <a:alpha val="9007"/>
                  </a:srgbClr>
                </a:gs>
                <a:gs pos="71429">
                  <a:srgbClr val="FBFFFF">
                    <a:alpha val="4322"/>
                  </a:srgbClr>
                </a:gs>
                <a:gs pos="85714">
                  <a:srgbClr val="FBFFFF">
                    <a:alpha val="1732"/>
                  </a:srgbClr>
                </a:gs>
                <a:gs pos="100000">
                  <a:srgbClr val="FBFFFF">
                    <a:alpha val="5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1" name="Splat 1621"/>
            <p:cNvSpPr>
              <a:spLocks noGrp="1"/>
            </p:cNvSpPr>
            <p:nvPr/>
          </p:nvSpPr>
          <p:spPr>
            <a:xfrm rot="6097322">
              <a:off x="2792880" y="1468945"/>
              <a:ext cx="68461" cy="18085"/>
            </a:xfrm>
            <a:prstGeom prst="ellipse">
              <a:avLst/>
            </a:prstGeom>
            <a:gradFill>
              <a:gsLst>
                <a:gs pos="0">
                  <a:srgbClr val="4A1C2D">
                    <a:alpha val="16139"/>
                  </a:srgbClr>
                </a:gs>
                <a:gs pos="14286">
                  <a:srgbClr val="4A1C2D">
                    <a:alpha val="14936"/>
                  </a:srgbClr>
                </a:gs>
                <a:gs pos="28571">
                  <a:srgbClr val="4A1C2D">
                    <a:alpha val="11804"/>
                  </a:srgbClr>
                </a:gs>
                <a:gs pos="42857">
                  <a:srgbClr val="4A1C2D">
                    <a:alpha val="7908"/>
                  </a:srgbClr>
                </a:gs>
                <a:gs pos="57143">
                  <a:srgbClr val="4A1C2D">
                    <a:alpha val="4462"/>
                  </a:srgbClr>
                </a:gs>
                <a:gs pos="71429">
                  <a:srgbClr val="4A1C2D">
                    <a:alpha val="2114"/>
                  </a:srgbClr>
                </a:gs>
                <a:gs pos="85714">
                  <a:srgbClr val="4A1C2D">
                    <a:alpha val="841"/>
                  </a:srgbClr>
                </a:gs>
                <a:gs pos="100000">
                  <a:srgbClr val="4A1C2D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2" name="Splat 1622"/>
            <p:cNvSpPr>
              <a:spLocks noGrp="1"/>
            </p:cNvSpPr>
            <p:nvPr/>
          </p:nvSpPr>
          <p:spPr>
            <a:xfrm rot="9656525">
              <a:off x="202609" y="4428461"/>
              <a:ext cx="68461" cy="18149"/>
            </a:xfrm>
            <a:prstGeom prst="ellipse">
              <a:avLst/>
            </a:prstGeom>
            <a:gradFill>
              <a:gsLst>
                <a:gs pos="0">
                  <a:srgbClr val="D7A3C7">
                    <a:alpha val="16091"/>
                  </a:srgbClr>
                </a:gs>
                <a:gs pos="14286">
                  <a:srgbClr val="D7A3C7">
                    <a:alpha val="14892"/>
                  </a:srgbClr>
                </a:gs>
                <a:gs pos="28571">
                  <a:srgbClr val="D7A3C7">
                    <a:alpha val="11768"/>
                  </a:srgbClr>
                </a:gs>
                <a:gs pos="42857">
                  <a:srgbClr val="D7A3C7">
                    <a:alpha val="7884"/>
                  </a:srgbClr>
                </a:gs>
                <a:gs pos="57143">
                  <a:srgbClr val="D7A3C7">
                    <a:alpha val="4448"/>
                  </a:srgbClr>
                </a:gs>
                <a:gs pos="71429">
                  <a:srgbClr val="D7A3C7">
                    <a:alpha val="2107"/>
                  </a:srgbClr>
                </a:gs>
                <a:gs pos="85714">
                  <a:srgbClr val="D7A3C7">
                    <a:alpha val="839"/>
                  </a:srgbClr>
                </a:gs>
                <a:gs pos="100000">
                  <a:srgbClr val="D7A3C7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3" name="Splat 1623"/>
            <p:cNvSpPr>
              <a:spLocks noGrp="1"/>
            </p:cNvSpPr>
            <p:nvPr/>
          </p:nvSpPr>
          <p:spPr>
            <a:xfrm rot="9728411">
              <a:off x="2296674" y="1192478"/>
              <a:ext cx="126722" cy="576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4" name="Splat 1624"/>
            <p:cNvSpPr>
              <a:spLocks noGrp="1"/>
            </p:cNvSpPr>
            <p:nvPr/>
          </p:nvSpPr>
          <p:spPr>
            <a:xfrm rot="5400000">
              <a:off x="1154038" y="2045075"/>
              <a:ext cx="40905" cy="40905"/>
            </a:xfrm>
            <a:prstGeom prst="ellipse">
              <a:avLst/>
            </a:prstGeom>
            <a:gradFill>
              <a:gsLst>
                <a:gs pos="0">
                  <a:srgbClr val="63435F">
                    <a:alpha val="18814"/>
                  </a:srgbClr>
                </a:gs>
                <a:gs pos="14286">
                  <a:srgbClr val="63435F">
                    <a:alpha val="17434"/>
                  </a:srgbClr>
                </a:gs>
                <a:gs pos="28571">
                  <a:srgbClr val="63435F">
                    <a:alpha val="13821"/>
                  </a:srgbClr>
                </a:gs>
                <a:gs pos="42857">
                  <a:srgbClr val="63435F">
                    <a:alpha val="9296"/>
                  </a:srgbClr>
                </a:gs>
                <a:gs pos="57143">
                  <a:srgbClr val="63435F">
                    <a:alpha val="5263"/>
                  </a:srgbClr>
                </a:gs>
                <a:gs pos="71429">
                  <a:srgbClr val="63435F">
                    <a:alpha val="2499"/>
                  </a:srgbClr>
                </a:gs>
                <a:gs pos="85714">
                  <a:srgbClr val="63435F">
                    <a:alpha val="996"/>
                  </a:srgbClr>
                </a:gs>
                <a:gs pos="100000">
                  <a:srgbClr val="63435F">
                    <a:alpha val="3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5" name="Splat 1625"/>
            <p:cNvSpPr>
              <a:spLocks noGrp="1"/>
            </p:cNvSpPr>
            <p:nvPr/>
          </p:nvSpPr>
          <p:spPr>
            <a:xfrm rot="-10355878">
              <a:off x="1149462" y="964499"/>
              <a:ext cx="68461" cy="18002"/>
            </a:xfrm>
            <a:prstGeom prst="ellipse">
              <a:avLst/>
            </a:prstGeom>
            <a:gradFill>
              <a:gsLst>
                <a:gs pos="0">
                  <a:srgbClr val="E6AFAB">
                    <a:alpha val="16201"/>
                  </a:srgbClr>
                </a:gs>
                <a:gs pos="14286">
                  <a:srgbClr val="E6AFAB">
                    <a:alpha val="14994"/>
                  </a:srgbClr>
                </a:gs>
                <a:gs pos="28571">
                  <a:srgbClr val="E6AFAB">
                    <a:alpha val="11850"/>
                  </a:srgbClr>
                </a:gs>
                <a:gs pos="42857">
                  <a:srgbClr val="E6AFAB">
                    <a:alpha val="7940"/>
                  </a:srgbClr>
                </a:gs>
                <a:gs pos="57143">
                  <a:srgbClr val="E6AFAB">
                    <a:alpha val="4481"/>
                  </a:srgbClr>
                </a:gs>
                <a:gs pos="71429">
                  <a:srgbClr val="E6AFAB">
                    <a:alpha val="2123"/>
                  </a:srgbClr>
                </a:gs>
                <a:gs pos="85714">
                  <a:srgbClr val="E6AFAB">
                    <a:alpha val="845"/>
                  </a:srgbClr>
                </a:gs>
                <a:gs pos="100000">
                  <a:srgbClr val="E6AFAB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6" name="Splat 1626"/>
            <p:cNvSpPr>
              <a:spLocks noGrp="1"/>
            </p:cNvSpPr>
            <p:nvPr/>
          </p:nvSpPr>
          <p:spPr>
            <a:xfrm rot="-9865408">
              <a:off x="1289459" y="788727"/>
              <a:ext cx="126522" cy="57510"/>
            </a:xfrm>
            <a:prstGeom prst="ellipse">
              <a:avLst/>
            </a:prstGeom>
            <a:gradFill>
              <a:gsLst>
                <a:gs pos="0">
                  <a:srgbClr val="39D7FF">
                    <a:alpha val="32968"/>
                  </a:srgbClr>
                </a:gs>
                <a:gs pos="14286">
                  <a:srgbClr val="39D7FF">
                    <a:alpha val="30764"/>
                  </a:srgbClr>
                </a:gs>
                <a:gs pos="28571">
                  <a:srgbClr val="39D7FF">
                    <a:alpha val="24833"/>
                  </a:srgbClr>
                </a:gs>
                <a:gs pos="42857">
                  <a:srgbClr val="39D7FF">
                    <a:alpha val="17075"/>
                  </a:srgbClr>
                </a:gs>
                <a:gs pos="57143">
                  <a:srgbClr val="39D7FF">
                    <a:alpha val="9855"/>
                  </a:srgbClr>
                </a:gs>
                <a:gs pos="71429">
                  <a:srgbClr val="39D7FF">
                    <a:alpha val="4740"/>
                  </a:srgbClr>
                </a:gs>
                <a:gs pos="85714">
                  <a:srgbClr val="39D7FF">
                    <a:alpha val="1902"/>
                  </a:srgbClr>
                </a:gs>
                <a:gs pos="100000">
                  <a:srgbClr val="39D7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7" name="Splat 1627"/>
            <p:cNvSpPr>
              <a:spLocks noGrp="1"/>
            </p:cNvSpPr>
            <p:nvPr/>
          </p:nvSpPr>
          <p:spPr>
            <a:xfrm rot="10161531">
              <a:off x="2420903" y="2093480"/>
              <a:ext cx="126255" cy="57389"/>
            </a:xfrm>
            <a:prstGeom prst="ellipse">
              <a:avLst/>
            </a:prstGeom>
            <a:gradFill>
              <a:gsLst>
                <a:gs pos="0">
                  <a:srgbClr val="AB0081">
                    <a:alpha val="32968"/>
                  </a:srgbClr>
                </a:gs>
                <a:gs pos="14286">
                  <a:srgbClr val="AB0081">
                    <a:alpha val="30764"/>
                  </a:srgbClr>
                </a:gs>
                <a:gs pos="28571">
                  <a:srgbClr val="AB0081">
                    <a:alpha val="24833"/>
                  </a:srgbClr>
                </a:gs>
                <a:gs pos="42857">
                  <a:srgbClr val="AB0081">
                    <a:alpha val="17075"/>
                  </a:srgbClr>
                </a:gs>
                <a:gs pos="57143">
                  <a:srgbClr val="AB0081">
                    <a:alpha val="9855"/>
                  </a:srgbClr>
                </a:gs>
                <a:gs pos="71429">
                  <a:srgbClr val="AB0081">
                    <a:alpha val="4740"/>
                  </a:srgbClr>
                </a:gs>
                <a:gs pos="85714">
                  <a:srgbClr val="AB0081">
                    <a:alpha val="1902"/>
                  </a:srgbClr>
                </a:gs>
                <a:gs pos="100000">
                  <a:srgbClr val="AB008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8" name="Splat 1628"/>
            <p:cNvSpPr>
              <a:spLocks noGrp="1"/>
            </p:cNvSpPr>
            <p:nvPr/>
          </p:nvSpPr>
          <p:spPr>
            <a:xfrm rot="10396238">
              <a:off x="2690972" y="2259382"/>
              <a:ext cx="125998" cy="5727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9" name="Splat 1629"/>
            <p:cNvSpPr>
              <a:spLocks noGrp="1"/>
            </p:cNvSpPr>
            <p:nvPr/>
          </p:nvSpPr>
          <p:spPr>
            <a:xfrm rot="-10439226">
              <a:off x="2186818" y="2093778"/>
              <a:ext cx="125711" cy="571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0" name="Splat 1630"/>
            <p:cNvSpPr>
              <a:spLocks noGrp="1"/>
            </p:cNvSpPr>
            <p:nvPr/>
          </p:nvSpPr>
          <p:spPr>
            <a:xfrm rot="-8914889">
              <a:off x="2635185" y="1857989"/>
              <a:ext cx="125612" cy="57096"/>
            </a:xfrm>
            <a:prstGeom prst="ellipse">
              <a:avLst/>
            </a:prstGeom>
            <a:gradFill>
              <a:gsLst>
                <a:gs pos="0">
                  <a:srgbClr val="D80000">
                    <a:alpha val="32968"/>
                  </a:srgbClr>
                </a:gs>
                <a:gs pos="14286">
                  <a:srgbClr val="D80000">
                    <a:alpha val="30764"/>
                  </a:srgbClr>
                </a:gs>
                <a:gs pos="28571">
                  <a:srgbClr val="D80000">
                    <a:alpha val="24833"/>
                  </a:srgbClr>
                </a:gs>
                <a:gs pos="42857">
                  <a:srgbClr val="D80000">
                    <a:alpha val="17075"/>
                  </a:srgbClr>
                </a:gs>
                <a:gs pos="57143">
                  <a:srgbClr val="D80000">
                    <a:alpha val="9855"/>
                  </a:srgbClr>
                </a:gs>
                <a:gs pos="71429">
                  <a:srgbClr val="D80000">
                    <a:alpha val="4740"/>
                  </a:srgbClr>
                </a:gs>
                <a:gs pos="85714">
                  <a:srgbClr val="D80000">
                    <a:alpha val="1902"/>
                  </a:srgbClr>
                </a:gs>
                <a:gs pos="100000">
                  <a:srgbClr val="D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1" name="Splat 1631"/>
            <p:cNvSpPr>
              <a:spLocks noGrp="1"/>
            </p:cNvSpPr>
            <p:nvPr/>
          </p:nvSpPr>
          <p:spPr>
            <a:xfrm rot="5400000">
              <a:off x="540160" y="3917025"/>
              <a:ext cx="453717" cy="453717"/>
            </a:xfrm>
            <a:prstGeom prst="ellipse">
              <a:avLst/>
            </a:prstGeom>
            <a:gradFill>
              <a:gsLst>
                <a:gs pos="0">
                  <a:srgbClr val="FFFFFF">
                    <a:alpha val="1490"/>
                  </a:srgbClr>
                </a:gs>
                <a:gs pos="14286">
                  <a:srgbClr val="FFFFFF">
                    <a:alpha val="1370"/>
                  </a:srgbClr>
                </a:gs>
                <a:gs pos="28571">
                  <a:srgbClr val="FFFFFF">
                    <a:alpha val="1065"/>
                  </a:srgbClr>
                </a:gs>
                <a:gs pos="42857">
                  <a:srgbClr val="FFFFFF">
                    <a:alpha val="700"/>
                  </a:srgbClr>
                </a:gs>
                <a:gs pos="57143">
                  <a:srgbClr val="FFFFFF">
                    <a:alpha val="389"/>
                  </a:srgbClr>
                </a:gs>
                <a:gs pos="71429">
                  <a:srgbClr val="FFFFFF">
                    <a:alpha val="182"/>
                  </a:srgbClr>
                </a:gs>
                <a:gs pos="85714">
                  <a:srgbClr val="FFFFFF">
                    <a:alpha val="72"/>
                  </a:srgbClr>
                </a:gs>
                <a:gs pos="100000">
                  <a:srgbClr val="FFFFFF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2" name="Splat 1632"/>
            <p:cNvSpPr>
              <a:spLocks noGrp="1"/>
            </p:cNvSpPr>
            <p:nvPr/>
          </p:nvSpPr>
          <p:spPr>
            <a:xfrm rot="9936943">
              <a:off x="2114485" y="1534111"/>
              <a:ext cx="328612" cy="912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3" name="Splat 1633"/>
            <p:cNvSpPr>
              <a:spLocks noGrp="1"/>
            </p:cNvSpPr>
            <p:nvPr/>
          </p:nvSpPr>
          <p:spPr>
            <a:xfrm rot="5400000">
              <a:off x="1355938" y="1219483"/>
              <a:ext cx="33757" cy="33757"/>
            </a:xfrm>
            <a:prstGeom prst="ellipse">
              <a:avLst/>
            </a:prstGeom>
            <a:gradFill>
              <a:gsLst>
                <a:gs pos="0">
                  <a:srgbClr val="B58C70">
                    <a:alpha val="17031"/>
                  </a:srgbClr>
                </a:gs>
                <a:gs pos="14286">
                  <a:srgbClr val="B58C70">
                    <a:alpha val="15768"/>
                  </a:srgbClr>
                </a:gs>
                <a:gs pos="28571">
                  <a:srgbClr val="B58C70">
                    <a:alpha val="12474"/>
                  </a:srgbClr>
                </a:gs>
                <a:gs pos="42857">
                  <a:srgbClr val="B58C70">
                    <a:alpha val="8368"/>
                  </a:srgbClr>
                </a:gs>
                <a:gs pos="57143">
                  <a:srgbClr val="B58C70">
                    <a:alpha val="4727"/>
                  </a:srgbClr>
                </a:gs>
                <a:gs pos="71429">
                  <a:srgbClr val="B58C70">
                    <a:alpha val="2241"/>
                  </a:srgbClr>
                </a:gs>
                <a:gs pos="85714">
                  <a:srgbClr val="B58C70">
                    <a:alpha val="892"/>
                  </a:srgbClr>
                </a:gs>
                <a:gs pos="100000">
                  <a:srgbClr val="B58C70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4" name="Splat 1634"/>
            <p:cNvSpPr>
              <a:spLocks noGrp="1"/>
            </p:cNvSpPr>
            <p:nvPr/>
          </p:nvSpPr>
          <p:spPr>
            <a:xfrm rot="-10051167">
              <a:off x="1995229" y="1584987"/>
              <a:ext cx="68461" cy="17827"/>
            </a:xfrm>
            <a:prstGeom prst="ellipse">
              <a:avLst/>
            </a:prstGeom>
            <a:gradFill>
              <a:gsLst>
                <a:gs pos="0">
                  <a:srgbClr val="439AC8">
                    <a:alpha val="16330"/>
                  </a:srgbClr>
                </a:gs>
                <a:gs pos="14286">
                  <a:srgbClr val="439AC8">
                    <a:alpha val="15115"/>
                  </a:srgbClr>
                </a:gs>
                <a:gs pos="28571">
                  <a:srgbClr val="439AC8">
                    <a:alpha val="11948"/>
                  </a:srgbClr>
                </a:gs>
                <a:gs pos="42857">
                  <a:srgbClr val="439AC8">
                    <a:alpha val="8007"/>
                  </a:srgbClr>
                </a:gs>
                <a:gs pos="57143">
                  <a:srgbClr val="439AC8">
                    <a:alpha val="4519"/>
                  </a:srgbClr>
                </a:gs>
                <a:gs pos="71429">
                  <a:srgbClr val="439AC8">
                    <a:alpha val="2141"/>
                  </a:srgbClr>
                </a:gs>
                <a:gs pos="85714">
                  <a:srgbClr val="439AC8">
                    <a:alpha val="852"/>
                  </a:srgbClr>
                </a:gs>
                <a:gs pos="100000">
                  <a:srgbClr val="439AC8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5" name="Splat 1635"/>
            <p:cNvSpPr>
              <a:spLocks noGrp="1"/>
            </p:cNvSpPr>
            <p:nvPr/>
          </p:nvSpPr>
          <p:spPr>
            <a:xfrm rot="5400000">
              <a:off x="-173546" y="2153999"/>
              <a:ext cx="489057" cy="489057"/>
            </a:xfrm>
            <a:prstGeom prst="ellipse">
              <a:avLst/>
            </a:prstGeom>
            <a:gradFill>
              <a:gsLst>
                <a:gs pos="0">
                  <a:srgbClr val="FFEAA2">
                    <a:alpha val="28171"/>
                  </a:srgbClr>
                </a:gs>
                <a:gs pos="14286">
                  <a:srgbClr val="FFEAA2">
                    <a:alpha val="26223"/>
                  </a:srgbClr>
                </a:gs>
                <a:gs pos="28571">
                  <a:srgbClr val="FFEAA2">
                    <a:alpha val="21033"/>
                  </a:srgbClr>
                </a:gs>
                <a:gs pos="42857">
                  <a:srgbClr val="FFEAA2">
                    <a:alpha val="14349"/>
                  </a:srgbClr>
                </a:gs>
                <a:gs pos="57143">
                  <a:srgbClr val="FFEAA2">
                    <a:alpha val="8224"/>
                  </a:srgbClr>
                </a:gs>
                <a:gs pos="71429">
                  <a:srgbClr val="FFEAA2">
                    <a:alpha val="3938"/>
                  </a:srgbClr>
                </a:gs>
                <a:gs pos="85714">
                  <a:srgbClr val="FFEAA2">
                    <a:alpha val="1576"/>
                  </a:srgbClr>
                </a:gs>
                <a:gs pos="100000">
                  <a:srgbClr val="FFEAA2">
                    <a:alpha val="5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6" name="Splat 1636"/>
            <p:cNvSpPr>
              <a:spLocks noGrp="1"/>
            </p:cNvSpPr>
            <p:nvPr/>
          </p:nvSpPr>
          <p:spPr>
            <a:xfrm rot="9831531">
              <a:off x="1832528" y="1257726"/>
              <a:ext cx="125079" cy="5685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7" name="Splat 1637"/>
            <p:cNvSpPr>
              <a:spLocks noGrp="1"/>
            </p:cNvSpPr>
            <p:nvPr/>
          </p:nvSpPr>
          <p:spPr>
            <a:xfrm rot="-10081758">
              <a:off x="2071388" y="1952484"/>
              <a:ext cx="124815" cy="56734"/>
            </a:xfrm>
            <a:prstGeom prst="ellipse">
              <a:avLst/>
            </a:prstGeom>
            <a:gradFill>
              <a:gsLst>
                <a:gs pos="0">
                  <a:srgbClr val="CDE9FF">
                    <a:alpha val="32968"/>
                  </a:srgbClr>
                </a:gs>
                <a:gs pos="14286">
                  <a:srgbClr val="CDE9FF">
                    <a:alpha val="30764"/>
                  </a:srgbClr>
                </a:gs>
                <a:gs pos="28571">
                  <a:srgbClr val="CDE9FF">
                    <a:alpha val="24833"/>
                  </a:srgbClr>
                </a:gs>
                <a:gs pos="42857">
                  <a:srgbClr val="CDE9FF">
                    <a:alpha val="17075"/>
                  </a:srgbClr>
                </a:gs>
                <a:gs pos="57143">
                  <a:srgbClr val="CDE9FF">
                    <a:alpha val="9855"/>
                  </a:srgbClr>
                </a:gs>
                <a:gs pos="71429">
                  <a:srgbClr val="CDE9FF">
                    <a:alpha val="4740"/>
                  </a:srgbClr>
                </a:gs>
                <a:gs pos="85714">
                  <a:srgbClr val="CDE9FF">
                    <a:alpha val="1902"/>
                  </a:srgbClr>
                </a:gs>
                <a:gs pos="100000">
                  <a:srgbClr val="CDE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8" name="Splat 1638"/>
            <p:cNvSpPr>
              <a:spLocks noGrp="1"/>
            </p:cNvSpPr>
            <p:nvPr/>
          </p:nvSpPr>
          <p:spPr>
            <a:xfrm rot="5400000">
              <a:off x="-248649" y="4254964"/>
              <a:ext cx="542508" cy="542508"/>
            </a:xfrm>
            <a:prstGeom prst="ellipse">
              <a:avLst/>
            </a:prstGeom>
            <a:gradFill>
              <a:gsLst>
                <a:gs pos="0">
                  <a:srgbClr val="FF46AD">
                    <a:alpha val="16681"/>
                  </a:srgbClr>
                </a:gs>
                <a:gs pos="14286">
                  <a:srgbClr val="FF46AD">
                    <a:alpha val="15442"/>
                  </a:srgbClr>
                </a:gs>
                <a:gs pos="28571">
                  <a:srgbClr val="FF46AD">
                    <a:alpha val="12211"/>
                  </a:srgbClr>
                </a:gs>
                <a:gs pos="42857">
                  <a:srgbClr val="FF46AD">
                    <a:alpha val="8187"/>
                  </a:srgbClr>
                </a:gs>
                <a:gs pos="57143">
                  <a:srgbClr val="FF46AD">
                    <a:alpha val="4623"/>
                  </a:srgbClr>
                </a:gs>
                <a:gs pos="71429">
                  <a:srgbClr val="FF46AD">
                    <a:alpha val="2191"/>
                  </a:srgbClr>
                </a:gs>
                <a:gs pos="85714">
                  <a:srgbClr val="FF46AD">
                    <a:alpha val="872"/>
                  </a:srgbClr>
                </a:gs>
                <a:gs pos="100000">
                  <a:srgbClr val="FF46AD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9" name="Splat 1639"/>
            <p:cNvSpPr>
              <a:spLocks noGrp="1"/>
            </p:cNvSpPr>
            <p:nvPr/>
          </p:nvSpPr>
          <p:spPr>
            <a:xfrm rot="5272896">
              <a:off x="2003717" y="2885812"/>
              <a:ext cx="124733" cy="56697"/>
            </a:xfrm>
            <a:prstGeom prst="ellipse">
              <a:avLst/>
            </a:prstGeom>
            <a:gradFill>
              <a:gsLst>
                <a:gs pos="0">
                  <a:srgbClr val="FF0000">
                    <a:alpha val="8270"/>
                  </a:srgbClr>
                </a:gs>
                <a:gs pos="14286">
                  <a:srgbClr val="FF0000">
                    <a:alpha val="7628"/>
                  </a:srgbClr>
                </a:gs>
                <a:gs pos="28571">
                  <a:srgbClr val="FF0000">
                    <a:alpha val="5975"/>
                  </a:srgbClr>
                </a:gs>
                <a:gs pos="42857">
                  <a:srgbClr val="FF0000">
                    <a:alpha val="3960"/>
                  </a:srgbClr>
                </a:gs>
                <a:gs pos="57143">
                  <a:srgbClr val="FF0000">
                    <a:alpha val="2214"/>
                  </a:srgbClr>
                </a:gs>
                <a:gs pos="71429">
                  <a:srgbClr val="FF0000">
                    <a:alpha val="1043"/>
                  </a:srgbClr>
                </a:gs>
                <a:gs pos="85714">
                  <a:srgbClr val="FF0000">
                    <a:alpha val="414"/>
                  </a:srgbClr>
                </a:gs>
                <a:gs pos="100000">
                  <a:srgbClr val="FF0000">
                    <a:alpha val="1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0" name="Splat 1640"/>
            <p:cNvSpPr>
              <a:spLocks noGrp="1"/>
            </p:cNvSpPr>
            <p:nvPr/>
          </p:nvSpPr>
          <p:spPr>
            <a:xfrm rot="10772540">
              <a:off x="1967082" y="1229178"/>
              <a:ext cx="124732" cy="56696"/>
            </a:xfrm>
            <a:prstGeom prst="ellipse">
              <a:avLst/>
            </a:prstGeom>
            <a:gradFill>
              <a:gsLst>
                <a:gs pos="0">
                  <a:srgbClr val="FFFF53">
                    <a:alpha val="32968"/>
                  </a:srgbClr>
                </a:gs>
                <a:gs pos="14286">
                  <a:srgbClr val="FFFF53">
                    <a:alpha val="30764"/>
                  </a:srgbClr>
                </a:gs>
                <a:gs pos="28571">
                  <a:srgbClr val="FFFF53">
                    <a:alpha val="24833"/>
                  </a:srgbClr>
                </a:gs>
                <a:gs pos="42857">
                  <a:srgbClr val="FFFF53">
                    <a:alpha val="17075"/>
                  </a:srgbClr>
                </a:gs>
                <a:gs pos="57143">
                  <a:srgbClr val="FFFF53">
                    <a:alpha val="9855"/>
                  </a:srgbClr>
                </a:gs>
                <a:gs pos="71429">
                  <a:srgbClr val="FFFF53">
                    <a:alpha val="4740"/>
                  </a:srgbClr>
                </a:gs>
                <a:gs pos="85714">
                  <a:srgbClr val="FFFF53">
                    <a:alpha val="1902"/>
                  </a:srgbClr>
                </a:gs>
                <a:gs pos="100000">
                  <a:srgbClr val="FFFF5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1" name="Splat 1641"/>
            <p:cNvSpPr>
              <a:spLocks noGrp="1"/>
            </p:cNvSpPr>
            <p:nvPr/>
          </p:nvSpPr>
          <p:spPr>
            <a:xfrm rot="5355036">
              <a:off x="1771513" y="2482453"/>
              <a:ext cx="505141" cy="216898"/>
            </a:xfrm>
            <a:prstGeom prst="ellipse">
              <a:avLst/>
            </a:prstGeom>
            <a:gradFill>
              <a:gsLst>
                <a:gs pos="0">
                  <a:srgbClr val="FFBBC2">
                    <a:alpha val="27729"/>
                  </a:srgbClr>
                </a:gs>
                <a:gs pos="14286">
                  <a:srgbClr val="FFBBC2">
                    <a:alpha val="25805"/>
                  </a:srgbClr>
                </a:gs>
                <a:gs pos="28571">
                  <a:srgbClr val="FFBBC2">
                    <a:alpha val="20686"/>
                  </a:srgbClr>
                </a:gs>
                <a:gs pos="42857">
                  <a:srgbClr val="FFBBC2">
                    <a:alpha val="14102"/>
                  </a:srgbClr>
                </a:gs>
                <a:gs pos="57143">
                  <a:srgbClr val="FFBBC2">
                    <a:alpha val="8078"/>
                  </a:srgbClr>
                </a:gs>
                <a:gs pos="71429">
                  <a:srgbClr val="FFBBC2">
                    <a:alpha val="3866"/>
                  </a:srgbClr>
                </a:gs>
                <a:gs pos="85714">
                  <a:srgbClr val="FFBBC2">
                    <a:alpha val="1547"/>
                  </a:srgbClr>
                </a:gs>
                <a:gs pos="100000">
                  <a:srgbClr val="FFBBC2">
                    <a:alpha val="5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2" name="Splat 1642"/>
            <p:cNvSpPr>
              <a:spLocks noGrp="1"/>
            </p:cNvSpPr>
            <p:nvPr/>
          </p:nvSpPr>
          <p:spPr>
            <a:xfrm rot="10437658">
              <a:off x="1807890" y="1267594"/>
              <a:ext cx="221247" cy="6145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3" name="Splat 1643"/>
            <p:cNvSpPr>
              <a:spLocks noGrp="1"/>
            </p:cNvSpPr>
            <p:nvPr/>
          </p:nvSpPr>
          <p:spPr>
            <a:xfrm rot="-9263957">
              <a:off x="2348278" y="1599294"/>
              <a:ext cx="124394" cy="56543"/>
            </a:xfrm>
            <a:prstGeom prst="ellipse">
              <a:avLst/>
            </a:prstGeom>
            <a:gradFill>
              <a:gsLst>
                <a:gs pos="0">
                  <a:srgbClr val="FFE1FF">
                    <a:alpha val="32968"/>
                  </a:srgbClr>
                </a:gs>
                <a:gs pos="14286">
                  <a:srgbClr val="FFE1FF">
                    <a:alpha val="30764"/>
                  </a:srgbClr>
                </a:gs>
                <a:gs pos="28571">
                  <a:srgbClr val="FFE1FF">
                    <a:alpha val="24833"/>
                  </a:srgbClr>
                </a:gs>
                <a:gs pos="42857">
                  <a:srgbClr val="FFE1FF">
                    <a:alpha val="17075"/>
                  </a:srgbClr>
                </a:gs>
                <a:gs pos="57143">
                  <a:srgbClr val="FFE1FF">
                    <a:alpha val="9855"/>
                  </a:srgbClr>
                </a:gs>
                <a:gs pos="71429">
                  <a:srgbClr val="FFE1FF">
                    <a:alpha val="4740"/>
                  </a:srgbClr>
                </a:gs>
                <a:gs pos="85714">
                  <a:srgbClr val="FFE1FF">
                    <a:alpha val="1902"/>
                  </a:srgbClr>
                </a:gs>
                <a:gs pos="100000">
                  <a:srgbClr val="FFE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4" name="Splat 1644"/>
            <p:cNvSpPr>
              <a:spLocks noGrp="1"/>
            </p:cNvSpPr>
            <p:nvPr/>
          </p:nvSpPr>
          <p:spPr>
            <a:xfrm rot="4361570">
              <a:off x="2205032" y="2665472"/>
              <a:ext cx="68461" cy="17968"/>
            </a:xfrm>
            <a:prstGeom prst="ellipse">
              <a:avLst/>
            </a:prstGeom>
            <a:gradFill>
              <a:gsLst>
                <a:gs pos="0">
                  <a:srgbClr val="805E8A">
                    <a:alpha val="16226"/>
                  </a:srgbClr>
                </a:gs>
                <a:gs pos="14286">
                  <a:srgbClr val="805E8A">
                    <a:alpha val="15018"/>
                  </a:srgbClr>
                </a:gs>
                <a:gs pos="28571">
                  <a:srgbClr val="805E8A">
                    <a:alpha val="11869"/>
                  </a:srgbClr>
                </a:gs>
                <a:gs pos="42857">
                  <a:srgbClr val="805E8A">
                    <a:alpha val="7953"/>
                  </a:srgbClr>
                </a:gs>
                <a:gs pos="57143">
                  <a:srgbClr val="805E8A">
                    <a:alpha val="4488"/>
                  </a:srgbClr>
                </a:gs>
                <a:gs pos="71429">
                  <a:srgbClr val="805E8A">
                    <a:alpha val="2127"/>
                  </a:srgbClr>
                </a:gs>
                <a:gs pos="85714">
                  <a:srgbClr val="805E8A">
                    <a:alpha val="846"/>
                  </a:srgbClr>
                </a:gs>
                <a:gs pos="100000">
                  <a:srgbClr val="805E8A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5" name="Splat 1645"/>
            <p:cNvSpPr>
              <a:spLocks noGrp="1"/>
            </p:cNvSpPr>
            <p:nvPr/>
          </p:nvSpPr>
          <p:spPr>
            <a:xfrm rot="4542861">
              <a:off x="2212770" y="790274"/>
              <a:ext cx="124174" cy="56443"/>
            </a:xfrm>
            <a:prstGeom prst="ellipse">
              <a:avLst/>
            </a:prstGeom>
            <a:gradFill>
              <a:gsLst>
                <a:gs pos="0">
                  <a:srgbClr val="FFFF95">
                    <a:alpha val="32968"/>
                  </a:srgbClr>
                </a:gs>
                <a:gs pos="14286">
                  <a:srgbClr val="FFFF95">
                    <a:alpha val="30764"/>
                  </a:srgbClr>
                </a:gs>
                <a:gs pos="28571">
                  <a:srgbClr val="FFFF95">
                    <a:alpha val="24833"/>
                  </a:srgbClr>
                </a:gs>
                <a:gs pos="42857">
                  <a:srgbClr val="FFFF95">
                    <a:alpha val="17075"/>
                  </a:srgbClr>
                </a:gs>
                <a:gs pos="57143">
                  <a:srgbClr val="FFFF95">
                    <a:alpha val="9855"/>
                  </a:srgbClr>
                </a:gs>
                <a:gs pos="71429">
                  <a:srgbClr val="FFFF95">
                    <a:alpha val="4740"/>
                  </a:srgbClr>
                </a:gs>
                <a:gs pos="85714">
                  <a:srgbClr val="FFFF95">
                    <a:alpha val="1902"/>
                  </a:srgbClr>
                </a:gs>
                <a:gs pos="100000">
                  <a:srgbClr val="FFFF9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6" name="Splat 1646"/>
            <p:cNvSpPr>
              <a:spLocks noGrp="1"/>
            </p:cNvSpPr>
            <p:nvPr/>
          </p:nvSpPr>
          <p:spPr>
            <a:xfrm rot="-9394731">
              <a:off x="2744028" y="638517"/>
              <a:ext cx="68461" cy="17560"/>
            </a:xfrm>
            <a:prstGeom prst="ellipse">
              <a:avLst/>
            </a:prstGeom>
            <a:gradFill>
              <a:gsLst>
                <a:gs pos="0">
                  <a:srgbClr val="D36C9D">
                    <a:alpha val="16528"/>
                  </a:srgbClr>
                </a:gs>
                <a:gs pos="14286">
                  <a:srgbClr val="D36C9D">
                    <a:alpha val="15300"/>
                  </a:srgbClr>
                </a:gs>
                <a:gs pos="28571">
                  <a:srgbClr val="D36C9D">
                    <a:alpha val="12096"/>
                  </a:srgbClr>
                </a:gs>
                <a:gs pos="42857">
                  <a:srgbClr val="D36C9D">
                    <a:alpha val="8109"/>
                  </a:srgbClr>
                </a:gs>
                <a:gs pos="57143">
                  <a:srgbClr val="D36C9D">
                    <a:alpha val="4578"/>
                  </a:srgbClr>
                </a:gs>
                <a:gs pos="71429">
                  <a:srgbClr val="D36C9D">
                    <a:alpha val="2170"/>
                  </a:srgbClr>
                </a:gs>
                <a:gs pos="85714">
                  <a:srgbClr val="D36C9D">
                    <a:alpha val="864"/>
                  </a:srgbClr>
                </a:gs>
                <a:gs pos="100000">
                  <a:srgbClr val="D36C9D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7" name="Splat 1647"/>
            <p:cNvSpPr>
              <a:spLocks noGrp="1"/>
            </p:cNvSpPr>
            <p:nvPr/>
          </p:nvSpPr>
          <p:spPr>
            <a:xfrm rot="9249886">
              <a:off x="4387198" y="2237020"/>
              <a:ext cx="124014" cy="56370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8" name="Splat 1648"/>
            <p:cNvSpPr>
              <a:spLocks noGrp="1"/>
            </p:cNvSpPr>
            <p:nvPr/>
          </p:nvSpPr>
          <p:spPr>
            <a:xfrm rot="9537011">
              <a:off x="1565939" y="1498254"/>
              <a:ext cx="123960" cy="56345"/>
            </a:xfrm>
            <a:prstGeom prst="ellipse">
              <a:avLst/>
            </a:prstGeom>
            <a:gradFill>
              <a:gsLst>
                <a:gs pos="0">
                  <a:srgbClr val="B700C5">
                    <a:alpha val="4964"/>
                  </a:srgbClr>
                </a:gs>
                <a:gs pos="14286">
                  <a:srgbClr val="B700C5">
                    <a:alpha val="4572"/>
                  </a:srgbClr>
                </a:gs>
                <a:gs pos="28571">
                  <a:srgbClr val="B700C5">
                    <a:alpha val="3569"/>
                  </a:srgbClr>
                </a:gs>
                <a:gs pos="42857">
                  <a:srgbClr val="B700C5">
                    <a:alpha val="2355"/>
                  </a:srgbClr>
                </a:gs>
                <a:gs pos="57143">
                  <a:srgbClr val="B700C5">
                    <a:alpha val="1312"/>
                  </a:srgbClr>
                </a:gs>
                <a:gs pos="71429">
                  <a:srgbClr val="B700C5">
                    <a:alpha val="616"/>
                  </a:srgbClr>
                </a:gs>
                <a:gs pos="85714">
                  <a:srgbClr val="B700C5">
                    <a:alpha val="244"/>
                  </a:srgbClr>
                </a:gs>
                <a:gs pos="100000">
                  <a:srgbClr val="B700C5">
                    <a:alpha val="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9" name="Splat 1649"/>
            <p:cNvSpPr>
              <a:spLocks noGrp="1"/>
            </p:cNvSpPr>
            <p:nvPr/>
          </p:nvSpPr>
          <p:spPr>
            <a:xfrm rot="9515014">
              <a:off x="2146029" y="630040"/>
              <a:ext cx="123946" cy="56339"/>
            </a:xfrm>
            <a:prstGeom prst="ellipse">
              <a:avLst/>
            </a:prstGeom>
            <a:gradFill>
              <a:gsLst>
                <a:gs pos="0">
                  <a:srgbClr val="5BFFFF">
                    <a:alpha val="32968"/>
                  </a:srgbClr>
                </a:gs>
                <a:gs pos="14286">
                  <a:srgbClr val="5BFFFF">
                    <a:alpha val="30764"/>
                  </a:srgbClr>
                </a:gs>
                <a:gs pos="28571">
                  <a:srgbClr val="5BFFFF">
                    <a:alpha val="24833"/>
                  </a:srgbClr>
                </a:gs>
                <a:gs pos="42857">
                  <a:srgbClr val="5BFFFF">
                    <a:alpha val="17075"/>
                  </a:srgbClr>
                </a:gs>
                <a:gs pos="57143">
                  <a:srgbClr val="5BFFFF">
                    <a:alpha val="9855"/>
                  </a:srgbClr>
                </a:gs>
                <a:gs pos="71429">
                  <a:srgbClr val="5BFFFF">
                    <a:alpha val="4740"/>
                  </a:srgbClr>
                </a:gs>
                <a:gs pos="85714">
                  <a:srgbClr val="5BFFFF">
                    <a:alpha val="1902"/>
                  </a:srgbClr>
                </a:gs>
                <a:gs pos="100000">
                  <a:srgbClr val="5B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0" name="Splat 1650"/>
            <p:cNvSpPr>
              <a:spLocks noGrp="1"/>
            </p:cNvSpPr>
            <p:nvPr/>
          </p:nvSpPr>
          <p:spPr>
            <a:xfrm rot="8167295">
              <a:off x="1595092" y="1457381"/>
              <a:ext cx="68461" cy="17763"/>
            </a:xfrm>
            <a:prstGeom prst="ellipse">
              <a:avLst/>
            </a:prstGeom>
            <a:gradFill>
              <a:gsLst>
                <a:gs pos="0">
                  <a:srgbClr val="7EA0BF">
                    <a:alpha val="16377"/>
                  </a:srgbClr>
                </a:gs>
                <a:gs pos="14286">
                  <a:srgbClr val="7EA0BF">
                    <a:alpha val="15159"/>
                  </a:srgbClr>
                </a:gs>
                <a:gs pos="28571">
                  <a:srgbClr val="7EA0BF">
                    <a:alpha val="11983"/>
                  </a:srgbClr>
                </a:gs>
                <a:gs pos="42857">
                  <a:srgbClr val="7EA0BF">
                    <a:alpha val="8031"/>
                  </a:srgbClr>
                </a:gs>
                <a:gs pos="57143">
                  <a:srgbClr val="7EA0BF">
                    <a:alpha val="4533"/>
                  </a:srgbClr>
                </a:gs>
                <a:gs pos="71429">
                  <a:srgbClr val="7EA0BF">
                    <a:alpha val="2148"/>
                  </a:srgbClr>
                </a:gs>
                <a:gs pos="85714">
                  <a:srgbClr val="7EA0BF">
                    <a:alpha val="855"/>
                  </a:srgbClr>
                </a:gs>
                <a:gs pos="100000">
                  <a:srgbClr val="7EA0BF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1" name="Splat 1651"/>
            <p:cNvSpPr>
              <a:spLocks noGrp="1"/>
            </p:cNvSpPr>
            <p:nvPr/>
          </p:nvSpPr>
          <p:spPr>
            <a:xfrm rot="9660084">
              <a:off x="2573567" y="1931166"/>
              <a:ext cx="68461" cy="17258"/>
            </a:xfrm>
            <a:prstGeom prst="ellipse">
              <a:avLst/>
            </a:prstGeom>
            <a:gradFill>
              <a:gsLst>
                <a:gs pos="0">
                  <a:srgbClr val="7DB3D8">
                    <a:alpha val="16751"/>
                  </a:srgbClr>
                </a:gs>
                <a:gs pos="14286">
                  <a:srgbClr val="7DB3D8">
                    <a:alpha val="15508"/>
                  </a:srgbClr>
                </a:gs>
                <a:gs pos="28571">
                  <a:srgbClr val="7DB3D8">
                    <a:alpha val="12264"/>
                  </a:srgbClr>
                </a:gs>
                <a:gs pos="42857">
                  <a:srgbClr val="7DB3D8">
                    <a:alpha val="8224"/>
                  </a:srgbClr>
                </a:gs>
                <a:gs pos="57143">
                  <a:srgbClr val="7DB3D8">
                    <a:alpha val="4644"/>
                  </a:srgbClr>
                </a:gs>
                <a:gs pos="71429">
                  <a:srgbClr val="7DB3D8">
                    <a:alpha val="2201"/>
                  </a:srgbClr>
                </a:gs>
                <a:gs pos="85714">
                  <a:srgbClr val="7DB3D8">
                    <a:alpha val="876"/>
                  </a:srgbClr>
                </a:gs>
                <a:gs pos="100000">
                  <a:srgbClr val="7DB3D8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2" name="Splat 1652"/>
            <p:cNvSpPr>
              <a:spLocks noGrp="1"/>
            </p:cNvSpPr>
            <p:nvPr/>
          </p:nvSpPr>
          <p:spPr>
            <a:xfrm rot="8072861">
              <a:off x="2538155" y="976158"/>
              <a:ext cx="62078" cy="15520"/>
            </a:xfrm>
            <a:prstGeom prst="ellipse">
              <a:avLst/>
            </a:prstGeom>
            <a:gradFill>
              <a:gsLst>
                <a:gs pos="0">
                  <a:srgbClr val="88E6FD">
                    <a:alpha val="18024"/>
                  </a:srgbClr>
                </a:gs>
                <a:gs pos="14286">
                  <a:srgbClr val="88E6FD">
                    <a:alpha val="16695"/>
                  </a:srgbClr>
                </a:gs>
                <a:gs pos="28571">
                  <a:srgbClr val="88E6FD">
                    <a:alpha val="13223"/>
                  </a:srgbClr>
                </a:gs>
                <a:gs pos="42857">
                  <a:srgbClr val="88E6FD">
                    <a:alpha val="8883"/>
                  </a:srgbClr>
                </a:gs>
                <a:gs pos="57143">
                  <a:srgbClr val="88E6FD">
                    <a:alpha val="5024"/>
                  </a:srgbClr>
                </a:gs>
                <a:gs pos="71429">
                  <a:srgbClr val="88E6FD">
                    <a:alpha val="2384"/>
                  </a:srgbClr>
                </a:gs>
                <a:gs pos="85714">
                  <a:srgbClr val="88E6FD">
                    <a:alpha val="950"/>
                  </a:srgbClr>
                </a:gs>
                <a:gs pos="100000">
                  <a:srgbClr val="88E6FD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3" name="Splat 1653"/>
            <p:cNvSpPr>
              <a:spLocks noGrp="1"/>
            </p:cNvSpPr>
            <p:nvPr/>
          </p:nvSpPr>
          <p:spPr>
            <a:xfrm rot="5400000">
              <a:off x="898663" y="1336973"/>
              <a:ext cx="31531" cy="31531"/>
            </a:xfrm>
            <a:prstGeom prst="ellipse">
              <a:avLst/>
            </a:prstGeom>
            <a:gradFill>
              <a:gsLst>
                <a:gs pos="0">
                  <a:srgbClr val="00466D">
                    <a:alpha val="17845"/>
                  </a:srgbClr>
                </a:gs>
                <a:gs pos="14286">
                  <a:srgbClr val="00466D">
                    <a:alpha val="16528"/>
                  </a:srgbClr>
                </a:gs>
                <a:gs pos="28571">
                  <a:srgbClr val="00466D">
                    <a:alpha val="13088"/>
                  </a:srgbClr>
                </a:gs>
                <a:gs pos="42857">
                  <a:srgbClr val="00466D">
                    <a:alpha val="8790"/>
                  </a:srgbClr>
                </a:gs>
                <a:gs pos="57143">
                  <a:srgbClr val="00466D">
                    <a:alpha val="4970"/>
                  </a:srgbClr>
                </a:gs>
                <a:gs pos="71429">
                  <a:srgbClr val="00466D">
                    <a:alpha val="2358"/>
                  </a:srgbClr>
                </a:gs>
                <a:gs pos="85714">
                  <a:srgbClr val="00466D">
                    <a:alpha val="939"/>
                  </a:srgbClr>
                </a:gs>
                <a:gs pos="100000">
                  <a:srgbClr val="00466D">
                    <a:alpha val="3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4" name="Splat 1654"/>
            <p:cNvSpPr>
              <a:spLocks noGrp="1"/>
            </p:cNvSpPr>
            <p:nvPr/>
          </p:nvSpPr>
          <p:spPr>
            <a:xfrm rot="9197358">
              <a:off x="1623580" y="1403486"/>
              <a:ext cx="67674" cy="16918"/>
            </a:xfrm>
            <a:prstGeom prst="ellipse">
              <a:avLst/>
            </a:prstGeom>
            <a:gradFill>
              <a:gsLst>
                <a:gs pos="0">
                  <a:srgbClr val="537EA5">
                    <a:alpha val="17001"/>
                  </a:srgbClr>
                </a:gs>
                <a:gs pos="14286">
                  <a:srgbClr val="537EA5">
                    <a:alpha val="15741"/>
                  </a:srgbClr>
                </a:gs>
                <a:gs pos="28571">
                  <a:srgbClr val="537EA5">
                    <a:alpha val="12452"/>
                  </a:srgbClr>
                </a:gs>
                <a:gs pos="42857">
                  <a:srgbClr val="537EA5">
                    <a:alpha val="8353"/>
                  </a:srgbClr>
                </a:gs>
                <a:gs pos="57143">
                  <a:srgbClr val="537EA5">
                    <a:alpha val="4718"/>
                  </a:srgbClr>
                </a:gs>
                <a:gs pos="71429">
                  <a:srgbClr val="537EA5">
                    <a:alpha val="2237"/>
                  </a:srgbClr>
                </a:gs>
                <a:gs pos="85714">
                  <a:srgbClr val="537EA5">
                    <a:alpha val="891"/>
                  </a:srgbClr>
                </a:gs>
                <a:gs pos="100000">
                  <a:srgbClr val="537EA5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5" name="Splat 1655"/>
            <p:cNvSpPr>
              <a:spLocks noGrp="1"/>
            </p:cNvSpPr>
            <p:nvPr/>
          </p:nvSpPr>
          <p:spPr>
            <a:xfrm rot="-10385724">
              <a:off x="2483070" y="770531"/>
              <a:ext cx="123342" cy="56064"/>
            </a:xfrm>
            <a:prstGeom prst="ellipse">
              <a:avLst/>
            </a:prstGeom>
            <a:gradFill>
              <a:gsLst>
                <a:gs pos="0">
                  <a:srgbClr val="BCC985">
                    <a:alpha val="32968"/>
                  </a:srgbClr>
                </a:gs>
                <a:gs pos="14286">
                  <a:srgbClr val="BCC985">
                    <a:alpha val="30764"/>
                  </a:srgbClr>
                </a:gs>
                <a:gs pos="28571">
                  <a:srgbClr val="BCC985">
                    <a:alpha val="24833"/>
                  </a:srgbClr>
                </a:gs>
                <a:gs pos="42857">
                  <a:srgbClr val="BCC985">
                    <a:alpha val="17075"/>
                  </a:srgbClr>
                </a:gs>
                <a:gs pos="57143">
                  <a:srgbClr val="BCC985">
                    <a:alpha val="9855"/>
                  </a:srgbClr>
                </a:gs>
                <a:gs pos="71429">
                  <a:srgbClr val="BCC985">
                    <a:alpha val="4740"/>
                  </a:srgbClr>
                </a:gs>
                <a:gs pos="85714">
                  <a:srgbClr val="BCC985">
                    <a:alpha val="1902"/>
                  </a:srgbClr>
                </a:gs>
                <a:gs pos="100000">
                  <a:srgbClr val="BCC98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6" name="Splat 1656"/>
            <p:cNvSpPr>
              <a:spLocks noGrp="1"/>
            </p:cNvSpPr>
            <p:nvPr/>
          </p:nvSpPr>
          <p:spPr>
            <a:xfrm rot="10258612">
              <a:off x="2878928" y="1982183"/>
              <a:ext cx="68461" cy="17127"/>
            </a:xfrm>
            <a:prstGeom prst="ellipse">
              <a:avLst/>
            </a:prstGeom>
            <a:gradFill>
              <a:gsLst>
                <a:gs pos="0">
                  <a:srgbClr val="9B3400">
                    <a:alpha val="16847"/>
                  </a:srgbClr>
                </a:gs>
                <a:gs pos="14286">
                  <a:srgbClr val="9B3400">
                    <a:alpha val="15597"/>
                  </a:srgbClr>
                </a:gs>
                <a:gs pos="28571">
                  <a:srgbClr val="9B3400">
                    <a:alpha val="12336"/>
                  </a:srgbClr>
                </a:gs>
                <a:gs pos="42857">
                  <a:srgbClr val="9B3400">
                    <a:alpha val="8274"/>
                  </a:srgbClr>
                </a:gs>
                <a:gs pos="57143">
                  <a:srgbClr val="9B3400">
                    <a:alpha val="4673"/>
                  </a:srgbClr>
                </a:gs>
                <a:gs pos="71429">
                  <a:srgbClr val="9B3400">
                    <a:alpha val="2215"/>
                  </a:srgbClr>
                </a:gs>
                <a:gs pos="85714">
                  <a:srgbClr val="9B3400">
                    <a:alpha val="882"/>
                  </a:srgbClr>
                </a:gs>
                <a:gs pos="100000">
                  <a:srgbClr val="9B3400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7" name="Splat 1657"/>
            <p:cNvSpPr>
              <a:spLocks noGrp="1"/>
            </p:cNvSpPr>
            <p:nvPr/>
          </p:nvSpPr>
          <p:spPr>
            <a:xfrm rot="-8836881">
              <a:off x="120973" y="2438672"/>
              <a:ext cx="68461" cy="17279"/>
            </a:xfrm>
            <a:prstGeom prst="ellipse">
              <a:avLst/>
            </a:prstGeom>
            <a:gradFill>
              <a:gsLst>
                <a:gs pos="0">
                  <a:srgbClr val="D17265">
                    <a:alpha val="16735"/>
                  </a:srgbClr>
                </a:gs>
                <a:gs pos="14286">
                  <a:srgbClr val="D17265">
                    <a:alpha val="15493"/>
                  </a:srgbClr>
                </a:gs>
                <a:gs pos="28571">
                  <a:srgbClr val="D17265">
                    <a:alpha val="12252"/>
                  </a:srgbClr>
                </a:gs>
                <a:gs pos="42857">
                  <a:srgbClr val="D17265">
                    <a:alpha val="8216"/>
                  </a:srgbClr>
                </a:gs>
                <a:gs pos="57143">
                  <a:srgbClr val="D17265">
                    <a:alpha val="4639"/>
                  </a:srgbClr>
                </a:gs>
                <a:gs pos="71429">
                  <a:srgbClr val="D17265">
                    <a:alpha val="2199"/>
                  </a:srgbClr>
                </a:gs>
                <a:gs pos="85714">
                  <a:srgbClr val="D17265">
                    <a:alpha val="875"/>
                  </a:srgbClr>
                </a:gs>
                <a:gs pos="100000">
                  <a:srgbClr val="D17265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8" name="Splat 1658"/>
            <p:cNvSpPr>
              <a:spLocks noGrp="1"/>
            </p:cNvSpPr>
            <p:nvPr/>
          </p:nvSpPr>
          <p:spPr>
            <a:xfrm rot="10520030">
              <a:off x="2596473" y="897169"/>
              <a:ext cx="122453" cy="55660"/>
            </a:xfrm>
            <a:prstGeom prst="ellipse">
              <a:avLst/>
            </a:prstGeom>
            <a:gradFill>
              <a:gsLst>
                <a:gs pos="0">
                  <a:srgbClr val="2F00FF">
                    <a:alpha val="32968"/>
                  </a:srgbClr>
                </a:gs>
                <a:gs pos="14286">
                  <a:srgbClr val="2F00FF">
                    <a:alpha val="30764"/>
                  </a:srgbClr>
                </a:gs>
                <a:gs pos="28571">
                  <a:srgbClr val="2F00FF">
                    <a:alpha val="24833"/>
                  </a:srgbClr>
                </a:gs>
                <a:gs pos="42857">
                  <a:srgbClr val="2F00FF">
                    <a:alpha val="17075"/>
                  </a:srgbClr>
                </a:gs>
                <a:gs pos="57143">
                  <a:srgbClr val="2F00FF">
                    <a:alpha val="9855"/>
                  </a:srgbClr>
                </a:gs>
                <a:gs pos="71429">
                  <a:srgbClr val="2F00FF">
                    <a:alpha val="4740"/>
                  </a:srgbClr>
                </a:gs>
                <a:gs pos="85714">
                  <a:srgbClr val="2F00FF">
                    <a:alpha val="1902"/>
                  </a:srgbClr>
                </a:gs>
                <a:gs pos="100000">
                  <a:srgbClr val="2F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9" name="Splat 1659"/>
            <p:cNvSpPr>
              <a:spLocks noGrp="1"/>
            </p:cNvSpPr>
            <p:nvPr/>
          </p:nvSpPr>
          <p:spPr>
            <a:xfrm rot="5400000">
              <a:off x="4274103" y="2039590"/>
              <a:ext cx="485126" cy="4851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0" name="Splat 1660"/>
            <p:cNvSpPr>
              <a:spLocks noGrp="1"/>
            </p:cNvSpPr>
            <p:nvPr/>
          </p:nvSpPr>
          <p:spPr>
            <a:xfrm rot="9110260">
              <a:off x="2358555" y="1000904"/>
              <a:ext cx="122065" cy="55484"/>
            </a:xfrm>
            <a:prstGeom prst="ellipse">
              <a:avLst/>
            </a:prstGeom>
            <a:gradFill>
              <a:gsLst>
                <a:gs pos="0">
                  <a:srgbClr val="FF3F5B">
                    <a:alpha val="32968"/>
                  </a:srgbClr>
                </a:gs>
                <a:gs pos="14286">
                  <a:srgbClr val="FF3F5B">
                    <a:alpha val="30764"/>
                  </a:srgbClr>
                </a:gs>
                <a:gs pos="28571">
                  <a:srgbClr val="FF3F5B">
                    <a:alpha val="24833"/>
                  </a:srgbClr>
                </a:gs>
                <a:gs pos="42857">
                  <a:srgbClr val="FF3F5B">
                    <a:alpha val="17075"/>
                  </a:srgbClr>
                </a:gs>
                <a:gs pos="57143">
                  <a:srgbClr val="FF3F5B">
                    <a:alpha val="9855"/>
                  </a:srgbClr>
                </a:gs>
                <a:gs pos="71429">
                  <a:srgbClr val="FF3F5B">
                    <a:alpha val="4740"/>
                  </a:srgbClr>
                </a:gs>
                <a:gs pos="85714">
                  <a:srgbClr val="FF3F5B">
                    <a:alpha val="1902"/>
                  </a:srgbClr>
                </a:gs>
                <a:gs pos="100000">
                  <a:srgbClr val="FF3F5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1" name="Splat 1661"/>
            <p:cNvSpPr>
              <a:spLocks noGrp="1"/>
            </p:cNvSpPr>
            <p:nvPr/>
          </p:nvSpPr>
          <p:spPr>
            <a:xfrm rot="7937142">
              <a:off x="2836924" y="1041132"/>
              <a:ext cx="122046" cy="5547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2" name="Splat 1662"/>
            <p:cNvSpPr>
              <a:spLocks noGrp="1"/>
            </p:cNvSpPr>
            <p:nvPr/>
          </p:nvSpPr>
          <p:spPr>
            <a:xfrm rot="-10664767">
              <a:off x="1865635" y="1552857"/>
              <a:ext cx="62569" cy="15642"/>
            </a:xfrm>
            <a:prstGeom prst="ellipse">
              <a:avLst/>
            </a:prstGeom>
            <a:gradFill>
              <a:gsLst>
                <a:gs pos="0">
                  <a:srgbClr val="4B8CAF">
                    <a:alpha val="17934"/>
                  </a:srgbClr>
                </a:gs>
                <a:gs pos="14286">
                  <a:srgbClr val="4B8CAF">
                    <a:alpha val="16612"/>
                  </a:srgbClr>
                </a:gs>
                <a:gs pos="28571">
                  <a:srgbClr val="4B8CAF">
                    <a:alpha val="13156"/>
                  </a:srgbClr>
                </a:gs>
                <a:gs pos="42857">
                  <a:srgbClr val="4B8CAF">
                    <a:alpha val="8837"/>
                  </a:srgbClr>
                </a:gs>
                <a:gs pos="57143">
                  <a:srgbClr val="4B8CAF">
                    <a:alpha val="4997"/>
                  </a:srgbClr>
                </a:gs>
                <a:gs pos="71429">
                  <a:srgbClr val="4B8CAF">
                    <a:alpha val="2371"/>
                  </a:srgbClr>
                </a:gs>
                <a:gs pos="85714">
                  <a:srgbClr val="4B8CAF">
                    <a:alpha val="944"/>
                  </a:srgbClr>
                </a:gs>
                <a:gs pos="100000">
                  <a:srgbClr val="4B8CAF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3" name="Splat 1663"/>
            <p:cNvSpPr>
              <a:spLocks noGrp="1"/>
            </p:cNvSpPr>
            <p:nvPr/>
          </p:nvSpPr>
          <p:spPr>
            <a:xfrm rot="10636830">
              <a:off x="3030165" y="2086515"/>
              <a:ext cx="59977" cy="14994"/>
            </a:xfrm>
            <a:prstGeom prst="ellipse">
              <a:avLst/>
            </a:prstGeom>
            <a:gradFill>
              <a:gsLst>
                <a:gs pos="0">
                  <a:srgbClr val="964F45">
                    <a:alpha val="18404"/>
                  </a:srgbClr>
                </a:gs>
                <a:gs pos="14286">
                  <a:srgbClr val="964F45">
                    <a:alpha val="17051"/>
                  </a:srgbClr>
                </a:gs>
                <a:gs pos="28571">
                  <a:srgbClr val="964F45">
                    <a:alpha val="13511"/>
                  </a:srgbClr>
                </a:gs>
                <a:gs pos="42857">
                  <a:srgbClr val="964F45">
                    <a:alpha val="9082"/>
                  </a:srgbClr>
                </a:gs>
                <a:gs pos="57143">
                  <a:srgbClr val="964F45">
                    <a:alpha val="5139"/>
                  </a:srgbClr>
                </a:gs>
                <a:gs pos="71429">
                  <a:srgbClr val="964F45">
                    <a:alpha val="2439"/>
                  </a:srgbClr>
                </a:gs>
                <a:gs pos="85714">
                  <a:srgbClr val="964F45">
                    <a:alpha val="972"/>
                  </a:srgbClr>
                </a:gs>
                <a:gs pos="100000">
                  <a:srgbClr val="964F45">
                    <a:alpha val="3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4" name="Splat 1664"/>
            <p:cNvSpPr>
              <a:spLocks noGrp="1"/>
            </p:cNvSpPr>
            <p:nvPr/>
          </p:nvSpPr>
          <p:spPr>
            <a:xfrm rot="9454468">
              <a:off x="2442028" y="955531"/>
              <a:ext cx="121876" cy="55398"/>
            </a:xfrm>
            <a:prstGeom prst="ellipse">
              <a:avLst/>
            </a:prstGeom>
            <a:gradFill>
              <a:gsLst>
                <a:gs pos="0">
                  <a:srgbClr val="00F3FF">
                    <a:alpha val="32968"/>
                  </a:srgbClr>
                </a:gs>
                <a:gs pos="14286">
                  <a:srgbClr val="00F3FF">
                    <a:alpha val="30764"/>
                  </a:srgbClr>
                </a:gs>
                <a:gs pos="28571">
                  <a:srgbClr val="00F3FF">
                    <a:alpha val="24833"/>
                  </a:srgbClr>
                </a:gs>
                <a:gs pos="42857">
                  <a:srgbClr val="00F3FF">
                    <a:alpha val="17075"/>
                  </a:srgbClr>
                </a:gs>
                <a:gs pos="57143">
                  <a:srgbClr val="00F3FF">
                    <a:alpha val="9855"/>
                  </a:srgbClr>
                </a:gs>
                <a:gs pos="71429">
                  <a:srgbClr val="00F3FF">
                    <a:alpha val="4740"/>
                  </a:srgbClr>
                </a:gs>
                <a:gs pos="85714">
                  <a:srgbClr val="00F3FF">
                    <a:alpha val="1902"/>
                  </a:srgbClr>
                </a:gs>
                <a:gs pos="100000">
                  <a:srgbClr val="00F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5" name="Splat 1665"/>
            <p:cNvSpPr>
              <a:spLocks noGrp="1"/>
            </p:cNvSpPr>
            <p:nvPr/>
          </p:nvSpPr>
          <p:spPr>
            <a:xfrm rot="5400000">
              <a:off x="1980956" y="1323563"/>
              <a:ext cx="55390" cy="55390"/>
            </a:xfrm>
            <a:prstGeom prst="ellipse">
              <a:avLst/>
            </a:prstGeom>
            <a:gradFill>
              <a:gsLst>
                <a:gs pos="0">
                  <a:srgbClr val="A4C1E2">
                    <a:alpha val="32968"/>
                  </a:srgbClr>
                </a:gs>
                <a:gs pos="14286">
                  <a:srgbClr val="A4C1E2">
                    <a:alpha val="30764"/>
                  </a:srgbClr>
                </a:gs>
                <a:gs pos="28571">
                  <a:srgbClr val="A4C1E2">
                    <a:alpha val="24833"/>
                  </a:srgbClr>
                </a:gs>
                <a:gs pos="42857">
                  <a:srgbClr val="A4C1E2">
                    <a:alpha val="17075"/>
                  </a:srgbClr>
                </a:gs>
                <a:gs pos="57143">
                  <a:srgbClr val="A4C1E2">
                    <a:alpha val="9855"/>
                  </a:srgbClr>
                </a:gs>
                <a:gs pos="71429">
                  <a:srgbClr val="A4C1E2">
                    <a:alpha val="4740"/>
                  </a:srgbClr>
                </a:gs>
                <a:gs pos="85714">
                  <a:srgbClr val="A4C1E2">
                    <a:alpha val="1902"/>
                  </a:srgbClr>
                </a:gs>
                <a:gs pos="100000">
                  <a:srgbClr val="A4C1E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6" name="Splat 1666"/>
            <p:cNvSpPr>
              <a:spLocks noGrp="1"/>
            </p:cNvSpPr>
            <p:nvPr/>
          </p:nvSpPr>
          <p:spPr>
            <a:xfrm rot="9644098">
              <a:off x="2155968" y="1448422"/>
              <a:ext cx="121810" cy="55368"/>
            </a:xfrm>
            <a:prstGeom prst="ellipse">
              <a:avLst/>
            </a:prstGeom>
            <a:gradFill>
              <a:gsLst>
                <a:gs pos="0">
                  <a:srgbClr val="000092">
                    <a:alpha val="32968"/>
                  </a:srgbClr>
                </a:gs>
                <a:gs pos="14286">
                  <a:srgbClr val="000092">
                    <a:alpha val="30764"/>
                  </a:srgbClr>
                </a:gs>
                <a:gs pos="28571">
                  <a:srgbClr val="000092">
                    <a:alpha val="24833"/>
                  </a:srgbClr>
                </a:gs>
                <a:gs pos="42857">
                  <a:srgbClr val="000092">
                    <a:alpha val="17075"/>
                  </a:srgbClr>
                </a:gs>
                <a:gs pos="57143">
                  <a:srgbClr val="000092">
                    <a:alpha val="9855"/>
                  </a:srgbClr>
                </a:gs>
                <a:gs pos="71429">
                  <a:srgbClr val="000092">
                    <a:alpha val="4740"/>
                  </a:srgbClr>
                </a:gs>
                <a:gs pos="85714">
                  <a:srgbClr val="000092">
                    <a:alpha val="1902"/>
                  </a:srgbClr>
                </a:gs>
                <a:gs pos="100000">
                  <a:srgbClr val="00009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7" name="Splat 1667"/>
            <p:cNvSpPr>
              <a:spLocks noGrp="1"/>
            </p:cNvSpPr>
            <p:nvPr/>
          </p:nvSpPr>
          <p:spPr>
            <a:xfrm rot="9567465">
              <a:off x="1543632" y="3803627"/>
              <a:ext cx="68461" cy="17480"/>
            </a:xfrm>
            <a:prstGeom prst="ellipse">
              <a:avLst/>
            </a:prstGeom>
            <a:gradFill>
              <a:gsLst>
                <a:gs pos="0">
                  <a:srgbClr val="B08C71">
                    <a:alpha val="16587"/>
                  </a:srgbClr>
                </a:gs>
                <a:gs pos="14286">
                  <a:srgbClr val="B08C71">
                    <a:alpha val="15355"/>
                  </a:srgbClr>
                </a:gs>
                <a:gs pos="28571">
                  <a:srgbClr val="B08C71">
                    <a:alpha val="12141"/>
                  </a:srgbClr>
                </a:gs>
                <a:gs pos="42857">
                  <a:srgbClr val="B08C71">
                    <a:alpha val="8139"/>
                  </a:srgbClr>
                </a:gs>
                <a:gs pos="57143">
                  <a:srgbClr val="B08C71">
                    <a:alpha val="4595"/>
                  </a:srgbClr>
                </a:gs>
                <a:gs pos="71429">
                  <a:srgbClr val="B08C71">
                    <a:alpha val="2178"/>
                  </a:srgbClr>
                </a:gs>
                <a:gs pos="85714">
                  <a:srgbClr val="B08C71">
                    <a:alpha val="867"/>
                  </a:srgbClr>
                </a:gs>
                <a:gs pos="100000">
                  <a:srgbClr val="B08C71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8" name="Splat 1668"/>
            <p:cNvSpPr>
              <a:spLocks noGrp="1"/>
            </p:cNvSpPr>
            <p:nvPr/>
          </p:nvSpPr>
          <p:spPr>
            <a:xfrm rot="-9898371">
              <a:off x="2322836" y="2039015"/>
              <a:ext cx="121349" cy="55159"/>
            </a:xfrm>
            <a:prstGeom prst="ellipse">
              <a:avLst/>
            </a:prstGeom>
            <a:gradFill>
              <a:gsLst>
                <a:gs pos="0">
                  <a:srgbClr val="FFF9FF">
                    <a:alpha val="32968"/>
                  </a:srgbClr>
                </a:gs>
                <a:gs pos="14286">
                  <a:srgbClr val="FFF9FF">
                    <a:alpha val="30764"/>
                  </a:srgbClr>
                </a:gs>
                <a:gs pos="28571">
                  <a:srgbClr val="FFF9FF">
                    <a:alpha val="24833"/>
                  </a:srgbClr>
                </a:gs>
                <a:gs pos="42857">
                  <a:srgbClr val="FFF9FF">
                    <a:alpha val="17075"/>
                  </a:srgbClr>
                </a:gs>
                <a:gs pos="57143">
                  <a:srgbClr val="FFF9FF">
                    <a:alpha val="9855"/>
                  </a:srgbClr>
                </a:gs>
                <a:gs pos="71429">
                  <a:srgbClr val="FFF9FF">
                    <a:alpha val="4740"/>
                  </a:srgbClr>
                </a:gs>
                <a:gs pos="85714">
                  <a:srgbClr val="FFF9FF">
                    <a:alpha val="1902"/>
                  </a:srgbClr>
                </a:gs>
                <a:gs pos="100000">
                  <a:srgbClr val="FFF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9" name="Splat 1669"/>
            <p:cNvSpPr>
              <a:spLocks noGrp="1"/>
            </p:cNvSpPr>
            <p:nvPr/>
          </p:nvSpPr>
          <p:spPr>
            <a:xfrm rot="10777970">
              <a:off x="2145188" y="1209337"/>
              <a:ext cx="67602" cy="16901"/>
            </a:xfrm>
            <a:prstGeom prst="ellipse">
              <a:avLst/>
            </a:prstGeom>
            <a:gradFill>
              <a:gsLst>
                <a:gs pos="0">
                  <a:srgbClr val="97E8E2">
                    <a:alpha val="17014"/>
                  </a:srgbClr>
                </a:gs>
                <a:gs pos="14286">
                  <a:srgbClr val="97E8E2">
                    <a:alpha val="15753"/>
                  </a:srgbClr>
                </a:gs>
                <a:gs pos="28571">
                  <a:srgbClr val="97E8E2">
                    <a:alpha val="12462"/>
                  </a:srgbClr>
                </a:gs>
                <a:gs pos="42857">
                  <a:srgbClr val="97E8E2">
                    <a:alpha val="8360"/>
                  </a:srgbClr>
                </a:gs>
                <a:gs pos="57143">
                  <a:srgbClr val="97E8E2">
                    <a:alpha val="4722"/>
                  </a:srgbClr>
                </a:gs>
                <a:gs pos="71429">
                  <a:srgbClr val="97E8E2">
                    <a:alpha val="2239"/>
                  </a:srgbClr>
                </a:gs>
                <a:gs pos="85714">
                  <a:srgbClr val="97E8E2">
                    <a:alpha val="891"/>
                  </a:srgbClr>
                </a:gs>
                <a:gs pos="100000">
                  <a:srgbClr val="97E8E2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0" name="Splat 1670"/>
            <p:cNvSpPr>
              <a:spLocks noGrp="1"/>
            </p:cNvSpPr>
            <p:nvPr/>
          </p:nvSpPr>
          <p:spPr>
            <a:xfrm rot="10759732">
              <a:off x="2527651" y="1122445"/>
              <a:ext cx="121007" cy="55003"/>
            </a:xfrm>
            <a:prstGeom prst="ellipse">
              <a:avLst/>
            </a:prstGeom>
            <a:gradFill>
              <a:gsLst>
                <a:gs pos="0">
                  <a:srgbClr val="E7FFFF">
                    <a:alpha val="32968"/>
                  </a:srgbClr>
                </a:gs>
                <a:gs pos="14286">
                  <a:srgbClr val="E7FFFF">
                    <a:alpha val="30764"/>
                  </a:srgbClr>
                </a:gs>
                <a:gs pos="28571">
                  <a:srgbClr val="E7FFFF">
                    <a:alpha val="24833"/>
                  </a:srgbClr>
                </a:gs>
                <a:gs pos="42857">
                  <a:srgbClr val="E7FFFF">
                    <a:alpha val="17075"/>
                  </a:srgbClr>
                </a:gs>
                <a:gs pos="57143">
                  <a:srgbClr val="E7FFFF">
                    <a:alpha val="9855"/>
                  </a:srgbClr>
                </a:gs>
                <a:gs pos="71429">
                  <a:srgbClr val="E7FFFF">
                    <a:alpha val="4740"/>
                  </a:srgbClr>
                </a:gs>
                <a:gs pos="85714">
                  <a:srgbClr val="E7FFFF">
                    <a:alpha val="1902"/>
                  </a:srgbClr>
                </a:gs>
                <a:gs pos="100000">
                  <a:srgbClr val="E7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1" name="Splat 1671"/>
            <p:cNvSpPr>
              <a:spLocks noGrp="1"/>
            </p:cNvSpPr>
            <p:nvPr/>
          </p:nvSpPr>
          <p:spPr>
            <a:xfrm rot="-8111505">
              <a:off x="2396175" y="1551957"/>
              <a:ext cx="120872" cy="54942"/>
            </a:xfrm>
            <a:prstGeom prst="ellipse">
              <a:avLst/>
            </a:prstGeom>
            <a:gradFill>
              <a:gsLst>
                <a:gs pos="0">
                  <a:srgbClr val="DFAFB2">
                    <a:alpha val="32968"/>
                  </a:srgbClr>
                </a:gs>
                <a:gs pos="14286">
                  <a:srgbClr val="DFAFB2">
                    <a:alpha val="30764"/>
                  </a:srgbClr>
                </a:gs>
                <a:gs pos="28571">
                  <a:srgbClr val="DFAFB2">
                    <a:alpha val="24833"/>
                  </a:srgbClr>
                </a:gs>
                <a:gs pos="42857">
                  <a:srgbClr val="DFAFB2">
                    <a:alpha val="17075"/>
                  </a:srgbClr>
                </a:gs>
                <a:gs pos="57143">
                  <a:srgbClr val="DFAFB2">
                    <a:alpha val="9855"/>
                  </a:srgbClr>
                </a:gs>
                <a:gs pos="71429">
                  <a:srgbClr val="DFAFB2">
                    <a:alpha val="4740"/>
                  </a:srgbClr>
                </a:gs>
                <a:gs pos="85714">
                  <a:srgbClr val="DFAFB2">
                    <a:alpha val="1902"/>
                  </a:srgbClr>
                </a:gs>
                <a:gs pos="100000">
                  <a:srgbClr val="DFAFB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2" name="Splat 1672"/>
            <p:cNvSpPr>
              <a:spLocks noGrp="1"/>
            </p:cNvSpPr>
            <p:nvPr/>
          </p:nvSpPr>
          <p:spPr>
            <a:xfrm rot="9234665">
              <a:off x="939009" y="1251467"/>
              <a:ext cx="68461" cy="17480"/>
            </a:xfrm>
            <a:prstGeom prst="ellipse">
              <a:avLst/>
            </a:prstGeom>
            <a:gradFill>
              <a:gsLst>
                <a:gs pos="0">
                  <a:srgbClr val="7ACDD6">
                    <a:alpha val="16587"/>
                  </a:srgbClr>
                </a:gs>
                <a:gs pos="14286">
                  <a:srgbClr val="7ACDD6">
                    <a:alpha val="15355"/>
                  </a:srgbClr>
                </a:gs>
                <a:gs pos="28571">
                  <a:srgbClr val="7ACDD6">
                    <a:alpha val="12141"/>
                  </a:srgbClr>
                </a:gs>
                <a:gs pos="42857">
                  <a:srgbClr val="7ACDD6">
                    <a:alpha val="8139"/>
                  </a:srgbClr>
                </a:gs>
                <a:gs pos="57143">
                  <a:srgbClr val="7ACDD6">
                    <a:alpha val="4595"/>
                  </a:srgbClr>
                </a:gs>
                <a:gs pos="71429">
                  <a:srgbClr val="7ACDD6">
                    <a:alpha val="2178"/>
                  </a:srgbClr>
                </a:gs>
                <a:gs pos="85714">
                  <a:srgbClr val="7ACDD6">
                    <a:alpha val="867"/>
                  </a:srgbClr>
                </a:gs>
                <a:gs pos="100000">
                  <a:srgbClr val="7ACDD6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3" name="Splat 1673"/>
            <p:cNvSpPr>
              <a:spLocks noGrp="1"/>
            </p:cNvSpPr>
            <p:nvPr/>
          </p:nvSpPr>
          <p:spPr>
            <a:xfrm rot="7151565">
              <a:off x="1958137" y="751234"/>
              <a:ext cx="120633" cy="54833"/>
            </a:xfrm>
            <a:prstGeom prst="ellipse">
              <a:avLst/>
            </a:prstGeom>
            <a:gradFill>
              <a:gsLst>
                <a:gs pos="0">
                  <a:srgbClr val="0000F2">
                    <a:alpha val="32968"/>
                  </a:srgbClr>
                </a:gs>
                <a:gs pos="14286">
                  <a:srgbClr val="0000F2">
                    <a:alpha val="30764"/>
                  </a:srgbClr>
                </a:gs>
                <a:gs pos="28571">
                  <a:srgbClr val="0000F2">
                    <a:alpha val="24833"/>
                  </a:srgbClr>
                </a:gs>
                <a:gs pos="42857">
                  <a:srgbClr val="0000F2">
                    <a:alpha val="17075"/>
                  </a:srgbClr>
                </a:gs>
                <a:gs pos="57143">
                  <a:srgbClr val="0000F2">
                    <a:alpha val="9855"/>
                  </a:srgbClr>
                </a:gs>
                <a:gs pos="71429">
                  <a:srgbClr val="0000F2">
                    <a:alpha val="4740"/>
                  </a:srgbClr>
                </a:gs>
                <a:gs pos="85714">
                  <a:srgbClr val="0000F2">
                    <a:alpha val="1902"/>
                  </a:srgbClr>
                </a:gs>
                <a:gs pos="100000">
                  <a:srgbClr val="0000F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4" name="Splat 1674"/>
            <p:cNvSpPr>
              <a:spLocks noGrp="1"/>
            </p:cNvSpPr>
            <p:nvPr/>
          </p:nvSpPr>
          <p:spPr>
            <a:xfrm rot="-8602312">
              <a:off x="1813684" y="1658410"/>
              <a:ext cx="120631" cy="54832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5" name="Splat 1675"/>
            <p:cNvSpPr>
              <a:spLocks noGrp="1"/>
            </p:cNvSpPr>
            <p:nvPr/>
          </p:nvSpPr>
          <p:spPr>
            <a:xfrm rot="6240781">
              <a:off x="2234622" y="583109"/>
              <a:ext cx="67181" cy="16795"/>
            </a:xfrm>
            <a:prstGeom prst="ellipse">
              <a:avLst/>
            </a:prstGeom>
            <a:gradFill>
              <a:gsLst>
                <a:gs pos="0">
                  <a:srgbClr val="5F88AC">
                    <a:alpha val="17092"/>
                  </a:srgbClr>
                </a:gs>
                <a:gs pos="14286">
                  <a:srgbClr val="5F88AC">
                    <a:alpha val="15825"/>
                  </a:srgbClr>
                </a:gs>
                <a:gs pos="28571">
                  <a:srgbClr val="5F88AC">
                    <a:alpha val="12520"/>
                  </a:srgbClr>
                </a:gs>
                <a:gs pos="42857">
                  <a:srgbClr val="5F88AC">
                    <a:alpha val="8400"/>
                  </a:srgbClr>
                </a:gs>
                <a:gs pos="57143">
                  <a:srgbClr val="5F88AC">
                    <a:alpha val="4745"/>
                  </a:srgbClr>
                </a:gs>
                <a:gs pos="71429">
                  <a:srgbClr val="5F88AC">
                    <a:alpha val="2250"/>
                  </a:srgbClr>
                </a:gs>
                <a:gs pos="85714">
                  <a:srgbClr val="5F88AC">
                    <a:alpha val="896"/>
                  </a:srgbClr>
                </a:gs>
                <a:gs pos="100000">
                  <a:srgbClr val="5F88AC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6" name="Splat 1676"/>
            <p:cNvSpPr>
              <a:spLocks noGrp="1"/>
            </p:cNvSpPr>
            <p:nvPr/>
          </p:nvSpPr>
          <p:spPr>
            <a:xfrm rot="2778807">
              <a:off x="2455069" y="1988397"/>
              <a:ext cx="328612" cy="13800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7" name="Splat 1677"/>
            <p:cNvSpPr>
              <a:spLocks noGrp="1"/>
            </p:cNvSpPr>
            <p:nvPr/>
          </p:nvSpPr>
          <p:spPr>
            <a:xfrm rot="9419144">
              <a:off x="2555234" y="865540"/>
              <a:ext cx="68461" cy="17189"/>
            </a:xfrm>
            <a:prstGeom prst="ellipse">
              <a:avLst/>
            </a:prstGeom>
            <a:gradFill>
              <a:gsLst>
                <a:gs pos="0">
                  <a:srgbClr val="1A98AD">
                    <a:alpha val="16802"/>
                  </a:srgbClr>
                </a:gs>
                <a:gs pos="14286">
                  <a:srgbClr val="1A98AD">
                    <a:alpha val="15555"/>
                  </a:srgbClr>
                </a:gs>
                <a:gs pos="28571">
                  <a:srgbClr val="1A98AD">
                    <a:alpha val="12302"/>
                  </a:srgbClr>
                </a:gs>
                <a:gs pos="42857">
                  <a:srgbClr val="1A98AD">
                    <a:alpha val="8250"/>
                  </a:srgbClr>
                </a:gs>
                <a:gs pos="57143">
                  <a:srgbClr val="1A98AD">
                    <a:alpha val="4659"/>
                  </a:srgbClr>
                </a:gs>
                <a:gs pos="71429">
                  <a:srgbClr val="1A98AD">
                    <a:alpha val="2209"/>
                  </a:srgbClr>
                </a:gs>
                <a:gs pos="85714">
                  <a:srgbClr val="1A98AD">
                    <a:alpha val="879"/>
                  </a:srgbClr>
                </a:gs>
                <a:gs pos="100000">
                  <a:srgbClr val="1A98AD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8" name="Splat 1678"/>
            <p:cNvSpPr>
              <a:spLocks noGrp="1"/>
            </p:cNvSpPr>
            <p:nvPr/>
          </p:nvSpPr>
          <p:spPr>
            <a:xfrm rot="-10456612">
              <a:off x="3082974" y="2150898"/>
              <a:ext cx="68461" cy="17510"/>
            </a:xfrm>
            <a:prstGeom prst="ellipse">
              <a:avLst/>
            </a:prstGeom>
            <a:gradFill>
              <a:gsLst>
                <a:gs pos="0">
                  <a:srgbClr val="DCA87E">
                    <a:alpha val="16565"/>
                  </a:srgbClr>
                </a:gs>
                <a:gs pos="14286">
                  <a:srgbClr val="DCA87E">
                    <a:alpha val="15334"/>
                  </a:srgbClr>
                </a:gs>
                <a:gs pos="28571">
                  <a:srgbClr val="DCA87E">
                    <a:alpha val="12124"/>
                  </a:srgbClr>
                </a:gs>
                <a:gs pos="42857">
                  <a:srgbClr val="DCA87E">
                    <a:alpha val="8128"/>
                  </a:srgbClr>
                </a:gs>
                <a:gs pos="57143">
                  <a:srgbClr val="DCA87E">
                    <a:alpha val="4589"/>
                  </a:srgbClr>
                </a:gs>
                <a:gs pos="71429">
                  <a:srgbClr val="DCA87E">
                    <a:alpha val="2175"/>
                  </a:srgbClr>
                </a:gs>
                <a:gs pos="85714">
                  <a:srgbClr val="DCA87E">
                    <a:alpha val="866"/>
                  </a:srgbClr>
                </a:gs>
                <a:gs pos="100000">
                  <a:srgbClr val="DCA87E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9" name="Splat 1679"/>
            <p:cNvSpPr>
              <a:spLocks noGrp="1"/>
            </p:cNvSpPr>
            <p:nvPr/>
          </p:nvSpPr>
          <p:spPr>
            <a:xfrm rot="5400000">
              <a:off x="932165" y="1991884"/>
              <a:ext cx="475176" cy="475176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0" name="Splat 1680"/>
            <p:cNvSpPr>
              <a:spLocks noGrp="1"/>
            </p:cNvSpPr>
            <p:nvPr/>
          </p:nvSpPr>
          <p:spPr>
            <a:xfrm rot="6786310">
              <a:off x="3161417" y="2183801"/>
              <a:ext cx="120253" cy="54660"/>
            </a:xfrm>
            <a:prstGeom prst="ellipse">
              <a:avLst/>
            </a:prstGeom>
            <a:gradFill>
              <a:gsLst>
                <a:gs pos="0">
                  <a:srgbClr val="FFFFD8">
                    <a:alpha val="32968"/>
                  </a:srgbClr>
                </a:gs>
                <a:gs pos="14286">
                  <a:srgbClr val="FFFFD8">
                    <a:alpha val="30764"/>
                  </a:srgbClr>
                </a:gs>
                <a:gs pos="28571">
                  <a:srgbClr val="FFFFD8">
                    <a:alpha val="24833"/>
                  </a:srgbClr>
                </a:gs>
                <a:gs pos="42857">
                  <a:srgbClr val="FFFFD8">
                    <a:alpha val="17075"/>
                  </a:srgbClr>
                </a:gs>
                <a:gs pos="57143">
                  <a:srgbClr val="FFFFD8">
                    <a:alpha val="9855"/>
                  </a:srgbClr>
                </a:gs>
                <a:gs pos="71429">
                  <a:srgbClr val="FFFFD8">
                    <a:alpha val="4740"/>
                  </a:srgbClr>
                </a:gs>
                <a:gs pos="85714">
                  <a:srgbClr val="FFFFD8">
                    <a:alpha val="1902"/>
                  </a:srgbClr>
                </a:gs>
                <a:gs pos="100000">
                  <a:srgbClr val="FFFFD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1" name="Splat 1681"/>
            <p:cNvSpPr>
              <a:spLocks noGrp="1"/>
            </p:cNvSpPr>
            <p:nvPr/>
          </p:nvSpPr>
          <p:spPr>
            <a:xfrm rot="-8707846">
              <a:off x="925289" y="1666559"/>
              <a:ext cx="68461" cy="17439"/>
            </a:xfrm>
            <a:prstGeom prst="ellipse">
              <a:avLst/>
            </a:prstGeom>
            <a:gradFill>
              <a:gsLst>
                <a:gs pos="0">
                  <a:srgbClr val="971834">
                    <a:alpha val="16617"/>
                  </a:srgbClr>
                </a:gs>
                <a:gs pos="14286">
                  <a:srgbClr val="971834">
                    <a:alpha val="15383"/>
                  </a:srgbClr>
                </a:gs>
                <a:gs pos="28571">
                  <a:srgbClr val="971834">
                    <a:alpha val="12163"/>
                  </a:srgbClr>
                </a:gs>
                <a:gs pos="42857">
                  <a:srgbClr val="971834">
                    <a:alpha val="8155"/>
                  </a:srgbClr>
                </a:gs>
                <a:gs pos="57143">
                  <a:srgbClr val="971834">
                    <a:alpha val="4604"/>
                  </a:srgbClr>
                </a:gs>
                <a:gs pos="71429">
                  <a:srgbClr val="971834">
                    <a:alpha val="2182"/>
                  </a:srgbClr>
                </a:gs>
                <a:gs pos="85714">
                  <a:srgbClr val="971834">
                    <a:alpha val="869"/>
                  </a:srgbClr>
                </a:gs>
                <a:gs pos="100000">
                  <a:srgbClr val="971834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2" name="Splat 1682"/>
            <p:cNvSpPr>
              <a:spLocks noGrp="1"/>
            </p:cNvSpPr>
            <p:nvPr/>
          </p:nvSpPr>
          <p:spPr>
            <a:xfrm rot="5637804">
              <a:off x="2110193" y="550669"/>
              <a:ext cx="67553" cy="16888"/>
            </a:xfrm>
            <a:prstGeom prst="ellipse">
              <a:avLst/>
            </a:prstGeom>
            <a:gradFill>
              <a:gsLst>
                <a:gs pos="0">
                  <a:srgbClr val="BCBEF2">
                    <a:alpha val="17023"/>
                  </a:srgbClr>
                </a:gs>
                <a:gs pos="14286">
                  <a:srgbClr val="BCBEF2">
                    <a:alpha val="15761"/>
                  </a:srgbClr>
                </a:gs>
                <a:gs pos="28571">
                  <a:srgbClr val="BCBEF2">
                    <a:alpha val="12469"/>
                  </a:srgbClr>
                </a:gs>
                <a:gs pos="42857">
                  <a:srgbClr val="BCBEF2">
                    <a:alpha val="8364"/>
                  </a:srgbClr>
                </a:gs>
                <a:gs pos="57143">
                  <a:srgbClr val="BCBEF2">
                    <a:alpha val="4725"/>
                  </a:srgbClr>
                </a:gs>
                <a:gs pos="71429">
                  <a:srgbClr val="BCBEF2">
                    <a:alpha val="2240"/>
                  </a:srgbClr>
                </a:gs>
                <a:gs pos="85714">
                  <a:srgbClr val="BCBEF2">
                    <a:alpha val="892"/>
                  </a:srgbClr>
                </a:gs>
                <a:gs pos="100000">
                  <a:srgbClr val="BCBEF2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3" name="Splat 1683"/>
            <p:cNvSpPr>
              <a:spLocks noGrp="1"/>
            </p:cNvSpPr>
            <p:nvPr/>
          </p:nvSpPr>
          <p:spPr>
            <a:xfrm rot="10646170">
              <a:off x="2130360" y="1211795"/>
              <a:ext cx="67284" cy="16821"/>
            </a:xfrm>
            <a:prstGeom prst="ellipse">
              <a:avLst/>
            </a:prstGeom>
            <a:gradFill>
              <a:gsLst>
                <a:gs pos="0">
                  <a:srgbClr val="A1E5E4">
                    <a:alpha val="17073"/>
                  </a:srgbClr>
                </a:gs>
                <a:gs pos="14286">
                  <a:srgbClr val="A1E5E4">
                    <a:alpha val="15808"/>
                  </a:srgbClr>
                </a:gs>
                <a:gs pos="28571">
                  <a:srgbClr val="A1E5E4">
                    <a:alpha val="12506"/>
                  </a:srgbClr>
                </a:gs>
                <a:gs pos="42857">
                  <a:srgbClr val="A1E5E4">
                    <a:alpha val="8390"/>
                  </a:srgbClr>
                </a:gs>
                <a:gs pos="57143">
                  <a:srgbClr val="A1E5E4">
                    <a:alpha val="4740"/>
                  </a:srgbClr>
                </a:gs>
                <a:gs pos="71429">
                  <a:srgbClr val="A1E5E4">
                    <a:alpha val="2247"/>
                  </a:srgbClr>
                </a:gs>
                <a:gs pos="85714">
                  <a:srgbClr val="A1E5E4">
                    <a:alpha val="895"/>
                  </a:srgbClr>
                </a:gs>
                <a:gs pos="100000">
                  <a:srgbClr val="A1E5E4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4" name="Splat 1684"/>
            <p:cNvSpPr>
              <a:spLocks noGrp="1"/>
            </p:cNvSpPr>
            <p:nvPr/>
          </p:nvSpPr>
          <p:spPr>
            <a:xfrm rot="5400000">
              <a:off x="1813611" y="1601553"/>
              <a:ext cx="54252" cy="54252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5" name="Splat 1685"/>
            <p:cNvSpPr>
              <a:spLocks noGrp="1"/>
            </p:cNvSpPr>
            <p:nvPr/>
          </p:nvSpPr>
          <p:spPr>
            <a:xfrm rot="-8138918">
              <a:off x="2939443" y="1584538"/>
              <a:ext cx="65134" cy="16284"/>
            </a:xfrm>
            <a:prstGeom prst="ellipse">
              <a:avLst/>
            </a:prstGeom>
            <a:gradFill>
              <a:gsLst>
                <a:gs pos="0">
                  <a:srgbClr val="94B0C4">
                    <a:alpha val="17467"/>
                  </a:srgbClr>
                </a:gs>
                <a:gs pos="14286">
                  <a:srgbClr val="94B0C4">
                    <a:alpha val="16175"/>
                  </a:srgbClr>
                </a:gs>
                <a:gs pos="28571">
                  <a:srgbClr val="94B0C4">
                    <a:alpha val="12803"/>
                  </a:srgbClr>
                </a:gs>
                <a:gs pos="42857">
                  <a:srgbClr val="94B0C4">
                    <a:alpha val="8594"/>
                  </a:srgbClr>
                </a:gs>
                <a:gs pos="57143">
                  <a:srgbClr val="94B0C4">
                    <a:alpha val="4857"/>
                  </a:srgbClr>
                </a:gs>
                <a:gs pos="71429">
                  <a:srgbClr val="94B0C4">
                    <a:alpha val="2304"/>
                  </a:srgbClr>
                </a:gs>
                <a:gs pos="85714">
                  <a:srgbClr val="94B0C4">
                    <a:alpha val="917"/>
                  </a:srgbClr>
                </a:gs>
                <a:gs pos="100000">
                  <a:srgbClr val="94B0C4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6" name="Splat 1686"/>
            <p:cNvSpPr>
              <a:spLocks noGrp="1"/>
            </p:cNvSpPr>
            <p:nvPr/>
          </p:nvSpPr>
          <p:spPr>
            <a:xfrm rot="10259313">
              <a:off x="2007395" y="1794461"/>
              <a:ext cx="68461" cy="17390"/>
            </a:xfrm>
            <a:prstGeom prst="ellipse">
              <a:avLst/>
            </a:prstGeom>
            <a:gradFill>
              <a:gsLst>
                <a:gs pos="0">
                  <a:srgbClr val="74C8DE">
                    <a:alpha val="16654"/>
                  </a:srgbClr>
                </a:gs>
                <a:gs pos="14286">
                  <a:srgbClr val="74C8DE">
                    <a:alpha val="15417"/>
                  </a:srgbClr>
                </a:gs>
                <a:gs pos="28571">
                  <a:srgbClr val="74C8DE">
                    <a:alpha val="12191"/>
                  </a:srgbClr>
                </a:gs>
                <a:gs pos="42857">
                  <a:srgbClr val="74C8DE">
                    <a:alpha val="8174"/>
                  </a:srgbClr>
                </a:gs>
                <a:gs pos="57143">
                  <a:srgbClr val="74C8DE">
                    <a:alpha val="4615"/>
                  </a:srgbClr>
                </a:gs>
                <a:gs pos="71429">
                  <a:srgbClr val="74C8DE">
                    <a:alpha val="2187"/>
                  </a:srgbClr>
                </a:gs>
                <a:gs pos="85714">
                  <a:srgbClr val="74C8DE">
                    <a:alpha val="871"/>
                  </a:srgbClr>
                </a:gs>
                <a:gs pos="100000">
                  <a:srgbClr val="74C8DE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7" name="Splat 1687"/>
            <p:cNvSpPr>
              <a:spLocks noGrp="1"/>
            </p:cNvSpPr>
            <p:nvPr/>
          </p:nvSpPr>
          <p:spPr>
            <a:xfrm rot="10231558">
              <a:off x="2340652" y="1144016"/>
              <a:ext cx="118923" cy="54056"/>
            </a:xfrm>
            <a:prstGeom prst="ellipse">
              <a:avLst/>
            </a:prstGeom>
            <a:gradFill>
              <a:gsLst>
                <a:gs pos="0">
                  <a:srgbClr val="99F1B6">
                    <a:alpha val="21473"/>
                  </a:srgbClr>
                </a:gs>
                <a:gs pos="14286">
                  <a:srgbClr val="99F1B6">
                    <a:alpha val="19922"/>
                  </a:srgbClr>
                </a:gs>
                <a:gs pos="28571">
                  <a:srgbClr val="99F1B6">
                    <a:alpha val="15845"/>
                  </a:srgbClr>
                </a:gs>
                <a:gs pos="42857">
                  <a:srgbClr val="99F1B6">
                    <a:alpha val="10698"/>
                  </a:srgbClr>
                </a:gs>
                <a:gs pos="57143">
                  <a:srgbClr val="99F1B6">
                    <a:alpha val="6077"/>
                  </a:srgbClr>
                </a:gs>
                <a:gs pos="71429">
                  <a:srgbClr val="99F1B6">
                    <a:alpha val="2892"/>
                  </a:srgbClr>
                </a:gs>
                <a:gs pos="85714">
                  <a:srgbClr val="99F1B6">
                    <a:alpha val="1154"/>
                  </a:srgbClr>
                </a:gs>
                <a:gs pos="100000">
                  <a:srgbClr val="99F1B6">
                    <a:alpha val="3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8" name="Splat 1688"/>
            <p:cNvSpPr>
              <a:spLocks noGrp="1"/>
            </p:cNvSpPr>
            <p:nvPr/>
          </p:nvSpPr>
          <p:spPr>
            <a:xfrm rot="-10374790">
              <a:off x="2228852" y="1407333"/>
              <a:ext cx="388196" cy="107832"/>
            </a:xfrm>
            <a:prstGeom prst="ellipse">
              <a:avLst/>
            </a:prstGeom>
            <a:gradFill>
              <a:gsLst>
                <a:gs pos="0">
                  <a:srgbClr val="E6FFFF">
                    <a:alpha val="32968"/>
                  </a:srgbClr>
                </a:gs>
                <a:gs pos="14286">
                  <a:srgbClr val="E6FFFF">
                    <a:alpha val="30764"/>
                  </a:srgbClr>
                </a:gs>
                <a:gs pos="28571">
                  <a:srgbClr val="E6FFFF">
                    <a:alpha val="24833"/>
                  </a:srgbClr>
                </a:gs>
                <a:gs pos="42857">
                  <a:srgbClr val="E6FFFF">
                    <a:alpha val="17075"/>
                  </a:srgbClr>
                </a:gs>
                <a:gs pos="57143">
                  <a:srgbClr val="E6FFFF">
                    <a:alpha val="9855"/>
                  </a:srgbClr>
                </a:gs>
                <a:gs pos="71429">
                  <a:srgbClr val="E6FFFF">
                    <a:alpha val="4740"/>
                  </a:srgbClr>
                </a:gs>
                <a:gs pos="85714">
                  <a:srgbClr val="E6FFFF">
                    <a:alpha val="1902"/>
                  </a:srgbClr>
                </a:gs>
                <a:gs pos="100000">
                  <a:srgbClr val="E6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9" name="Splat 1689"/>
            <p:cNvSpPr>
              <a:spLocks noGrp="1"/>
            </p:cNvSpPr>
            <p:nvPr/>
          </p:nvSpPr>
          <p:spPr>
            <a:xfrm rot="4022329">
              <a:off x="1170667" y="1306920"/>
              <a:ext cx="118525" cy="53875"/>
            </a:xfrm>
            <a:prstGeom prst="ellipse">
              <a:avLst/>
            </a:prstGeom>
            <a:gradFill>
              <a:gsLst>
                <a:gs pos="0">
                  <a:srgbClr val="FFFFCF">
                    <a:alpha val="32968"/>
                  </a:srgbClr>
                </a:gs>
                <a:gs pos="14286">
                  <a:srgbClr val="FFFFCF">
                    <a:alpha val="30764"/>
                  </a:srgbClr>
                </a:gs>
                <a:gs pos="28571">
                  <a:srgbClr val="FFFFCF">
                    <a:alpha val="24833"/>
                  </a:srgbClr>
                </a:gs>
                <a:gs pos="42857">
                  <a:srgbClr val="FFFFCF">
                    <a:alpha val="17075"/>
                  </a:srgbClr>
                </a:gs>
                <a:gs pos="57143">
                  <a:srgbClr val="FFFFCF">
                    <a:alpha val="9855"/>
                  </a:srgbClr>
                </a:gs>
                <a:gs pos="71429">
                  <a:srgbClr val="FFFFCF">
                    <a:alpha val="4740"/>
                  </a:srgbClr>
                </a:gs>
                <a:gs pos="85714">
                  <a:srgbClr val="FFFFCF">
                    <a:alpha val="1902"/>
                  </a:srgbClr>
                </a:gs>
                <a:gs pos="100000">
                  <a:srgbClr val="FFFFC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0" name="Splat 1690"/>
            <p:cNvSpPr>
              <a:spLocks noGrp="1"/>
            </p:cNvSpPr>
            <p:nvPr/>
          </p:nvSpPr>
          <p:spPr>
            <a:xfrm rot="9641652">
              <a:off x="1455500" y="2030397"/>
              <a:ext cx="178437" cy="72428"/>
            </a:xfrm>
            <a:prstGeom prst="ellipse">
              <a:avLst/>
            </a:prstGeom>
            <a:gradFill>
              <a:gsLst>
                <a:gs pos="0">
                  <a:srgbClr val="FFE6FF">
                    <a:alpha val="32968"/>
                  </a:srgbClr>
                </a:gs>
                <a:gs pos="14286">
                  <a:srgbClr val="FFE6FF">
                    <a:alpha val="30764"/>
                  </a:srgbClr>
                </a:gs>
                <a:gs pos="28571">
                  <a:srgbClr val="FFE6FF">
                    <a:alpha val="24833"/>
                  </a:srgbClr>
                </a:gs>
                <a:gs pos="42857">
                  <a:srgbClr val="FFE6FF">
                    <a:alpha val="17075"/>
                  </a:srgbClr>
                </a:gs>
                <a:gs pos="57143">
                  <a:srgbClr val="FFE6FF">
                    <a:alpha val="9855"/>
                  </a:srgbClr>
                </a:gs>
                <a:gs pos="71429">
                  <a:srgbClr val="FFE6FF">
                    <a:alpha val="4740"/>
                  </a:srgbClr>
                </a:gs>
                <a:gs pos="85714">
                  <a:srgbClr val="FFE6FF">
                    <a:alpha val="1902"/>
                  </a:srgbClr>
                </a:gs>
                <a:gs pos="100000">
                  <a:srgbClr val="FFE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1" name="Splat 1691"/>
            <p:cNvSpPr>
              <a:spLocks noGrp="1"/>
            </p:cNvSpPr>
            <p:nvPr/>
          </p:nvSpPr>
          <p:spPr>
            <a:xfrm rot="5400000">
              <a:off x="1367046" y="3641071"/>
              <a:ext cx="473160" cy="4731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2" name="Splat 1692"/>
            <p:cNvSpPr>
              <a:spLocks noGrp="1"/>
            </p:cNvSpPr>
            <p:nvPr/>
          </p:nvSpPr>
          <p:spPr>
            <a:xfrm rot="-10747282">
              <a:off x="2368298" y="746206"/>
              <a:ext cx="117930" cy="536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3" name="Splat 1693"/>
            <p:cNvSpPr>
              <a:spLocks noGrp="1"/>
            </p:cNvSpPr>
            <p:nvPr/>
          </p:nvSpPr>
          <p:spPr>
            <a:xfrm rot="3624658">
              <a:off x="1166631" y="2375385"/>
              <a:ext cx="64786" cy="16197"/>
            </a:xfrm>
            <a:prstGeom prst="ellipse">
              <a:avLst/>
            </a:prstGeom>
            <a:gradFill>
              <a:gsLst>
                <a:gs pos="0">
                  <a:srgbClr val="F5E0A0">
                    <a:alpha val="17530"/>
                  </a:srgbClr>
                </a:gs>
                <a:gs pos="14286">
                  <a:srgbClr val="F5E0A0">
                    <a:alpha val="16235"/>
                  </a:srgbClr>
                </a:gs>
                <a:gs pos="28571">
                  <a:srgbClr val="F5E0A0">
                    <a:alpha val="12851"/>
                  </a:srgbClr>
                </a:gs>
                <a:gs pos="42857">
                  <a:srgbClr val="F5E0A0">
                    <a:alpha val="8627"/>
                  </a:srgbClr>
                </a:gs>
                <a:gs pos="57143">
                  <a:srgbClr val="F5E0A0">
                    <a:alpha val="4876"/>
                  </a:srgbClr>
                </a:gs>
                <a:gs pos="71429">
                  <a:srgbClr val="F5E0A0">
                    <a:alpha val="2313"/>
                  </a:srgbClr>
                </a:gs>
                <a:gs pos="85714">
                  <a:srgbClr val="F5E0A0">
                    <a:alpha val="921"/>
                  </a:srgbClr>
                </a:gs>
                <a:gs pos="100000">
                  <a:srgbClr val="F5E0A0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4" name="Splat 1694"/>
            <p:cNvSpPr>
              <a:spLocks noGrp="1"/>
            </p:cNvSpPr>
            <p:nvPr/>
          </p:nvSpPr>
          <p:spPr>
            <a:xfrm rot="-10564048">
              <a:off x="1826738" y="1230659"/>
              <a:ext cx="117563" cy="534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5" name="Splat 1695"/>
            <p:cNvSpPr>
              <a:spLocks noGrp="1"/>
            </p:cNvSpPr>
            <p:nvPr/>
          </p:nvSpPr>
          <p:spPr>
            <a:xfrm rot="9585762">
              <a:off x="2545230" y="1951674"/>
              <a:ext cx="68461" cy="17440"/>
            </a:xfrm>
            <a:prstGeom prst="ellipse">
              <a:avLst/>
            </a:prstGeom>
            <a:gradFill>
              <a:gsLst>
                <a:gs pos="0">
                  <a:srgbClr val="5E88BE">
                    <a:alpha val="16617"/>
                  </a:srgbClr>
                </a:gs>
                <a:gs pos="14286">
                  <a:srgbClr val="5E88BE">
                    <a:alpha val="15382"/>
                  </a:srgbClr>
                </a:gs>
                <a:gs pos="28571">
                  <a:srgbClr val="5E88BE">
                    <a:alpha val="12163"/>
                  </a:srgbClr>
                </a:gs>
                <a:gs pos="42857">
                  <a:srgbClr val="5E88BE">
                    <a:alpha val="8154"/>
                  </a:srgbClr>
                </a:gs>
                <a:gs pos="57143">
                  <a:srgbClr val="5E88BE">
                    <a:alpha val="4604"/>
                  </a:srgbClr>
                </a:gs>
                <a:gs pos="71429">
                  <a:srgbClr val="5E88BE">
                    <a:alpha val="2182"/>
                  </a:srgbClr>
                </a:gs>
                <a:gs pos="85714">
                  <a:srgbClr val="5E88BE">
                    <a:alpha val="869"/>
                  </a:srgbClr>
                </a:gs>
                <a:gs pos="100000">
                  <a:srgbClr val="5E88BE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6" name="Splat 1696"/>
            <p:cNvSpPr>
              <a:spLocks noGrp="1"/>
            </p:cNvSpPr>
            <p:nvPr/>
          </p:nvSpPr>
          <p:spPr>
            <a:xfrm rot="5400000">
              <a:off x="1900239" y="1850839"/>
              <a:ext cx="49271" cy="49271"/>
            </a:xfrm>
            <a:prstGeom prst="ellipse">
              <a:avLst/>
            </a:prstGeom>
            <a:gradFill>
              <a:gsLst>
                <a:gs pos="0">
                  <a:srgbClr val="BDDAF3">
                    <a:alpha val="16673"/>
                  </a:srgbClr>
                </a:gs>
                <a:gs pos="14286">
                  <a:srgbClr val="BDDAF3">
                    <a:alpha val="15434"/>
                  </a:srgbClr>
                </a:gs>
                <a:gs pos="28571">
                  <a:srgbClr val="BDDAF3">
                    <a:alpha val="12205"/>
                  </a:srgbClr>
                </a:gs>
                <a:gs pos="42857">
                  <a:srgbClr val="BDDAF3">
                    <a:alpha val="8184"/>
                  </a:srgbClr>
                </a:gs>
                <a:gs pos="57143">
                  <a:srgbClr val="BDDAF3">
                    <a:alpha val="4621"/>
                  </a:srgbClr>
                </a:gs>
                <a:gs pos="71429">
                  <a:srgbClr val="BDDAF3">
                    <a:alpha val="2190"/>
                  </a:srgbClr>
                </a:gs>
                <a:gs pos="85714">
                  <a:srgbClr val="BDDAF3">
                    <a:alpha val="872"/>
                  </a:srgbClr>
                </a:gs>
                <a:gs pos="100000">
                  <a:srgbClr val="BDDAF3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7" name="Splat 1697"/>
            <p:cNvSpPr>
              <a:spLocks noGrp="1"/>
            </p:cNvSpPr>
            <p:nvPr/>
          </p:nvSpPr>
          <p:spPr>
            <a:xfrm rot="10269422">
              <a:off x="2044116" y="2002734"/>
              <a:ext cx="117022" cy="5319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8" name="Splat 1698"/>
            <p:cNvSpPr>
              <a:spLocks noGrp="1"/>
            </p:cNvSpPr>
            <p:nvPr/>
          </p:nvSpPr>
          <p:spPr>
            <a:xfrm rot="-10774660">
              <a:off x="1042995" y="1106501"/>
              <a:ext cx="68461" cy="17303"/>
            </a:xfrm>
            <a:prstGeom prst="ellipse">
              <a:avLst/>
            </a:prstGeom>
            <a:gradFill>
              <a:gsLst>
                <a:gs pos="0">
                  <a:srgbClr val="A14E3F">
                    <a:alpha val="16718"/>
                  </a:srgbClr>
                </a:gs>
                <a:gs pos="14286">
                  <a:srgbClr val="A14E3F">
                    <a:alpha val="15476"/>
                  </a:srgbClr>
                </a:gs>
                <a:gs pos="28571">
                  <a:srgbClr val="A14E3F">
                    <a:alpha val="12239"/>
                  </a:srgbClr>
                </a:gs>
                <a:gs pos="42857">
                  <a:srgbClr val="A14E3F">
                    <a:alpha val="8207"/>
                  </a:srgbClr>
                </a:gs>
                <a:gs pos="57143">
                  <a:srgbClr val="A14E3F">
                    <a:alpha val="4634"/>
                  </a:srgbClr>
                </a:gs>
                <a:gs pos="71429">
                  <a:srgbClr val="A14E3F">
                    <a:alpha val="2197"/>
                  </a:srgbClr>
                </a:gs>
                <a:gs pos="85714">
                  <a:srgbClr val="A14E3F">
                    <a:alpha val="874"/>
                  </a:srgbClr>
                </a:gs>
                <a:gs pos="100000">
                  <a:srgbClr val="A14E3F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9" name="Splat 1699"/>
            <p:cNvSpPr>
              <a:spLocks noGrp="1"/>
            </p:cNvSpPr>
            <p:nvPr/>
          </p:nvSpPr>
          <p:spPr>
            <a:xfrm rot="9755633">
              <a:off x="1673014" y="1777749"/>
              <a:ext cx="328613" cy="912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0" name="Splat 1700"/>
            <p:cNvSpPr>
              <a:spLocks noGrp="1"/>
            </p:cNvSpPr>
            <p:nvPr/>
          </p:nvSpPr>
          <p:spPr>
            <a:xfrm rot="-10563135">
              <a:off x="1807889" y="1355761"/>
              <a:ext cx="56494" cy="14124"/>
            </a:xfrm>
            <a:prstGeom prst="ellipse">
              <a:avLst/>
            </a:prstGeom>
            <a:gradFill>
              <a:gsLst>
                <a:gs pos="0">
                  <a:srgbClr val="97FFEE">
                    <a:alpha val="19032"/>
                  </a:srgbClr>
                </a:gs>
                <a:gs pos="14286">
                  <a:srgbClr val="97FFEE">
                    <a:alpha val="17637"/>
                  </a:srgbClr>
                </a:gs>
                <a:gs pos="28571">
                  <a:srgbClr val="97FFEE">
                    <a:alpha val="13986"/>
                  </a:srgbClr>
                </a:gs>
                <a:gs pos="42857">
                  <a:srgbClr val="97FFEE">
                    <a:alpha val="9409"/>
                  </a:srgbClr>
                </a:gs>
                <a:gs pos="57143">
                  <a:srgbClr val="97FFEE">
                    <a:alpha val="5328"/>
                  </a:srgbClr>
                </a:gs>
                <a:gs pos="71429">
                  <a:srgbClr val="97FFEE">
                    <a:alpha val="2531"/>
                  </a:srgbClr>
                </a:gs>
                <a:gs pos="85714">
                  <a:srgbClr val="97FFEE">
                    <a:alpha val="1008"/>
                  </a:srgbClr>
                </a:gs>
                <a:gs pos="100000">
                  <a:srgbClr val="97FFEE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1" name="Splat 1701"/>
            <p:cNvSpPr>
              <a:spLocks noGrp="1"/>
            </p:cNvSpPr>
            <p:nvPr/>
          </p:nvSpPr>
          <p:spPr>
            <a:xfrm rot="9247466">
              <a:off x="2935447" y="1239770"/>
              <a:ext cx="59432" cy="14858"/>
            </a:xfrm>
            <a:prstGeom prst="ellipse">
              <a:avLst/>
            </a:prstGeom>
            <a:gradFill>
              <a:gsLst>
                <a:gs pos="0">
                  <a:srgbClr val="800000">
                    <a:alpha val="18503"/>
                  </a:srgbClr>
                </a:gs>
                <a:gs pos="14286">
                  <a:srgbClr val="800000">
                    <a:alpha val="17143"/>
                  </a:srgbClr>
                </a:gs>
                <a:gs pos="28571">
                  <a:srgbClr val="800000">
                    <a:alpha val="13585"/>
                  </a:srgbClr>
                </a:gs>
                <a:gs pos="42857">
                  <a:srgbClr val="800000">
                    <a:alpha val="9133"/>
                  </a:srgbClr>
                </a:gs>
                <a:gs pos="57143">
                  <a:srgbClr val="800000">
                    <a:alpha val="5168"/>
                  </a:srgbClr>
                </a:gs>
                <a:gs pos="71429">
                  <a:srgbClr val="800000">
                    <a:alpha val="2453"/>
                  </a:srgbClr>
                </a:gs>
                <a:gs pos="85714">
                  <a:srgbClr val="800000">
                    <a:alpha val="977"/>
                  </a:srgbClr>
                </a:gs>
                <a:gs pos="100000">
                  <a:srgbClr val="800000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2" name="Splat 1702"/>
            <p:cNvSpPr>
              <a:spLocks noGrp="1"/>
            </p:cNvSpPr>
            <p:nvPr/>
          </p:nvSpPr>
          <p:spPr>
            <a:xfrm rot="7442347">
              <a:off x="3127392" y="1599291"/>
              <a:ext cx="65397" cy="16349"/>
            </a:xfrm>
            <a:prstGeom prst="ellipse">
              <a:avLst/>
            </a:prstGeom>
            <a:gradFill>
              <a:gsLst>
                <a:gs pos="0">
                  <a:srgbClr val="C6A6A5">
                    <a:alpha val="17419"/>
                  </a:srgbClr>
                </a:gs>
                <a:gs pos="14286">
                  <a:srgbClr val="C6A6A5">
                    <a:alpha val="16130"/>
                  </a:srgbClr>
                </a:gs>
                <a:gs pos="28571">
                  <a:srgbClr val="C6A6A5">
                    <a:alpha val="12767"/>
                  </a:srgbClr>
                </a:gs>
                <a:gs pos="42857">
                  <a:srgbClr val="C6A6A5">
                    <a:alpha val="8569"/>
                  </a:srgbClr>
                </a:gs>
                <a:gs pos="57143">
                  <a:srgbClr val="C6A6A5">
                    <a:alpha val="4843"/>
                  </a:srgbClr>
                </a:gs>
                <a:gs pos="71429">
                  <a:srgbClr val="C6A6A5">
                    <a:alpha val="2297"/>
                  </a:srgbClr>
                </a:gs>
                <a:gs pos="85714">
                  <a:srgbClr val="C6A6A5">
                    <a:alpha val="915"/>
                  </a:srgbClr>
                </a:gs>
                <a:gs pos="100000">
                  <a:srgbClr val="C6A6A5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3" name="Splat 1703"/>
            <p:cNvSpPr>
              <a:spLocks noGrp="1"/>
            </p:cNvSpPr>
            <p:nvPr/>
          </p:nvSpPr>
          <p:spPr>
            <a:xfrm rot="8226249">
              <a:off x="3291912" y="1656547"/>
              <a:ext cx="68461" cy="17334"/>
            </a:xfrm>
            <a:prstGeom prst="ellipse">
              <a:avLst/>
            </a:prstGeom>
            <a:gradFill>
              <a:gsLst>
                <a:gs pos="0">
                  <a:srgbClr val="7C77A2">
                    <a:alpha val="16695"/>
                  </a:srgbClr>
                </a:gs>
                <a:gs pos="14286">
                  <a:srgbClr val="7C77A2">
                    <a:alpha val="15455"/>
                  </a:srgbClr>
                </a:gs>
                <a:gs pos="28571">
                  <a:srgbClr val="7C77A2">
                    <a:alpha val="12222"/>
                  </a:srgbClr>
                </a:gs>
                <a:gs pos="42857">
                  <a:srgbClr val="7C77A2">
                    <a:alpha val="8195"/>
                  </a:srgbClr>
                </a:gs>
                <a:gs pos="57143">
                  <a:srgbClr val="7C77A2">
                    <a:alpha val="4627"/>
                  </a:srgbClr>
                </a:gs>
                <a:gs pos="71429">
                  <a:srgbClr val="7C77A2">
                    <a:alpha val="2193"/>
                  </a:srgbClr>
                </a:gs>
                <a:gs pos="85714">
                  <a:srgbClr val="7C77A2">
                    <a:alpha val="873"/>
                  </a:srgbClr>
                </a:gs>
                <a:gs pos="100000">
                  <a:srgbClr val="7C77A2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4" name="Splat 1704"/>
            <p:cNvSpPr>
              <a:spLocks noGrp="1"/>
            </p:cNvSpPr>
            <p:nvPr/>
          </p:nvSpPr>
          <p:spPr>
            <a:xfrm rot="9611611">
              <a:off x="2088849" y="1414439"/>
              <a:ext cx="252770" cy="70214"/>
            </a:xfrm>
            <a:prstGeom prst="ellipse">
              <a:avLst/>
            </a:prstGeom>
            <a:gradFill>
              <a:gsLst>
                <a:gs pos="0">
                  <a:srgbClr val="FFFFF8">
                    <a:alpha val="32968"/>
                  </a:srgbClr>
                </a:gs>
                <a:gs pos="14286">
                  <a:srgbClr val="FFFFF8">
                    <a:alpha val="30764"/>
                  </a:srgbClr>
                </a:gs>
                <a:gs pos="28571">
                  <a:srgbClr val="FFFFF8">
                    <a:alpha val="24833"/>
                  </a:srgbClr>
                </a:gs>
                <a:gs pos="42857">
                  <a:srgbClr val="FFFFF8">
                    <a:alpha val="17075"/>
                  </a:srgbClr>
                </a:gs>
                <a:gs pos="57143">
                  <a:srgbClr val="FFFFF8">
                    <a:alpha val="9855"/>
                  </a:srgbClr>
                </a:gs>
                <a:gs pos="71429">
                  <a:srgbClr val="FFFFF8">
                    <a:alpha val="4740"/>
                  </a:srgbClr>
                </a:gs>
                <a:gs pos="85714">
                  <a:srgbClr val="FFFFF8">
                    <a:alpha val="1902"/>
                  </a:srgbClr>
                </a:gs>
                <a:gs pos="100000">
                  <a:srgbClr val="FFFF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5" name="Splat 1705"/>
            <p:cNvSpPr>
              <a:spLocks noGrp="1"/>
            </p:cNvSpPr>
            <p:nvPr/>
          </p:nvSpPr>
          <p:spPr>
            <a:xfrm rot="-8708850">
              <a:off x="1293939" y="1354430"/>
              <a:ext cx="63450" cy="15863"/>
            </a:xfrm>
            <a:prstGeom prst="ellipse">
              <a:avLst/>
            </a:prstGeom>
            <a:gradFill>
              <a:gsLst>
                <a:gs pos="0">
                  <a:srgbClr val="A1B76A">
                    <a:alpha val="17774"/>
                  </a:srgbClr>
                </a:gs>
                <a:gs pos="14286">
                  <a:srgbClr val="A1B76A">
                    <a:alpha val="16462"/>
                  </a:srgbClr>
                </a:gs>
                <a:gs pos="28571">
                  <a:srgbClr val="A1B76A">
                    <a:alpha val="13035"/>
                  </a:srgbClr>
                </a:gs>
                <a:gs pos="42857">
                  <a:srgbClr val="A1B76A">
                    <a:alpha val="8754"/>
                  </a:srgbClr>
                </a:gs>
                <a:gs pos="57143">
                  <a:srgbClr val="A1B76A">
                    <a:alpha val="4949"/>
                  </a:srgbClr>
                </a:gs>
                <a:gs pos="71429">
                  <a:srgbClr val="A1B76A">
                    <a:alpha val="2348"/>
                  </a:srgbClr>
                </a:gs>
                <a:gs pos="85714">
                  <a:srgbClr val="A1B76A">
                    <a:alpha val="935"/>
                  </a:srgbClr>
                </a:gs>
                <a:gs pos="100000">
                  <a:srgbClr val="A1B76A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6" name="Splat 1706"/>
            <p:cNvSpPr>
              <a:spLocks noGrp="1"/>
            </p:cNvSpPr>
            <p:nvPr/>
          </p:nvSpPr>
          <p:spPr>
            <a:xfrm rot="-9218604">
              <a:off x="3216733" y="1373802"/>
              <a:ext cx="115061" cy="5230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7" name="Splat 1707"/>
            <p:cNvSpPr>
              <a:spLocks noGrp="1"/>
            </p:cNvSpPr>
            <p:nvPr/>
          </p:nvSpPr>
          <p:spPr>
            <a:xfrm rot="7285702">
              <a:off x="1186822" y="1563156"/>
              <a:ext cx="62305" cy="15576"/>
            </a:xfrm>
            <a:prstGeom prst="ellipse">
              <a:avLst/>
            </a:prstGeom>
            <a:gradFill>
              <a:gsLst>
                <a:gs pos="0">
                  <a:srgbClr val="ABD7AF">
                    <a:alpha val="17982"/>
                  </a:srgbClr>
                </a:gs>
                <a:gs pos="14286">
                  <a:srgbClr val="ABD7AF">
                    <a:alpha val="16657"/>
                  </a:srgbClr>
                </a:gs>
                <a:gs pos="28571">
                  <a:srgbClr val="ABD7AF">
                    <a:alpha val="13192"/>
                  </a:srgbClr>
                </a:gs>
                <a:gs pos="42857">
                  <a:srgbClr val="ABD7AF">
                    <a:alpha val="8862"/>
                  </a:srgbClr>
                </a:gs>
                <a:gs pos="57143">
                  <a:srgbClr val="ABD7AF">
                    <a:alpha val="5012"/>
                  </a:srgbClr>
                </a:gs>
                <a:gs pos="71429">
                  <a:srgbClr val="ABD7AF">
                    <a:alpha val="2378"/>
                  </a:srgbClr>
                </a:gs>
                <a:gs pos="85714">
                  <a:srgbClr val="ABD7AF">
                    <a:alpha val="947"/>
                  </a:srgbClr>
                </a:gs>
                <a:gs pos="100000">
                  <a:srgbClr val="ABD7AF">
                    <a:alpha val="3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8" name="Splat 1708"/>
            <p:cNvSpPr>
              <a:spLocks noGrp="1"/>
            </p:cNvSpPr>
            <p:nvPr/>
          </p:nvSpPr>
          <p:spPr>
            <a:xfrm rot="-9846600">
              <a:off x="1805055" y="1124975"/>
              <a:ext cx="65269" cy="16317"/>
            </a:xfrm>
            <a:prstGeom prst="ellipse">
              <a:avLst/>
            </a:prstGeom>
            <a:gradFill>
              <a:gsLst>
                <a:gs pos="0">
                  <a:srgbClr val="2F869E">
                    <a:alpha val="17442"/>
                  </a:srgbClr>
                </a:gs>
                <a:gs pos="14286">
                  <a:srgbClr val="2F869E">
                    <a:alpha val="16152"/>
                  </a:srgbClr>
                </a:gs>
                <a:gs pos="28571">
                  <a:srgbClr val="2F869E">
                    <a:alpha val="12784"/>
                  </a:srgbClr>
                </a:gs>
                <a:gs pos="42857">
                  <a:srgbClr val="2F869E">
                    <a:alpha val="8581"/>
                  </a:srgbClr>
                </a:gs>
                <a:gs pos="57143">
                  <a:srgbClr val="2F869E">
                    <a:alpha val="4850"/>
                  </a:srgbClr>
                </a:gs>
                <a:gs pos="71429">
                  <a:srgbClr val="2F869E">
                    <a:alpha val="2300"/>
                  </a:srgbClr>
                </a:gs>
                <a:gs pos="85714">
                  <a:srgbClr val="2F869E">
                    <a:alpha val="916"/>
                  </a:srgbClr>
                </a:gs>
                <a:gs pos="100000">
                  <a:srgbClr val="2F869E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9" name="Splat 1709"/>
            <p:cNvSpPr>
              <a:spLocks noGrp="1"/>
            </p:cNvSpPr>
            <p:nvPr/>
          </p:nvSpPr>
          <p:spPr>
            <a:xfrm rot="-10447819">
              <a:off x="2446045" y="1252604"/>
              <a:ext cx="114358" cy="519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0" name="Splat 1710"/>
            <p:cNvSpPr>
              <a:spLocks noGrp="1"/>
            </p:cNvSpPr>
            <p:nvPr/>
          </p:nvSpPr>
          <p:spPr>
            <a:xfrm rot="10340626">
              <a:off x="4277310" y="2260723"/>
              <a:ext cx="68461" cy="17144"/>
            </a:xfrm>
            <a:prstGeom prst="ellipse">
              <a:avLst/>
            </a:prstGeom>
            <a:gradFill>
              <a:gsLst>
                <a:gs pos="0">
                  <a:srgbClr val="B8A6C7">
                    <a:alpha val="16835"/>
                  </a:srgbClr>
                </a:gs>
                <a:gs pos="14286">
                  <a:srgbClr val="B8A6C7">
                    <a:alpha val="15586"/>
                  </a:srgbClr>
                </a:gs>
                <a:gs pos="28571">
                  <a:srgbClr val="B8A6C7">
                    <a:alpha val="12327"/>
                  </a:srgbClr>
                </a:gs>
                <a:gs pos="42857">
                  <a:srgbClr val="B8A6C7">
                    <a:alpha val="8267"/>
                  </a:srgbClr>
                </a:gs>
                <a:gs pos="57143">
                  <a:srgbClr val="B8A6C7">
                    <a:alpha val="4669"/>
                  </a:srgbClr>
                </a:gs>
                <a:gs pos="71429">
                  <a:srgbClr val="B8A6C7">
                    <a:alpha val="2213"/>
                  </a:srgbClr>
                </a:gs>
                <a:gs pos="85714">
                  <a:srgbClr val="B8A6C7">
                    <a:alpha val="881"/>
                  </a:srgbClr>
                </a:gs>
                <a:gs pos="100000">
                  <a:srgbClr val="B8A6C7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1" name="Splat 1711"/>
            <p:cNvSpPr>
              <a:spLocks noGrp="1"/>
            </p:cNvSpPr>
            <p:nvPr/>
          </p:nvSpPr>
          <p:spPr>
            <a:xfrm rot="10771956">
              <a:off x="2715442" y="933396"/>
              <a:ext cx="813417" cy="225949"/>
            </a:xfrm>
            <a:prstGeom prst="ellipse">
              <a:avLst/>
            </a:prstGeom>
            <a:gradFill>
              <a:gsLst>
                <a:gs pos="0">
                  <a:srgbClr val="D80000">
                    <a:alpha val="32968"/>
                  </a:srgbClr>
                </a:gs>
                <a:gs pos="14286">
                  <a:srgbClr val="D80000">
                    <a:alpha val="30764"/>
                  </a:srgbClr>
                </a:gs>
                <a:gs pos="28571">
                  <a:srgbClr val="D80000">
                    <a:alpha val="24833"/>
                  </a:srgbClr>
                </a:gs>
                <a:gs pos="42857">
                  <a:srgbClr val="D80000">
                    <a:alpha val="17075"/>
                  </a:srgbClr>
                </a:gs>
                <a:gs pos="57143">
                  <a:srgbClr val="D80000">
                    <a:alpha val="9855"/>
                  </a:srgbClr>
                </a:gs>
                <a:gs pos="71429">
                  <a:srgbClr val="D80000">
                    <a:alpha val="4740"/>
                  </a:srgbClr>
                </a:gs>
                <a:gs pos="85714">
                  <a:srgbClr val="D80000">
                    <a:alpha val="1902"/>
                  </a:srgbClr>
                </a:gs>
                <a:gs pos="100000">
                  <a:srgbClr val="D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2" name="Splat 1712"/>
            <p:cNvSpPr>
              <a:spLocks noGrp="1"/>
            </p:cNvSpPr>
            <p:nvPr/>
          </p:nvSpPr>
          <p:spPr>
            <a:xfrm rot="10171558">
              <a:off x="1841183" y="1870053"/>
              <a:ext cx="113844" cy="5174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3" name="Splat 1713"/>
            <p:cNvSpPr>
              <a:spLocks noGrp="1"/>
            </p:cNvSpPr>
            <p:nvPr/>
          </p:nvSpPr>
          <p:spPr>
            <a:xfrm rot="10544517">
              <a:off x="3023124" y="1628667"/>
              <a:ext cx="68461" cy="17150"/>
            </a:xfrm>
            <a:prstGeom prst="ellipse">
              <a:avLst/>
            </a:prstGeom>
            <a:gradFill>
              <a:gsLst>
                <a:gs pos="0">
                  <a:srgbClr val="7A82A0">
                    <a:alpha val="16831"/>
                  </a:srgbClr>
                </a:gs>
                <a:gs pos="14286">
                  <a:srgbClr val="7A82A0">
                    <a:alpha val="15582"/>
                  </a:srgbClr>
                </a:gs>
                <a:gs pos="28571">
                  <a:srgbClr val="7A82A0">
                    <a:alpha val="12324"/>
                  </a:srgbClr>
                </a:gs>
                <a:gs pos="42857">
                  <a:srgbClr val="7A82A0">
                    <a:alpha val="8265"/>
                  </a:srgbClr>
                </a:gs>
                <a:gs pos="57143">
                  <a:srgbClr val="7A82A0">
                    <a:alpha val="4668"/>
                  </a:srgbClr>
                </a:gs>
                <a:gs pos="71429">
                  <a:srgbClr val="7A82A0">
                    <a:alpha val="2213"/>
                  </a:srgbClr>
                </a:gs>
                <a:gs pos="85714">
                  <a:srgbClr val="7A82A0">
                    <a:alpha val="881"/>
                  </a:srgbClr>
                </a:gs>
                <a:gs pos="100000">
                  <a:srgbClr val="7A82A0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4" name="Splat 1714"/>
            <p:cNvSpPr>
              <a:spLocks noGrp="1"/>
            </p:cNvSpPr>
            <p:nvPr/>
          </p:nvSpPr>
          <p:spPr>
            <a:xfrm rot="10399080">
              <a:off x="1927345" y="913147"/>
              <a:ext cx="68139" cy="17035"/>
            </a:xfrm>
            <a:prstGeom prst="ellipse">
              <a:avLst/>
            </a:prstGeom>
            <a:gradFill>
              <a:gsLst>
                <a:gs pos="0">
                  <a:srgbClr val="4FACC6">
                    <a:alpha val="16916"/>
                  </a:srgbClr>
                </a:gs>
                <a:gs pos="14286">
                  <a:srgbClr val="4FACC6">
                    <a:alpha val="15661"/>
                  </a:srgbClr>
                </a:gs>
                <a:gs pos="28571">
                  <a:srgbClr val="4FACC6">
                    <a:alpha val="12388"/>
                  </a:srgbClr>
                </a:gs>
                <a:gs pos="42857">
                  <a:srgbClr val="4FACC6">
                    <a:alpha val="8309"/>
                  </a:srgbClr>
                </a:gs>
                <a:gs pos="57143">
                  <a:srgbClr val="4FACC6">
                    <a:alpha val="4693"/>
                  </a:srgbClr>
                </a:gs>
                <a:gs pos="71429">
                  <a:srgbClr val="4FACC6">
                    <a:alpha val="2225"/>
                  </a:srgbClr>
                </a:gs>
                <a:gs pos="85714">
                  <a:srgbClr val="4FACC6">
                    <a:alpha val="886"/>
                  </a:srgbClr>
                </a:gs>
                <a:gs pos="100000">
                  <a:srgbClr val="4FACC6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5" name="Splat 1715"/>
            <p:cNvSpPr>
              <a:spLocks noGrp="1"/>
            </p:cNvSpPr>
            <p:nvPr/>
          </p:nvSpPr>
          <p:spPr>
            <a:xfrm rot="10403842">
              <a:off x="1527548" y="2128911"/>
              <a:ext cx="55648" cy="13912"/>
            </a:xfrm>
            <a:prstGeom prst="ellipse">
              <a:avLst/>
            </a:prstGeom>
            <a:gradFill>
              <a:gsLst>
                <a:gs pos="0">
                  <a:srgbClr val="CFE3F7">
                    <a:alpha val="19183"/>
                  </a:srgbClr>
                </a:gs>
                <a:gs pos="14286">
                  <a:srgbClr val="CFE3F7">
                    <a:alpha val="17779"/>
                  </a:srgbClr>
                </a:gs>
                <a:gs pos="28571">
                  <a:srgbClr val="CFE3F7">
                    <a:alpha val="14101"/>
                  </a:srgbClr>
                </a:gs>
                <a:gs pos="42857">
                  <a:srgbClr val="CFE3F7">
                    <a:alpha val="9489"/>
                  </a:srgbClr>
                </a:gs>
                <a:gs pos="57143">
                  <a:srgbClr val="CFE3F7">
                    <a:alpha val="5374"/>
                  </a:srgbClr>
                </a:gs>
                <a:gs pos="71429">
                  <a:srgbClr val="CFE3F7">
                    <a:alpha val="2553"/>
                  </a:srgbClr>
                </a:gs>
                <a:gs pos="85714">
                  <a:srgbClr val="CFE3F7">
                    <a:alpha val="1017"/>
                  </a:srgbClr>
                </a:gs>
                <a:gs pos="100000">
                  <a:srgbClr val="CFE3F7">
                    <a:alpha val="3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6" name="Splat 1716"/>
            <p:cNvSpPr>
              <a:spLocks noGrp="1"/>
            </p:cNvSpPr>
            <p:nvPr/>
          </p:nvSpPr>
          <p:spPr>
            <a:xfrm rot="10281543">
              <a:off x="2123634" y="1784328"/>
              <a:ext cx="113096" cy="51407"/>
            </a:xfrm>
            <a:prstGeom prst="ellipse">
              <a:avLst/>
            </a:prstGeom>
            <a:gradFill>
              <a:gsLst>
                <a:gs pos="0">
                  <a:srgbClr val="E5FFFF">
                    <a:alpha val="32968"/>
                  </a:srgbClr>
                </a:gs>
                <a:gs pos="14286">
                  <a:srgbClr val="E5FFFF">
                    <a:alpha val="30764"/>
                  </a:srgbClr>
                </a:gs>
                <a:gs pos="28571">
                  <a:srgbClr val="E5FFFF">
                    <a:alpha val="24833"/>
                  </a:srgbClr>
                </a:gs>
                <a:gs pos="42857">
                  <a:srgbClr val="E5FFFF">
                    <a:alpha val="17075"/>
                  </a:srgbClr>
                </a:gs>
                <a:gs pos="57143">
                  <a:srgbClr val="E5FFFF">
                    <a:alpha val="9855"/>
                  </a:srgbClr>
                </a:gs>
                <a:gs pos="71429">
                  <a:srgbClr val="E5FFFF">
                    <a:alpha val="4740"/>
                  </a:srgbClr>
                </a:gs>
                <a:gs pos="85714">
                  <a:srgbClr val="E5FFFF">
                    <a:alpha val="1902"/>
                  </a:srgbClr>
                </a:gs>
                <a:gs pos="100000">
                  <a:srgbClr val="E5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7" name="Splat 1717"/>
            <p:cNvSpPr>
              <a:spLocks noGrp="1"/>
            </p:cNvSpPr>
            <p:nvPr/>
          </p:nvSpPr>
          <p:spPr>
            <a:xfrm rot="-10643506">
              <a:off x="2924056" y="727453"/>
              <a:ext cx="112633" cy="51197"/>
            </a:xfrm>
            <a:prstGeom prst="ellipse">
              <a:avLst/>
            </a:prstGeom>
            <a:gradFill>
              <a:gsLst>
                <a:gs pos="0">
                  <a:srgbClr val="9EFFFF">
                    <a:alpha val="24958"/>
                  </a:srgbClr>
                </a:gs>
                <a:gs pos="14286">
                  <a:srgbClr val="9EFFFF">
                    <a:alpha val="23195"/>
                  </a:srgbClr>
                </a:gs>
                <a:gs pos="28571">
                  <a:srgbClr val="9EFFFF">
                    <a:alpha val="18527"/>
                  </a:srgbClr>
                </a:gs>
                <a:gs pos="42857">
                  <a:srgbClr val="9EFFFF">
                    <a:alpha val="12576"/>
                  </a:srgbClr>
                </a:gs>
                <a:gs pos="57143">
                  <a:srgbClr val="9EFFFF">
                    <a:alpha val="7177"/>
                  </a:srgbClr>
                </a:gs>
                <a:gs pos="71429">
                  <a:srgbClr val="9EFFFF">
                    <a:alpha val="3426"/>
                  </a:srgbClr>
                </a:gs>
                <a:gs pos="85714">
                  <a:srgbClr val="9EFFFF">
                    <a:alpha val="1369"/>
                  </a:srgbClr>
                </a:gs>
                <a:gs pos="100000">
                  <a:srgbClr val="9EFFFF">
                    <a:alpha val="4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8" name="Splat 1718"/>
            <p:cNvSpPr>
              <a:spLocks noGrp="1"/>
            </p:cNvSpPr>
            <p:nvPr/>
          </p:nvSpPr>
          <p:spPr>
            <a:xfrm rot="10680245">
              <a:off x="2912629" y="753274"/>
              <a:ext cx="60323" cy="15081"/>
            </a:xfrm>
            <a:prstGeom prst="ellipse">
              <a:avLst/>
            </a:prstGeom>
            <a:gradFill>
              <a:gsLst>
                <a:gs pos="0">
                  <a:srgbClr val="D4EBF3">
                    <a:alpha val="18342"/>
                  </a:srgbClr>
                </a:gs>
                <a:gs pos="14286">
                  <a:srgbClr val="D4EBF3">
                    <a:alpha val="16992"/>
                  </a:srgbClr>
                </a:gs>
                <a:gs pos="28571">
                  <a:srgbClr val="D4EBF3">
                    <a:alpha val="13464"/>
                  </a:srgbClr>
                </a:gs>
                <a:gs pos="42857">
                  <a:srgbClr val="D4EBF3">
                    <a:alpha val="9049"/>
                  </a:srgbClr>
                </a:gs>
                <a:gs pos="57143">
                  <a:srgbClr val="D4EBF3">
                    <a:alpha val="5120"/>
                  </a:srgbClr>
                </a:gs>
                <a:gs pos="71429">
                  <a:srgbClr val="D4EBF3">
                    <a:alpha val="2430"/>
                  </a:srgbClr>
                </a:gs>
                <a:gs pos="85714">
                  <a:srgbClr val="D4EBF3">
                    <a:alpha val="968"/>
                  </a:srgbClr>
                </a:gs>
                <a:gs pos="100000">
                  <a:srgbClr val="D4EBF3">
                    <a:alpha val="3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9" name="Splat 1719"/>
            <p:cNvSpPr>
              <a:spLocks noGrp="1"/>
            </p:cNvSpPr>
            <p:nvPr/>
          </p:nvSpPr>
          <p:spPr>
            <a:xfrm rot="2875775">
              <a:off x="1174431" y="1300626"/>
              <a:ext cx="112418" cy="51099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0" name="Splat 1720"/>
            <p:cNvSpPr>
              <a:spLocks noGrp="1"/>
            </p:cNvSpPr>
            <p:nvPr/>
          </p:nvSpPr>
          <p:spPr>
            <a:xfrm rot="-10176069">
              <a:off x="2146238" y="1388597"/>
              <a:ext cx="66448" cy="16612"/>
            </a:xfrm>
            <a:prstGeom prst="ellipse">
              <a:avLst/>
            </a:prstGeom>
            <a:gradFill>
              <a:gsLst>
                <a:gs pos="0">
                  <a:srgbClr val="99E1EF">
                    <a:alpha val="17226"/>
                  </a:srgbClr>
                </a:gs>
                <a:gs pos="14286">
                  <a:srgbClr val="99E1EF">
                    <a:alpha val="15951"/>
                  </a:srgbClr>
                </a:gs>
                <a:gs pos="28571">
                  <a:srgbClr val="99E1EF">
                    <a:alpha val="12621"/>
                  </a:srgbClr>
                </a:gs>
                <a:gs pos="42857">
                  <a:srgbClr val="99E1EF">
                    <a:alpha val="8469"/>
                  </a:srgbClr>
                </a:gs>
                <a:gs pos="57143">
                  <a:srgbClr val="99E1EF">
                    <a:alpha val="4785"/>
                  </a:srgbClr>
                </a:gs>
                <a:gs pos="71429">
                  <a:srgbClr val="99E1EF">
                    <a:alpha val="2269"/>
                  </a:srgbClr>
                </a:gs>
                <a:gs pos="85714">
                  <a:srgbClr val="99E1EF">
                    <a:alpha val="904"/>
                  </a:srgbClr>
                </a:gs>
                <a:gs pos="100000">
                  <a:srgbClr val="99E1EF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1" name="Splat 1721"/>
            <p:cNvSpPr>
              <a:spLocks noGrp="1"/>
            </p:cNvSpPr>
            <p:nvPr/>
          </p:nvSpPr>
          <p:spPr>
            <a:xfrm rot="10426759">
              <a:off x="1914913" y="1470441"/>
              <a:ext cx="61502" cy="15375"/>
            </a:xfrm>
            <a:prstGeom prst="ellipse">
              <a:avLst/>
            </a:prstGeom>
            <a:gradFill>
              <a:gsLst>
                <a:gs pos="0">
                  <a:srgbClr val="99F4EC">
                    <a:alpha val="18128"/>
                  </a:srgbClr>
                </a:gs>
                <a:gs pos="14286">
                  <a:srgbClr val="99F4EC">
                    <a:alpha val="16793"/>
                  </a:srgbClr>
                </a:gs>
                <a:gs pos="28571">
                  <a:srgbClr val="99F4EC">
                    <a:alpha val="13302"/>
                  </a:srgbClr>
                </a:gs>
                <a:gs pos="42857">
                  <a:srgbClr val="99F4EC">
                    <a:alpha val="8938"/>
                  </a:srgbClr>
                </a:gs>
                <a:gs pos="57143">
                  <a:srgbClr val="99F4EC">
                    <a:alpha val="5056"/>
                  </a:srgbClr>
                </a:gs>
                <a:gs pos="71429">
                  <a:srgbClr val="99F4EC">
                    <a:alpha val="2399"/>
                  </a:srgbClr>
                </a:gs>
                <a:gs pos="85714">
                  <a:srgbClr val="99F4EC">
                    <a:alpha val="956"/>
                  </a:srgbClr>
                </a:gs>
                <a:gs pos="100000">
                  <a:srgbClr val="99F4E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2" name="Splat 1722"/>
            <p:cNvSpPr>
              <a:spLocks noGrp="1"/>
            </p:cNvSpPr>
            <p:nvPr/>
          </p:nvSpPr>
          <p:spPr>
            <a:xfrm rot="5400000">
              <a:off x="2936648" y="1852184"/>
              <a:ext cx="493662" cy="493662"/>
            </a:xfrm>
            <a:prstGeom prst="ellipse">
              <a:avLst/>
            </a:prstGeom>
            <a:gradFill>
              <a:gsLst>
                <a:gs pos="0">
                  <a:srgbClr val="0055EF">
                    <a:alpha val="32968"/>
                  </a:srgbClr>
                </a:gs>
                <a:gs pos="14286">
                  <a:srgbClr val="0055EF">
                    <a:alpha val="30764"/>
                  </a:srgbClr>
                </a:gs>
                <a:gs pos="28571">
                  <a:srgbClr val="0055EF">
                    <a:alpha val="24833"/>
                  </a:srgbClr>
                </a:gs>
                <a:gs pos="42857">
                  <a:srgbClr val="0055EF">
                    <a:alpha val="17075"/>
                  </a:srgbClr>
                </a:gs>
                <a:gs pos="57143">
                  <a:srgbClr val="0055EF">
                    <a:alpha val="9855"/>
                  </a:srgbClr>
                </a:gs>
                <a:gs pos="71429">
                  <a:srgbClr val="0055EF">
                    <a:alpha val="4740"/>
                  </a:srgbClr>
                </a:gs>
                <a:gs pos="85714">
                  <a:srgbClr val="0055EF">
                    <a:alpha val="1902"/>
                  </a:srgbClr>
                </a:gs>
                <a:gs pos="100000">
                  <a:srgbClr val="0055E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3" name="Splat 1723"/>
            <p:cNvSpPr>
              <a:spLocks noGrp="1"/>
            </p:cNvSpPr>
            <p:nvPr/>
          </p:nvSpPr>
          <p:spPr>
            <a:xfrm rot="5400000">
              <a:off x="1486072" y="2003387"/>
              <a:ext cx="33998" cy="33998"/>
            </a:xfrm>
            <a:prstGeom prst="ellipse">
              <a:avLst/>
            </a:prstGeom>
            <a:gradFill>
              <a:gsLst>
                <a:gs pos="0">
                  <a:srgbClr val="7493B1">
                    <a:alpha val="16942"/>
                  </a:srgbClr>
                </a:gs>
                <a:gs pos="14286">
                  <a:srgbClr val="7493B1">
                    <a:alpha val="15685"/>
                  </a:srgbClr>
                </a:gs>
                <a:gs pos="28571">
                  <a:srgbClr val="7493B1">
                    <a:alpha val="12407"/>
                  </a:srgbClr>
                </a:gs>
                <a:gs pos="42857">
                  <a:srgbClr val="7493B1">
                    <a:alpha val="8322"/>
                  </a:srgbClr>
                </a:gs>
                <a:gs pos="57143">
                  <a:srgbClr val="7493B1">
                    <a:alpha val="4701"/>
                  </a:srgbClr>
                </a:gs>
                <a:gs pos="71429">
                  <a:srgbClr val="7493B1">
                    <a:alpha val="2229"/>
                  </a:srgbClr>
                </a:gs>
                <a:gs pos="85714">
                  <a:srgbClr val="7493B1">
                    <a:alpha val="887"/>
                  </a:srgbClr>
                </a:gs>
                <a:gs pos="100000">
                  <a:srgbClr val="7493B1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4" name="Splat 1724"/>
            <p:cNvSpPr>
              <a:spLocks noGrp="1"/>
            </p:cNvSpPr>
            <p:nvPr/>
          </p:nvSpPr>
          <p:spPr>
            <a:xfrm rot="10332519">
              <a:off x="2013492" y="1500225"/>
              <a:ext cx="112079" cy="5094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5" name="Splat 1725"/>
            <p:cNvSpPr>
              <a:spLocks noGrp="1"/>
            </p:cNvSpPr>
            <p:nvPr/>
          </p:nvSpPr>
          <p:spPr>
            <a:xfrm rot="9533003">
              <a:off x="1521619" y="1497409"/>
              <a:ext cx="328612" cy="91281"/>
            </a:xfrm>
            <a:prstGeom prst="ellipse">
              <a:avLst/>
            </a:prstGeom>
            <a:gradFill>
              <a:gsLst>
                <a:gs pos="0">
                  <a:srgbClr val="900000">
                    <a:alpha val="32968"/>
                  </a:srgbClr>
                </a:gs>
                <a:gs pos="14286">
                  <a:srgbClr val="900000">
                    <a:alpha val="30764"/>
                  </a:srgbClr>
                </a:gs>
                <a:gs pos="28571">
                  <a:srgbClr val="900000">
                    <a:alpha val="24833"/>
                  </a:srgbClr>
                </a:gs>
                <a:gs pos="42857">
                  <a:srgbClr val="900000">
                    <a:alpha val="17075"/>
                  </a:srgbClr>
                </a:gs>
                <a:gs pos="57143">
                  <a:srgbClr val="900000">
                    <a:alpha val="9855"/>
                  </a:srgbClr>
                </a:gs>
                <a:gs pos="71429">
                  <a:srgbClr val="900000">
                    <a:alpha val="4740"/>
                  </a:srgbClr>
                </a:gs>
                <a:gs pos="85714">
                  <a:srgbClr val="900000">
                    <a:alpha val="1902"/>
                  </a:srgbClr>
                </a:gs>
                <a:gs pos="100000">
                  <a:srgbClr val="9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6" name="Splat 1726"/>
            <p:cNvSpPr>
              <a:spLocks noGrp="1"/>
            </p:cNvSpPr>
            <p:nvPr/>
          </p:nvSpPr>
          <p:spPr>
            <a:xfrm rot="10155356">
              <a:off x="2221520" y="1633617"/>
              <a:ext cx="115055" cy="5229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7" name="Splat 1727"/>
            <p:cNvSpPr>
              <a:spLocks noGrp="1"/>
            </p:cNvSpPr>
            <p:nvPr/>
          </p:nvSpPr>
          <p:spPr>
            <a:xfrm rot="-10747843">
              <a:off x="1703857" y="983404"/>
              <a:ext cx="111412" cy="50642"/>
            </a:xfrm>
            <a:prstGeom prst="ellipse">
              <a:avLst/>
            </a:prstGeom>
            <a:gradFill>
              <a:gsLst>
                <a:gs pos="0">
                  <a:srgbClr val="C3FFCC">
                    <a:alpha val="32968"/>
                  </a:srgbClr>
                </a:gs>
                <a:gs pos="14286">
                  <a:srgbClr val="C3FFCC">
                    <a:alpha val="30764"/>
                  </a:srgbClr>
                </a:gs>
                <a:gs pos="28571">
                  <a:srgbClr val="C3FFCC">
                    <a:alpha val="24833"/>
                  </a:srgbClr>
                </a:gs>
                <a:gs pos="42857">
                  <a:srgbClr val="C3FFCC">
                    <a:alpha val="17075"/>
                  </a:srgbClr>
                </a:gs>
                <a:gs pos="57143">
                  <a:srgbClr val="C3FFCC">
                    <a:alpha val="9855"/>
                  </a:srgbClr>
                </a:gs>
                <a:gs pos="71429">
                  <a:srgbClr val="C3FFCC">
                    <a:alpha val="4740"/>
                  </a:srgbClr>
                </a:gs>
                <a:gs pos="85714">
                  <a:srgbClr val="C3FFCC">
                    <a:alpha val="1902"/>
                  </a:srgbClr>
                </a:gs>
                <a:gs pos="100000">
                  <a:srgbClr val="C3FFC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8" name="Splat 1728"/>
            <p:cNvSpPr>
              <a:spLocks noGrp="1"/>
            </p:cNvSpPr>
            <p:nvPr/>
          </p:nvSpPr>
          <p:spPr>
            <a:xfrm rot="10497028">
              <a:off x="2452039" y="1307304"/>
              <a:ext cx="51027" cy="12757"/>
            </a:xfrm>
            <a:prstGeom prst="ellipse">
              <a:avLst/>
            </a:prstGeom>
            <a:gradFill>
              <a:gsLst>
                <a:gs pos="0">
                  <a:srgbClr val="D9EEF6">
                    <a:alpha val="20006"/>
                  </a:srgbClr>
                </a:gs>
                <a:gs pos="14286">
                  <a:srgbClr val="D9EEF6">
                    <a:alpha val="18549"/>
                  </a:srgbClr>
                </a:gs>
                <a:gs pos="28571">
                  <a:srgbClr val="D9EEF6">
                    <a:alpha val="14726"/>
                  </a:srgbClr>
                </a:gs>
                <a:gs pos="42857">
                  <a:srgbClr val="D9EEF6">
                    <a:alpha val="9922"/>
                  </a:srgbClr>
                </a:gs>
                <a:gs pos="57143">
                  <a:srgbClr val="D9EEF6">
                    <a:alpha val="5625"/>
                  </a:srgbClr>
                </a:gs>
                <a:gs pos="71429">
                  <a:srgbClr val="D9EEF6">
                    <a:alpha val="2674"/>
                  </a:srgbClr>
                </a:gs>
                <a:gs pos="85714">
                  <a:srgbClr val="D9EEF6">
                    <a:alpha val="1066"/>
                  </a:srgbClr>
                </a:gs>
                <a:gs pos="100000">
                  <a:srgbClr val="D9EEF6">
                    <a:alpha val="3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9" name="Splat 1729"/>
            <p:cNvSpPr>
              <a:spLocks noGrp="1"/>
            </p:cNvSpPr>
            <p:nvPr/>
          </p:nvSpPr>
          <p:spPr>
            <a:xfrm rot="4906074">
              <a:off x="2059044" y="2621303"/>
              <a:ext cx="111340" cy="5060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0" name="Splat 1730"/>
            <p:cNvSpPr>
              <a:spLocks noGrp="1"/>
            </p:cNvSpPr>
            <p:nvPr/>
          </p:nvSpPr>
          <p:spPr>
            <a:xfrm rot="9818958">
              <a:off x="3002789" y="1079834"/>
              <a:ext cx="68382" cy="17096"/>
            </a:xfrm>
            <a:prstGeom prst="ellipse">
              <a:avLst/>
            </a:prstGeom>
            <a:gradFill>
              <a:gsLst>
                <a:gs pos="0">
                  <a:srgbClr val="B39869">
                    <a:alpha val="16871"/>
                  </a:srgbClr>
                </a:gs>
                <a:gs pos="14286">
                  <a:srgbClr val="B39869">
                    <a:alpha val="15619"/>
                  </a:srgbClr>
                </a:gs>
                <a:gs pos="28571">
                  <a:srgbClr val="B39869">
                    <a:alpha val="12354"/>
                  </a:srgbClr>
                </a:gs>
                <a:gs pos="42857">
                  <a:srgbClr val="B39869">
                    <a:alpha val="8286"/>
                  </a:srgbClr>
                </a:gs>
                <a:gs pos="57143">
                  <a:srgbClr val="B39869">
                    <a:alpha val="4679"/>
                  </a:srgbClr>
                </a:gs>
                <a:gs pos="71429">
                  <a:srgbClr val="B39869">
                    <a:alpha val="2218"/>
                  </a:srgbClr>
                </a:gs>
                <a:gs pos="85714">
                  <a:srgbClr val="B39869">
                    <a:alpha val="883"/>
                  </a:srgbClr>
                </a:gs>
                <a:gs pos="100000">
                  <a:srgbClr val="B39869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1" name="Splat 1731"/>
            <p:cNvSpPr>
              <a:spLocks noGrp="1"/>
            </p:cNvSpPr>
            <p:nvPr/>
          </p:nvSpPr>
          <p:spPr>
            <a:xfrm rot="9192084">
              <a:off x="1137366" y="907254"/>
              <a:ext cx="111018" cy="50463"/>
            </a:xfrm>
            <a:prstGeom prst="ellipse">
              <a:avLst/>
            </a:prstGeom>
            <a:gradFill>
              <a:gsLst>
                <a:gs pos="0">
                  <a:srgbClr val="FDFFEA">
                    <a:alpha val="32968"/>
                  </a:srgbClr>
                </a:gs>
                <a:gs pos="14286">
                  <a:srgbClr val="FDFFEA">
                    <a:alpha val="30764"/>
                  </a:srgbClr>
                </a:gs>
                <a:gs pos="28571">
                  <a:srgbClr val="FDFFEA">
                    <a:alpha val="24833"/>
                  </a:srgbClr>
                </a:gs>
                <a:gs pos="42857">
                  <a:srgbClr val="FDFFEA">
                    <a:alpha val="17075"/>
                  </a:srgbClr>
                </a:gs>
                <a:gs pos="57143">
                  <a:srgbClr val="FDFFEA">
                    <a:alpha val="9855"/>
                  </a:srgbClr>
                </a:gs>
                <a:gs pos="71429">
                  <a:srgbClr val="FDFFEA">
                    <a:alpha val="4740"/>
                  </a:srgbClr>
                </a:gs>
                <a:gs pos="85714">
                  <a:srgbClr val="FDFFEA">
                    <a:alpha val="1902"/>
                  </a:srgbClr>
                </a:gs>
                <a:gs pos="100000">
                  <a:srgbClr val="FDFFE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2" name="Splat 1732"/>
            <p:cNvSpPr>
              <a:spLocks noGrp="1"/>
            </p:cNvSpPr>
            <p:nvPr/>
          </p:nvSpPr>
          <p:spPr>
            <a:xfrm rot="5048836">
              <a:off x="1567846" y="1840466"/>
              <a:ext cx="68026" cy="17007"/>
            </a:xfrm>
            <a:prstGeom prst="ellipse">
              <a:avLst/>
            </a:prstGeom>
            <a:gradFill>
              <a:gsLst>
                <a:gs pos="0">
                  <a:srgbClr val="8193BC">
                    <a:alpha val="16936"/>
                  </a:srgbClr>
                </a:gs>
                <a:gs pos="14286">
                  <a:srgbClr val="8193BC">
                    <a:alpha val="15680"/>
                  </a:srgbClr>
                </a:gs>
                <a:gs pos="28571">
                  <a:srgbClr val="8193BC">
                    <a:alpha val="12403"/>
                  </a:srgbClr>
                </a:gs>
                <a:gs pos="42857">
                  <a:srgbClr val="8193BC">
                    <a:alpha val="8320"/>
                  </a:srgbClr>
                </a:gs>
                <a:gs pos="57143">
                  <a:srgbClr val="8193BC">
                    <a:alpha val="4699"/>
                  </a:srgbClr>
                </a:gs>
                <a:gs pos="71429">
                  <a:srgbClr val="8193BC">
                    <a:alpha val="2228"/>
                  </a:srgbClr>
                </a:gs>
                <a:gs pos="85714">
                  <a:srgbClr val="8193BC">
                    <a:alpha val="887"/>
                  </a:srgbClr>
                </a:gs>
                <a:gs pos="100000">
                  <a:srgbClr val="8193BC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3" name="Splat 1733"/>
            <p:cNvSpPr>
              <a:spLocks noGrp="1"/>
            </p:cNvSpPr>
            <p:nvPr/>
          </p:nvSpPr>
          <p:spPr>
            <a:xfrm rot="-10282735">
              <a:off x="1206454" y="742574"/>
              <a:ext cx="328612" cy="91281"/>
            </a:xfrm>
            <a:prstGeom prst="ellipse">
              <a:avLst/>
            </a:prstGeom>
            <a:gradFill>
              <a:gsLst>
                <a:gs pos="0">
                  <a:srgbClr val="FFFFFF">
                    <a:alpha val="27624"/>
                  </a:srgbClr>
                </a:gs>
                <a:gs pos="14286">
                  <a:srgbClr val="FFFFFF">
                    <a:alpha val="25706"/>
                  </a:srgbClr>
                </a:gs>
                <a:gs pos="28571">
                  <a:srgbClr val="FFFFFF">
                    <a:alpha val="20604"/>
                  </a:srgbClr>
                </a:gs>
                <a:gs pos="42857">
                  <a:srgbClr val="FFFFFF">
                    <a:alpha val="14044"/>
                  </a:srgbClr>
                </a:gs>
                <a:gs pos="57143">
                  <a:srgbClr val="FFFFFF">
                    <a:alpha val="8043"/>
                  </a:srgbClr>
                </a:gs>
                <a:gs pos="71429">
                  <a:srgbClr val="FFFFFF">
                    <a:alpha val="3849"/>
                  </a:srgbClr>
                </a:gs>
                <a:gs pos="85714">
                  <a:srgbClr val="FFFFFF">
                    <a:alpha val="1540"/>
                  </a:srgbClr>
                </a:gs>
                <a:gs pos="100000">
                  <a:srgbClr val="FFFFFF">
                    <a:alpha val="5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4" name="Splat 1734"/>
            <p:cNvSpPr>
              <a:spLocks noGrp="1"/>
            </p:cNvSpPr>
            <p:nvPr/>
          </p:nvSpPr>
          <p:spPr>
            <a:xfrm rot="5400000">
              <a:off x="1714879" y="1819280"/>
              <a:ext cx="394112" cy="39411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5" name="Splat 1735"/>
            <p:cNvSpPr>
              <a:spLocks noGrp="1"/>
            </p:cNvSpPr>
            <p:nvPr/>
          </p:nvSpPr>
          <p:spPr>
            <a:xfrm rot="-10291208">
              <a:off x="1042666" y="1167470"/>
              <a:ext cx="109941" cy="499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6" name="Splat 1736"/>
            <p:cNvSpPr>
              <a:spLocks noGrp="1"/>
            </p:cNvSpPr>
            <p:nvPr/>
          </p:nvSpPr>
          <p:spPr>
            <a:xfrm rot="2900301">
              <a:off x="3349777" y="1211518"/>
              <a:ext cx="64816" cy="16204"/>
            </a:xfrm>
            <a:prstGeom prst="ellipse">
              <a:avLst/>
            </a:prstGeom>
            <a:gradFill>
              <a:gsLst>
                <a:gs pos="0">
                  <a:srgbClr val="DC869E">
                    <a:alpha val="17525"/>
                  </a:srgbClr>
                </a:gs>
                <a:gs pos="14286">
                  <a:srgbClr val="DC869E">
                    <a:alpha val="16230"/>
                  </a:srgbClr>
                </a:gs>
                <a:gs pos="28571">
                  <a:srgbClr val="DC869E">
                    <a:alpha val="12847"/>
                  </a:srgbClr>
                </a:gs>
                <a:gs pos="42857">
                  <a:srgbClr val="DC869E">
                    <a:alpha val="8624"/>
                  </a:srgbClr>
                </a:gs>
                <a:gs pos="57143">
                  <a:srgbClr val="DC869E">
                    <a:alpha val="4875"/>
                  </a:srgbClr>
                </a:gs>
                <a:gs pos="71429">
                  <a:srgbClr val="DC869E">
                    <a:alpha val="2312"/>
                  </a:srgbClr>
                </a:gs>
                <a:gs pos="85714">
                  <a:srgbClr val="DC869E">
                    <a:alpha val="921"/>
                  </a:srgbClr>
                </a:gs>
                <a:gs pos="100000">
                  <a:srgbClr val="DC869E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7" name="Splat 1737"/>
            <p:cNvSpPr>
              <a:spLocks noGrp="1"/>
            </p:cNvSpPr>
            <p:nvPr/>
          </p:nvSpPr>
          <p:spPr>
            <a:xfrm rot="10687474">
              <a:off x="1031778" y="1116857"/>
              <a:ext cx="68190" cy="17047"/>
            </a:xfrm>
            <a:prstGeom prst="ellipse">
              <a:avLst/>
            </a:prstGeom>
            <a:gradFill>
              <a:gsLst>
                <a:gs pos="0">
                  <a:srgbClr val="B07771">
                    <a:alpha val="16906"/>
                  </a:srgbClr>
                </a:gs>
                <a:gs pos="14286">
                  <a:srgbClr val="B07771">
                    <a:alpha val="15652"/>
                  </a:srgbClr>
                </a:gs>
                <a:gs pos="28571">
                  <a:srgbClr val="B07771">
                    <a:alpha val="12381"/>
                  </a:srgbClr>
                </a:gs>
                <a:gs pos="42857">
                  <a:srgbClr val="B07771">
                    <a:alpha val="8304"/>
                  </a:srgbClr>
                </a:gs>
                <a:gs pos="57143">
                  <a:srgbClr val="B07771">
                    <a:alpha val="4690"/>
                  </a:srgbClr>
                </a:gs>
                <a:gs pos="71429">
                  <a:srgbClr val="B07771">
                    <a:alpha val="2223"/>
                  </a:srgbClr>
                </a:gs>
                <a:gs pos="85714">
                  <a:srgbClr val="B07771">
                    <a:alpha val="885"/>
                  </a:srgbClr>
                </a:gs>
                <a:gs pos="100000">
                  <a:srgbClr val="B07771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8" name="Splat 1738"/>
            <p:cNvSpPr>
              <a:spLocks noGrp="1"/>
            </p:cNvSpPr>
            <p:nvPr/>
          </p:nvSpPr>
          <p:spPr>
            <a:xfrm rot="-9057381">
              <a:off x="1229064" y="891724"/>
              <a:ext cx="109557" cy="49799"/>
            </a:xfrm>
            <a:prstGeom prst="ellipse">
              <a:avLst/>
            </a:prstGeom>
            <a:gradFill>
              <a:gsLst>
                <a:gs pos="0">
                  <a:srgbClr val="FFFFEC">
                    <a:alpha val="32968"/>
                  </a:srgbClr>
                </a:gs>
                <a:gs pos="14286">
                  <a:srgbClr val="FFFFEC">
                    <a:alpha val="30764"/>
                  </a:srgbClr>
                </a:gs>
                <a:gs pos="28571">
                  <a:srgbClr val="FFFFEC">
                    <a:alpha val="24833"/>
                  </a:srgbClr>
                </a:gs>
                <a:gs pos="42857">
                  <a:srgbClr val="FFFFEC">
                    <a:alpha val="17075"/>
                  </a:srgbClr>
                </a:gs>
                <a:gs pos="57143">
                  <a:srgbClr val="FFFFEC">
                    <a:alpha val="9855"/>
                  </a:srgbClr>
                </a:gs>
                <a:gs pos="71429">
                  <a:srgbClr val="FFFFEC">
                    <a:alpha val="4740"/>
                  </a:srgbClr>
                </a:gs>
                <a:gs pos="85714">
                  <a:srgbClr val="FFFFEC">
                    <a:alpha val="1902"/>
                  </a:srgbClr>
                </a:gs>
                <a:gs pos="100000">
                  <a:srgbClr val="FFFFE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9" name="Splat 1739"/>
            <p:cNvSpPr>
              <a:spLocks noGrp="1"/>
            </p:cNvSpPr>
            <p:nvPr/>
          </p:nvSpPr>
          <p:spPr>
            <a:xfrm rot="5400000">
              <a:off x="1531872" y="500326"/>
              <a:ext cx="437860" cy="437860"/>
            </a:xfrm>
            <a:prstGeom prst="ellipse">
              <a:avLst/>
            </a:prstGeom>
            <a:gradFill>
              <a:gsLst>
                <a:gs pos="0">
                  <a:srgbClr val="DB00F3">
                    <a:alpha val="12074"/>
                  </a:srgbClr>
                </a:gs>
                <a:gs pos="14286">
                  <a:srgbClr val="DB00F3">
                    <a:alpha val="11154"/>
                  </a:srgbClr>
                </a:gs>
                <a:gs pos="28571">
                  <a:srgbClr val="DB00F3">
                    <a:alpha val="8774"/>
                  </a:srgbClr>
                </a:gs>
                <a:gs pos="42857">
                  <a:srgbClr val="DB00F3">
                    <a:alpha val="5846"/>
                  </a:srgbClr>
                </a:gs>
                <a:gs pos="57143">
                  <a:srgbClr val="DB00F3">
                    <a:alpha val="3283"/>
                  </a:srgbClr>
                </a:gs>
                <a:gs pos="71429">
                  <a:srgbClr val="DB00F3">
                    <a:alpha val="1550"/>
                  </a:srgbClr>
                </a:gs>
                <a:gs pos="85714">
                  <a:srgbClr val="DB00F3">
                    <a:alpha val="616"/>
                  </a:srgbClr>
                </a:gs>
                <a:gs pos="100000">
                  <a:srgbClr val="DB00F3">
                    <a:alpha val="2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0" name="Splat 1740"/>
            <p:cNvSpPr>
              <a:spLocks noGrp="1"/>
            </p:cNvSpPr>
            <p:nvPr/>
          </p:nvSpPr>
          <p:spPr>
            <a:xfrm rot="7115124">
              <a:off x="3168125" y="1560889"/>
              <a:ext cx="68109" cy="17027"/>
            </a:xfrm>
            <a:prstGeom prst="ellipse">
              <a:avLst/>
            </a:prstGeom>
            <a:gradFill>
              <a:gsLst>
                <a:gs pos="0">
                  <a:srgbClr val="9D7F91">
                    <a:alpha val="16921"/>
                  </a:srgbClr>
                </a:gs>
                <a:gs pos="14286">
                  <a:srgbClr val="9D7F91">
                    <a:alpha val="15666"/>
                  </a:srgbClr>
                </a:gs>
                <a:gs pos="28571">
                  <a:srgbClr val="9D7F91">
                    <a:alpha val="12392"/>
                  </a:srgbClr>
                </a:gs>
                <a:gs pos="42857">
                  <a:srgbClr val="9D7F91">
                    <a:alpha val="8312"/>
                  </a:srgbClr>
                </a:gs>
                <a:gs pos="57143">
                  <a:srgbClr val="9D7F91">
                    <a:alpha val="4694"/>
                  </a:srgbClr>
                </a:gs>
                <a:gs pos="71429">
                  <a:srgbClr val="9D7F91">
                    <a:alpha val="2226"/>
                  </a:srgbClr>
                </a:gs>
                <a:gs pos="85714">
                  <a:srgbClr val="9D7F91">
                    <a:alpha val="886"/>
                  </a:srgbClr>
                </a:gs>
                <a:gs pos="100000">
                  <a:srgbClr val="9D7F91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1" name="Splat 1741"/>
            <p:cNvSpPr>
              <a:spLocks noGrp="1"/>
            </p:cNvSpPr>
            <p:nvPr/>
          </p:nvSpPr>
          <p:spPr>
            <a:xfrm rot="-9858860">
              <a:off x="1893239" y="1593512"/>
              <a:ext cx="63698" cy="15924"/>
            </a:xfrm>
            <a:prstGeom prst="ellipse">
              <a:avLst/>
            </a:prstGeom>
            <a:gradFill>
              <a:gsLst>
                <a:gs pos="0">
                  <a:srgbClr val="B0ECF3">
                    <a:alpha val="17729"/>
                  </a:srgbClr>
                </a:gs>
                <a:gs pos="14286">
                  <a:srgbClr val="B0ECF3">
                    <a:alpha val="16420"/>
                  </a:srgbClr>
                </a:gs>
                <a:gs pos="28571">
                  <a:srgbClr val="B0ECF3">
                    <a:alpha val="13001"/>
                  </a:srgbClr>
                </a:gs>
                <a:gs pos="42857">
                  <a:srgbClr val="B0ECF3">
                    <a:alpha val="8730"/>
                  </a:srgbClr>
                </a:gs>
                <a:gs pos="57143">
                  <a:srgbClr val="B0ECF3">
                    <a:alpha val="4936"/>
                  </a:srgbClr>
                </a:gs>
                <a:gs pos="71429">
                  <a:srgbClr val="B0ECF3">
                    <a:alpha val="2342"/>
                  </a:srgbClr>
                </a:gs>
                <a:gs pos="85714">
                  <a:srgbClr val="B0ECF3">
                    <a:alpha val="933"/>
                  </a:srgbClr>
                </a:gs>
                <a:gs pos="100000">
                  <a:srgbClr val="B0ECF3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2" name="Splat 1742"/>
            <p:cNvSpPr>
              <a:spLocks noGrp="1"/>
            </p:cNvSpPr>
            <p:nvPr/>
          </p:nvSpPr>
          <p:spPr>
            <a:xfrm rot="10006166">
              <a:off x="1930394" y="1372486"/>
              <a:ext cx="60770" cy="15192"/>
            </a:xfrm>
            <a:prstGeom prst="ellipse">
              <a:avLst/>
            </a:prstGeom>
            <a:gradFill>
              <a:gsLst>
                <a:gs pos="0">
                  <a:srgbClr val="6A91AE">
                    <a:alpha val="18261"/>
                  </a:srgbClr>
                </a:gs>
                <a:gs pos="14286">
                  <a:srgbClr val="6A91AE">
                    <a:alpha val="16917"/>
                  </a:srgbClr>
                </a:gs>
                <a:gs pos="28571">
                  <a:srgbClr val="6A91AE">
                    <a:alpha val="13402"/>
                  </a:srgbClr>
                </a:gs>
                <a:gs pos="42857">
                  <a:srgbClr val="6A91AE">
                    <a:alpha val="9007"/>
                  </a:srgbClr>
                </a:gs>
                <a:gs pos="57143">
                  <a:srgbClr val="6A91AE">
                    <a:alpha val="5096"/>
                  </a:srgbClr>
                </a:gs>
                <a:gs pos="71429">
                  <a:srgbClr val="6A91AE">
                    <a:alpha val="2418"/>
                  </a:srgbClr>
                </a:gs>
                <a:gs pos="85714">
                  <a:srgbClr val="6A91AE">
                    <a:alpha val="963"/>
                  </a:srgbClr>
                </a:gs>
                <a:gs pos="100000">
                  <a:srgbClr val="6A91AE">
                    <a:alpha val="3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3" name="Splat 1743"/>
            <p:cNvSpPr>
              <a:spLocks noGrp="1"/>
            </p:cNvSpPr>
            <p:nvPr/>
          </p:nvSpPr>
          <p:spPr>
            <a:xfrm rot="-10074071">
              <a:off x="1797898" y="1752503"/>
              <a:ext cx="58347" cy="14587"/>
            </a:xfrm>
            <a:prstGeom prst="ellipse">
              <a:avLst/>
            </a:prstGeom>
            <a:gradFill>
              <a:gsLst>
                <a:gs pos="0">
                  <a:srgbClr val="C2ECFF">
                    <a:alpha val="18698"/>
                  </a:srgbClr>
                </a:gs>
                <a:gs pos="14286">
                  <a:srgbClr val="C2ECFF">
                    <a:alpha val="17326"/>
                  </a:srgbClr>
                </a:gs>
                <a:gs pos="28571">
                  <a:srgbClr val="C2ECFF">
                    <a:alpha val="13733"/>
                  </a:srgbClr>
                </a:gs>
                <a:gs pos="42857">
                  <a:srgbClr val="C2ECFF">
                    <a:alpha val="9235"/>
                  </a:srgbClr>
                </a:gs>
                <a:gs pos="57143">
                  <a:srgbClr val="C2ECFF">
                    <a:alpha val="5228"/>
                  </a:srgbClr>
                </a:gs>
                <a:gs pos="71429">
                  <a:srgbClr val="C2ECFF">
                    <a:alpha val="2482"/>
                  </a:srgbClr>
                </a:gs>
                <a:gs pos="85714">
                  <a:srgbClr val="C2ECFF">
                    <a:alpha val="989"/>
                  </a:srgbClr>
                </a:gs>
                <a:gs pos="100000">
                  <a:srgbClr val="C2ECFF">
                    <a:alpha val="3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4" name="Splat 1744"/>
            <p:cNvSpPr>
              <a:spLocks noGrp="1"/>
            </p:cNvSpPr>
            <p:nvPr/>
          </p:nvSpPr>
          <p:spPr>
            <a:xfrm rot="-9199301">
              <a:off x="1531968" y="1010167"/>
              <a:ext cx="61107" cy="15277"/>
            </a:xfrm>
            <a:prstGeom prst="ellipse">
              <a:avLst/>
            </a:prstGeom>
            <a:gradFill>
              <a:gsLst>
                <a:gs pos="0">
                  <a:srgbClr val="6F7B94">
                    <a:alpha val="18200"/>
                  </a:srgbClr>
                </a:gs>
                <a:gs pos="14286">
                  <a:srgbClr val="6F7B94">
                    <a:alpha val="16860"/>
                  </a:srgbClr>
                </a:gs>
                <a:gs pos="28571">
                  <a:srgbClr val="6F7B94">
                    <a:alpha val="13356"/>
                  </a:srgbClr>
                </a:gs>
                <a:gs pos="42857">
                  <a:srgbClr val="6F7B94">
                    <a:alpha val="8975"/>
                  </a:srgbClr>
                </a:gs>
                <a:gs pos="57143">
                  <a:srgbClr val="6F7B94">
                    <a:alpha val="5077"/>
                  </a:srgbClr>
                </a:gs>
                <a:gs pos="71429">
                  <a:srgbClr val="6F7B94">
                    <a:alpha val="2410"/>
                  </a:srgbClr>
                </a:gs>
                <a:gs pos="85714">
                  <a:srgbClr val="6F7B94">
                    <a:alpha val="960"/>
                  </a:srgbClr>
                </a:gs>
                <a:gs pos="100000">
                  <a:srgbClr val="6F7B94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5" name="Splat 1745"/>
            <p:cNvSpPr>
              <a:spLocks noGrp="1"/>
            </p:cNvSpPr>
            <p:nvPr/>
          </p:nvSpPr>
          <p:spPr>
            <a:xfrm rot="10598976">
              <a:off x="2308947" y="2143455"/>
              <a:ext cx="66321" cy="16580"/>
            </a:xfrm>
            <a:prstGeom prst="ellipse">
              <a:avLst/>
            </a:prstGeom>
            <a:gradFill>
              <a:gsLst>
                <a:gs pos="0">
                  <a:srgbClr val="9F94BB">
                    <a:alpha val="17250"/>
                  </a:srgbClr>
                </a:gs>
                <a:gs pos="14286">
                  <a:srgbClr val="9F94BB">
                    <a:alpha val="15972"/>
                  </a:srgbClr>
                </a:gs>
                <a:gs pos="28571">
                  <a:srgbClr val="9F94BB">
                    <a:alpha val="12639"/>
                  </a:srgbClr>
                </a:gs>
                <a:gs pos="42857">
                  <a:srgbClr val="9F94BB">
                    <a:alpha val="8481"/>
                  </a:srgbClr>
                </a:gs>
                <a:gs pos="57143">
                  <a:srgbClr val="9F94BB">
                    <a:alpha val="4792"/>
                  </a:srgbClr>
                </a:gs>
                <a:gs pos="71429">
                  <a:srgbClr val="9F94BB">
                    <a:alpha val="2273"/>
                  </a:srgbClr>
                </a:gs>
                <a:gs pos="85714">
                  <a:srgbClr val="9F94BB">
                    <a:alpha val="905"/>
                  </a:srgbClr>
                </a:gs>
                <a:gs pos="100000">
                  <a:srgbClr val="9F94BB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6" name="Splat 1746"/>
            <p:cNvSpPr>
              <a:spLocks noGrp="1"/>
            </p:cNvSpPr>
            <p:nvPr/>
          </p:nvSpPr>
          <p:spPr>
            <a:xfrm rot="-9284767">
              <a:off x="1835460" y="1424665"/>
              <a:ext cx="136713" cy="62142"/>
            </a:xfrm>
            <a:prstGeom prst="ellipse">
              <a:avLst/>
            </a:prstGeom>
            <a:gradFill>
              <a:gsLst>
                <a:gs pos="0">
                  <a:srgbClr val="FFFF8E">
                    <a:alpha val="32968"/>
                  </a:srgbClr>
                </a:gs>
                <a:gs pos="14286">
                  <a:srgbClr val="FFFF8E">
                    <a:alpha val="30764"/>
                  </a:srgbClr>
                </a:gs>
                <a:gs pos="28571">
                  <a:srgbClr val="FFFF8E">
                    <a:alpha val="24833"/>
                  </a:srgbClr>
                </a:gs>
                <a:gs pos="42857">
                  <a:srgbClr val="FFFF8E">
                    <a:alpha val="17075"/>
                  </a:srgbClr>
                </a:gs>
                <a:gs pos="57143">
                  <a:srgbClr val="FFFF8E">
                    <a:alpha val="9855"/>
                  </a:srgbClr>
                </a:gs>
                <a:gs pos="71429">
                  <a:srgbClr val="FFFF8E">
                    <a:alpha val="4740"/>
                  </a:srgbClr>
                </a:gs>
                <a:gs pos="85714">
                  <a:srgbClr val="FFFF8E">
                    <a:alpha val="1902"/>
                  </a:srgbClr>
                </a:gs>
                <a:gs pos="100000">
                  <a:srgbClr val="FFFF8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7" name="Splat 1747"/>
            <p:cNvSpPr>
              <a:spLocks noGrp="1"/>
            </p:cNvSpPr>
            <p:nvPr/>
          </p:nvSpPr>
          <p:spPr>
            <a:xfrm rot="9913773">
              <a:off x="1954375" y="1537234"/>
              <a:ext cx="107381" cy="4880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8" name="Splat 1748"/>
            <p:cNvSpPr>
              <a:spLocks noGrp="1"/>
            </p:cNvSpPr>
            <p:nvPr/>
          </p:nvSpPr>
          <p:spPr>
            <a:xfrm rot="-9306680">
              <a:off x="2785978" y="844476"/>
              <a:ext cx="633290" cy="17591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9" name="Splat 1749"/>
            <p:cNvSpPr>
              <a:spLocks noGrp="1"/>
            </p:cNvSpPr>
            <p:nvPr/>
          </p:nvSpPr>
          <p:spPr>
            <a:xfrm rot="7505473">
              <a:off x="1250752" y="2115655"/>
              <a:ext cx="65824" cy="16456"/>
            </a:xfrm>
            <a:prstGeom prst="ellipse">
              <a:avLst/>
            </a:prstGeom>
            <a:gradFill>
              <a:gsLst>
                <a:gs pos="0">
                  <a:srgbClr val="B5C7E1">
                    <a:alpha val="17341"/>
                  </a:srgbClr>
                </a:gs>
                <a:gs pos="14286">
                  <a:srgbClr val="B5C7E1">
                    <a:alpha val="16058"/>
                  </a:srgbClr>
                </a:gs>
                <a:gs pos="28571">
                  <a:srgbClr val="B5C7E1">
                    <a:alpha val="12708"/>
                  </a:srgbClr>
                </a:gs>
                <a:gs pos="42857">
                  <a:srgbClr val="B5C7E1">
                    <a:alpha val="8529"/>
                  </a:srgbClr>
                </a:gs>
                <a:gs pos="57143">
                  <a:srgbClr val="B5C7E1">
                    <a:alpha val="4820"/>
                  </a:srgbClr>
                </a:gs>
                <a:gs pos="71429">
                  <a:srgbClr val="B5C7E1">
                    <a:alpha val="2286"/>
                  </a:srgbClr>
                </a:gs>
                <a:gs pos="85714">
                  <a:srgbClr val="B5C7E1">
                    <a:alpha val="910"/>
                  </a:srgbClr>
                </a:gs>
                <a:gs pos="100000">
                  <a:srgbClr val="B5C7E1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0" name="Splat 1750"/>
            <p:cNvSpPr>
              <a:spLocks noGrp="1"/>
            </p:cNvSpPr>
            <p:nvPr/>
          </p:nvSpPr>
          <p:spPr>
            <a:xfrm rot="10308545">
              <a:off x="2110164" y="1858030"/>
              <a:ext cx="48984" cy="12246"/>
            </a:xfrm>
            <a:prstGeom prst="ellipse">
              <a:avLst/>
            </a:prstGeom>
            <a:gradFill>
              <a:gsLst>
                <a:gs pos="0">
                  <a:srgbClr val="BAE4FA">
                    <a:alpha val="20368"/>
                  </a:srgbClr>
                </a:gs>
                <a:gs pos="14286">
                  <a:srgbClr val="BAE4FA">
                    <a:alpha val="18887"/>
                  </a:srgbClr>
                </a:gs>
                <a:gs pos="28571">
                  <a:srgbClr val="BAE4FA">
                    <a:alpha val="15001"/>
                  </a:srgbClr>
                </a:gs>
                <a:gs pos="42857">
                  <a:srgbClr val="BAE4FA">
                    <a:alpha val="10112"/>
                  </a:srgbClr>
                </a:gs>
                <a:gs pos="57143">
                  <a:srgbClr val="BAE4FA">
                    <a:alpha val="5736"/>
                  </a:srgbClr>
                </a:gs>
                <a:gs pos="71429">
                  <a:srgbClr val="BAE4FA">
                    <a:alpha val="2727"/>
                  </a:srgbClr>
                </a:gs>
                <a:gs pos="85714">
                  <a:srgbClr val="BAE4FA">
                    <a:alpha val="1087"/>
                  </a:srgbClr>
                </a:gs>
                <a:gs pos="100000">
                  <a:srgbClr val="BAE4FA">
                    <a:alpha val="3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1" name="Splat 1751"/>
            <p:cNvSpPr>
              <a:spLocks noGrp="1"/>
            </p:cNvSpPr>
            <p:nvPr/>
          </p:nvSpPr>
          <p:spPr>
            <a:xfrm rot="5400000">
              <a:off x="2698941" y="624219"/>
              <a:ext cx="534651" cy="534651"/>
            </a:xfrm>
            <a:prstGeom prst="ellipse">
              <a:avLst/>
            </a:prstGeom>
            <a:gradFill>
              <a:gsLst>
                <a:gs pos="0">
                  <a:srgbClr val="0022A2">
                    <a:alpha val="32968"/>
                  </a:srgbClr>
                </a:gs>
                <a:gs pos="14286">
                  <a:srgbClr val="0022A2">
                    <a:alpha val="30764"/>
                  </a:srgbClr>
                </a:gs>
                <a:gs pos="28571">
                  <a:srgbClr val="0022A2">
                    <a:alpha val="24833"/>
                  </a:srgbClr>
                </a:gs>
                <a:gs pos="42857">
                  <a:srgbClr val="0022A2">
                    <a:alpha val="17075"/>
                  </a:srgbClr>
                </a:gs>
                <a:gs pos="57143">
                  <a:srgbClr val="0022A2">
                    <a:alpha val="9855"/>
                  </a:srgbClr>
                </a:gs>
                <a:gs pos="71429">
                  <a:srgbClr val="0022A2">
                    <a:alpha val="4740"/>
                  </a:srgbClr>
                </a:gs>
                <a:gs pos="85714">
                  <a:srgbClr val="0022A2">
                    <a:alpha val="1902"/>
                  </a:srgbClr>
                </a:gs>
                <a:gs pos="100000">
                  <a:srgbClr val="0022A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2" name="Splat 1752"/>
            <p:cNvSpPr>
              <a:spLocks noGrp="1"/>
            </p:cNvSpPr>
            <p:nvPr/>
          </p:nvSpPr>
          <p:spPr>
            <a:xfrm rot="-10526533">
              <a:off x="1194653" y="1974547"/>
              <a:ext cx="66363" cy="16591"/>
            </a:xfrm>
            <a:prstGeom prst="ellipse">
              <a:avLst/>
            </a:prstGeom>
            <a:gradFill>
              <a:gsLst>
                <a:gs pos="0">
                  <a:srgbClr val="CCB67E">
                    <a:alpha val="17242"/>
                  </a:srgbClr>
                </a:gs>
                <a:gs pos="14286">
                  <a:srgbClr val="CCB67E">
                    <a:alpha val="15965"/>
                  </a:srgbClr>
                </a:gs>
                <a:gs pos="28571">
                  <a:srgbClr val="CCB67E">
                    <a:alpha val="12633"/>
                  </a:srgbClr>
                </a:gs>
                <a:gs pos="42857">
                  <a:srgbClr val="CCB67E">
                    <a:alpha val="8478"/>
                  </a:srgbClr>
                </a:gs>
                <a:gs pos="57143">
                  <a:srgbClr val="CCB67E">
                    <a:alpha val="4790"/>
                  </a:srgbClr>
                </a:gs>
                <a:gs pos="71429">
                  <a:srgbClr val="CCB67E">
                    <a:alpha val="2271"/>
                  </a:srgbClr>
                </a:gs>
                <a:gs pos="85714">
                  <a:srgbClr val="CCB67E">
                    <a:alpha val="904"/>
                  </a:srgbClr>
                </a:gs>
                <a:gs pos="100000">
                  <a:srgbClr val="CCB67E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3" name="Splat 1753"/>
            <p:cNvSpPr>
              <a:spLocks noGrp="1"/>
            </p:cNvSpPr>
            <p:nvPr/>
          </p:nvSpPr>
          <p:spPr>
            <a:xfrm rot="-10456914">
              <a:off x="2015871" y="1860937"/>
              <a:ext cx="105884" cy="48129"/>
            </a:xfrm>
            <a:prstGeom prst="ellipse">
              <a:avLst/>
            </a:prstGeom>
            <a:gradFill>
              <a:gsLst>
                <a:gs pos="0">
                  <a:srgbClr val="0062D5">
                    <a:alpha val="32968"/>
                  </a:srgbClr>
                </a:gs>
                <a:gs pos="14286">
                  <a:srgbClr val="0062D5">
                    <a:alpha val="30764"/>
                  </a:srgbClr>
                </a:gs>
                <a:gs pos="28571">
                  <a:srgbClr val="0062D5">
                    <a:alpha val="24833"/>
                  </a:srgbClr>
                </a:gs>
                <a:gs pos="42857">
                  <a:srgbClr val="0062D5">
                    <a:alpha val="17075"/>
                  </a:srgbClr>
                </a:gs>
                <a:gs pos="57143">
                  <a:srgbClr val="0062D5">
                    <a:alpha val="9855"/>
                  </a:srgbClr>
                </a:gs>
                <a:gs pos="71429">
                  <a:srgbClr val="0062D5">
                    <a:alpha val="4740"/>
                  </a:srgbClr>
                </a:gs>
                <a:gs pos="85714">
                  <a:srgbClr val="0062D5">
                    <a:alpha val="1902"/>
                  </a:srgbClr>
                </a:gs>
                <a:gs pos="100000">
                  <a:srgbClr val="0062D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4" name="Splat 1754"/>
            <p:cNvSpPr>
              <a:spLocks noGrp="1"/>
            </p:cNvSpPr>
            <p:nvPr/>
          </p:nvSpPr>
          <p:spPr>
            <a:xfrm rot="9283825">
              <a:off x="2541127" y="923953"/>
              <a:ext cx="60898" cy="15224"/>
            </a:xfrm>
            <a:prstGeom prst="ellipse">
              <a:avLst/>
            </a:prstGeom>
            <a:gradFill>
              <a:gsLst>
                <a:gs pos="0">
                  <a:srgbClr val="8AE6FF">
                    <a:alpha val="18238"/>
                  </a:srgbClr>
                </a:gs>
                <a:gs pos="14286">
                  <a:srgbClr val="8AE6FF">
                    <a:alpha val="16895"/>
                  </a:srgbClr>
                </a:gs>
                <a:gs pos="28571">
                  <a:srgbClr val="8AE6FF">
                    <a:alpha val="13385"/>
                  </a:srgbClr>
                </a:gs>
                <a:gs pos="42857">
                  <a:srgbClr val="8AE6FF">
                    <a:alpha val="8995"/>
                  </a:srgbClr>
                </a:gs>
                <a:gs pos="57143">
                  <a:srgbClr val="8AE6FF">
                    <a:alpha val="5089"/>
                  </a:srgbClr>
                </a:gs>
                <a:gs pos="71429">
                  <a:srgbClr val="8AE6FF">
                    <a:alpha val="2415"/>
                  </a:srgbClr>
                </a:gs>
                <a:gs pos="85714">
                  <a:srgbClr val="8AE6FF">
                    <a:alpha val="962"/>
                  </a:srgbClr>
                </a:gs>
                <a:gs pos="100000">
                  <a:srgbClr val="8AE6FF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5" name="Splat 1755"/>
            <p:cNvSpPr>
              <a:spLocks noGrp="1"/>
            </p:cNvSpPr>
            <p:nvPr/>
          </p:nvSpPr>
          <p:spPr>
            <a:xfrm rot="-9741755">
              <a:off x="1126382" y="1273229"/>
              <a:ext cx="105812" cy="48096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6" name="Splat 1756"/>
            <p:cNvSpPr>
              <a:spLocks noGrp="1"/>
            </p:cNvSpPr>
            <p:nvPr/>
          </p:nvSpPr>
          <p:spPr>
            <a:xfrm rot="5400000">
              <a:off x="1822922" y="2556122"/>
              <a:ext cx="424663" cy="424663"/>
            </a:xfrm>
            <a:prstGeom prst="ellipse">
              <a:avLst/>
            </a:prstGeom>
            <a:gradFill>
              <a:gsLst>
                <a:gs pos="0">
                  <a:srgbClr val="070000">
                    <a:alpha val="32968"/>
                  </a:srgbClr>
                </a:gs>
                <a:gs pos="14286">
                  <a:srgbClr val="070000">
                    <a:alpha val="30764"/>
                  </a:srgbClr>
                </a:gs>
                <a:gs pos="28571">
                  <a:srgbClr val="070000">
                    <a:alpha val="24833"/>
                  </a:srgbClr>
                </a:gs>
                <a:gs pos="42857">
                  <a:srgbClr val="070000">
                    <a:alpha val="17075"/>
                  </a:srgbClr>
                </a:gs>
                <a:gs pos="57143">
                  <a:srgbClr val="070000">
                    <a:alpha val="9855"/>
                  </a:srgbClr>
                </a:gs>
                <a:gs pos="71429">
                  <a:srgbClr val="070000">
                    <a:alpha val="4740"/>
                  </a:srgbClr>
                </a:gs>
                <a:gs pos="85714">
                  <a:srgbClr val="070000">
                    <a:alpha val="1902"/>
                  </a:srgbClr>
                </a:gs>
                <a:gs pos="100000">
                  <a:srgbClr val="0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7" name="Splat 1757"/>
            <p:cNvSpPr>
              <a:spLocks noGrp="1"/>
            </p:cNvSpPr>
            <p:nvPr/>
          </p:nvSpPr>
          <p:spPr>
            <a:xfrm rot="-9368936">
              <a:off x="2254483" y="1392061"/>
              <a:ext cx="361866" cy="112064"/>
            </a:xfrm>
            <a:prstGeom prst="ellipse">
              <a:avLst/>
            </a:prstGeom>
            <a:gradFill>
              <a:gsLst>
                <a:gs pos="0">
                  <a:srgbClr val="E0CAFF">
                    <a:alpha val="13044"/>
                  </a:srgbClr>
                </a:gs>
                <a:gs pos="14286">
                  <a:srgbClr val="E0CAFF">
                    <a:alpha val="12055"/>
                  </a:srgbClr>
                </a:gs>
                <a:gs pos="28571">
                  <a:srgbClr val="E0CAFF">
                    <a:alpha val="9493"/>
                  </a:srgbClr>
                </a:gs>
                <a:gs pos="42857">
                  <a:srgbClr val="E0CAFF">
                    <a:alpha val="6333"/>
                  </a:srgbClr>
                </a:gs>
                <a:gs pos="57143">
                  <a:srgbClr val="E0CAFF">
                    <a:alpha val="3560"/>
                  </a:srgbClr>
                </a:gs>
                <a:gs pos="71429">
                  <a:srgbClr val="E0CAFF">
                    <a:alpha val="1683"/>
                  </a:srgbClr>
                </a:gs>
                <a:gs pos="85714">
                  <a:srgbClr val="E0CAFF">
                    <a:alpha val="669"/>
                  </a:srgbClr>
                </a:gs>
                <a:gs pos="100000">
                  <a:srgbClr val="E0CAFF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8" name="Splat 1758"/>
            <p:cNvSpPr>
              <a:spLocks noGrp="1"/>
            </p:cNvSpPr>
            <p:nvPr/>
          </p:nvSpPr>
          <p:spPr>
            <a:xfrm rot="8081930">
              <a:off x="3178835" y="1450691"/>
              <a:ext cx="105114" cy="4777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9" name="Splat 1759"/>
            <p:cNvSpPr>
              <a:spLocks noGrp="1"/>
            </p:cNvSpPr>
            <p:nvPr/>
          </p:nvSpPr>
          <p:spPr>
            <a:xfrm rot="5400000">
              <a:off x="1127353" y="1917157"/>
              <a:ext cx="47608" cy="47608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0" name="Splat 1760"/>
            <p:cNvSpPr>
              <a:spLocks noGrp="1"/>
            </p:cNvSpPr>
            <p:nvPr/>
          </p:nvSpPr>
          <p:spPr>
            <a:xfrm rot="9814173">
              <a:off x="1423782" y="957932"/>
              <a:ext cx="104217" cy="47371"/>
            </a:xfrm>
            <a:prstGeom prst="ellipse">
              <a:avLst/>
            </a:prstGeom>
            <a:gradFill>
              <a:gsLst>
                <a:gs pos="0">
                  <a:srgbClr val="000072">
                    <a:alpha val="32968"/>
                  </a:srgbClr>
                </a:gs>
                <a:gs pos="14286">
                  <a:srgbClr val="000072">
                    <a:alpha val="30764"/>
                  </a:srgbClr>
                </a:gs>
                <a:gs pos="28571">
                  <a:srgbClr val="000072">
                    <a:alpha val="24833"/>
                  </a:srgbClr>
                </a:gs>
                <a:gs pos="42857">
                  <a:srgbClr val="000072">
                    <a:alpha val="17075"/>
                  </a:srgbClr>
                </a:gs>
                <a:gs pos="57143">
                  <a:srgbClr val="000072">
                    <a:alpha val="9855"/>
                  </a:srgbClr>
                </a:gs>
                <a:gs pos="71429">
                  <a:srgbClr val="000072">
                    <a:alpha val="4740"/>
                  </a:srgbClr>
                </a:gs>
                <a:gs pos="85714">
                  <a:srgbClr val="000072">
                    <a:alpha val="1902"/>
                  </a:srgbClr>
                </a:gs>
                <a:gs pos="100000">
                  <a:srgbClr val="00007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1" name="Splat 1761"/>
            <p:cNvSpPr>
              <a:spLocks noGrp="1"/>
            </p:cNvSpPr>
            <p:nvPr/>
          </p:nvSpPr>
          <p:spPr>
            <a:xfrm rot="9333369">
              <a:off x="2532034" y="1123460"/>
              <a:ext cx="56039" cy="14010"/>
            </a:xfrm>
            <a:prstGeom prst="ellipse">
              <a:avLst/>
            </a:prstGeom>
            <a:gradFill>
              <a:gsLst>
                <a:gs pos="0">
                  <a:srgbClr val="C4E7F0">
                    <a:alpha val="19113"/>
                  </a:srgbClr>
                </a:gs>
                <a:gs pos="14286">
                  <a:srgbClr val="C4E7F0">
                    <a:alpha val="17713"/>
                  </a:srgbClr>
                </a:gs>
                <a:gs pos="28571">
                  <a:srgbClr val="C4E7F0">
                    <a:alpha val="14048"/>
                  </a:srgbClr>
                </a:gs>
                <a:gs pos="42857">
                  <a:srgbClr val="C4E7F0">
                    <a:alpha val="9452"/>
                  </a:srgbClr>
                </a:gs>
                <a:gs pos="57143">
                  <a:srgbClr val="C4E7F0">
                    <a:alpha val="5353"/>
                  </a:srgbClr>
                </a:gs>
                <a:gs pos="71429">
                  <a:srgbClr val="C4E7F0">
                    <a:alpha val="2542"/>
                  </a:srgbClr>
                </a:gs>
                <a:gs pos="85714">
                  <a:srgbClr val="C4E7F0">
                    <a:alpha val="1013"/>
                  </a:srgbClr>
                </a:gs>
                <a:gs pos="100000">
                  <a:srgbClr val="C4E7F0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2" name="Splat 1762"/>
            <p:cNvSpPr>
              <a:spLocks noGrp="1"/>
            </p:cNvSpPr>
            <p:nvPr/>
          </p:nvSpPr>
          <p:spPr>
            <a:xfrm rot="10073965">
              <a:off x="2210790" y="1425467"/>
              <a:ext cx="49197" cy="12299"/>
            </a:xfrm>
            <a:prstGeom prst="ellipse">
              <a:avLst/>
            </a:prstGeom>
            <a:gradFill>
              <a:gsLst>
                <a:gs pos="0">
                  <a:srgbClr val="CDFFF9">
                    <a:alpha val="20330"/>
                  </a:srgbClr>
                </a:gs>
                <a:gs pos="14286">
                  <a:srgbClr val="CDFFF9">
                    <a:alpha val="18852"/>
                  </a:srgbClr>
                </a:gs>
                <a:gs pos="28571">
                  <a:srgbClr val="CDFFF9">
                    <a:alpha val="14972"/>
                  </a:srgbClr>
                </a:gs>
                <a:gs pos="42857">
                  <a:srgbClr val="CDFFF9">
                    <a:alpha val="10092"/>
                  </a:srgbClr>
                </a:gs>
                <a:gs pos="57143">
                  <a:srgbClr val="CDFFF9">
                    <a:alpha val="5725"/>
                  </a:srgbClr>
                </a:gs>
                <a:gs pos="71429">
                  <a:srgbClr val="CDFFF9">
                    <a:alpha val="2722"/>
                  </a:srgbClr>
                </a:gs>
                <a:gs pos="85714">
                  <a:srgbClr val="CDFFF9">
                    <a:alpha val="1085"/>
                  </a:srgbClr>
                </a:gs>
                <a:gs pos="100000">
                  <a:srgbClr val="CDFFF9">
                    <a:alpha val="3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3" name="Splat 1763"/>
            <p:cNvSpPr>
              <a:spLocks noGrp="1"/>
            </p:cNvSpPr>
            <p:nvPr/>
          </p:nvSpPr>
          <p:spPr>
            <a:xfrm rot="-10305147">
              <a:off x="2137751" y="691655"/>
              <a:ext cx="103809" cy="47186"/>
            </a:xfrm>
            <a:prstGeom prst="ellipse">
              <a:avLst/>
            </a:prstGeom>
            <a:gradFill>
              <a:gsLst>
                <a:gs pos="0">
                  <a:srgbClr val="86FFFF">
                    <a:alpha val="32968"/>
                  </a:srgbClr>
                </a:gs>
                <a:gs pos="14286">
                  <a:srgbClr val="86FFFF">
                    <a:alpha val="30764"/>
                  </a:srgbClr>
                </a:gs>
                <a:gs pos="28571">
                  <a:srgbClr val="86FFFF">
                    <a:alpha val="24833"/>
                  </a:srgbClr>
                </a:gs>
                <a:gs pos="42857">
                  <a:srgbClr val="86FFFF">
                    <a:alpha val="17075"/>
                  </a:srgbClr>
                </a:gs>
                <a:gs pos="57143">
                  <a:srgbClr val="86FFFF">
                    <a:alpha val="9855"/>
                  </a:srgbClr>
                </a:gs>
                <a:gs pos="71429">
                  <a:srgbClr val="86FFFF">
                    <a:alpha val="4740"/>
                  </a:srgbClr>
                </a:gs>
                <a:gs pos="85714">
                  <a:srgbClr val="86FFFF">
                    <a:alpha val="1902"/>
                  </a:srgbClr>
                </a:gs>
                <a:gs pos="100000">
                  <a:srgbClr val="86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4" name="Splat 1764"/>
            <p:cNvSpPr>
              <a:spLocks noGrp="1"/>
            </p:cNvSpPr>
            <p:nvPr/>
          </p:nvSpPr>
          <p:spPr>
            <a:xfrm rot="-9230411">
              <a:off x="3159119" y="1269065"/>
              <a:ext cx="59977" cy="14994"/>
            </a:xfrm>
            <a:prstGeom prst="ellipse">
              <a:avLst/>
            </a:prstGeom>
            <a:gradFill>
              <a:gsLst>
                <a:gs pos="0">
                  <a:srgbClr val="0098B8">
                    <a:alpha val="18405"/>
                  </a:srgbClr>
                </a:gs>
                <a:gs pos="14286">
                  <a:srgbClr val="0098B8">
                    <a:alpha val="17051"/>
                  </a:srgbClr>
                </a:gs>
                <a:gs pos="28571">
                  <a:srgbClr val="0098B8">
                    <a:alpha val="13511"/>
                  </a:srgbClr>
                </a:gs>
                <a:gs pos="42857">
                  <a:srgbClr val="0098B8">
                    <a:alpha val="9082"/>
                  </a:srgbClr>
                </a:gs>
                <a:gs pos="57143">
                  <a:srgbClr val="0098B8">
                    <a:alpha val="5139"/>
                  </a:srgbClr>
                </a:gs>
                <a:gs pos="71429">
                  <a:srgbClr val="0098B8">
                    <a:alpha val="2439"/>
                  </a:srgbClr>
                </a:gs>
                <a:gs pos="85714">
                  <a:srgbClr val="0098B8">
                    <a:alpha val="972"/>
                  </a:srgbClr>
                </a:gs>
                <a:gs pos="100000">
                  <a:srgbClr val="0098B8">
                    <a:alpha val="3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5" name="Splat 1765"/>
            <p:cNvSpPr>
              <a:spLocks noGrp="1"/>
            </p:cNvSpPr>
            <p:nvPr/>
          </p:nvSpPr>
          <p:spPr>
            <a:xfrm rot="10660227">
              <a:off x="1914011" y="1483128"/>
              <a:ext cx="328612" cy="91281"/>
            </a:xfrm>
            <a:prstGeom prst="ellipse">
              <a:avLst/>
            </a:prstGeom>
            <a:gradFill>
              <a:gsLst>
                <a:gs pos="0">
                  <a:srgbClr val="FFFFFF">
                    <a:alpha val="20859"/>
                  </a:srgbClr>
                </a:gs>
                <a:gs pos="14286">
                  <a:srgbClr val="FFFFFF">
                    <a:alpha val="19348"/>
                  </a:srgbClr>
                </a:gs>
                <a:gs pos="28571">
                  <a:srgbClr val="FFFFFF">
                    <a:alpha val="15376"/>
                  </a:srgbClr>
                </a:gs>
                <a:gs pos="42857">
                  <a:srgbClr val="FFFFFF">
                    <a:alpha val="10372"/>
                  </a:srgbClr>
                </a:gs>
                <a:gs pos="57143">
                  <a:srgbClr val="FFFFFF">
                    <a:alpha val="5887"/>
                  </a:srgbClr>
                </a:gs>
                <a:gs pos="71429">
                  <a:srgbClr val="FFFFFF">
                    <a:alpha val="2800"/>
                  </a:srgbClr>
                </a:gs>
                <a:gs pos="85714">
                  <a:srgbClr val="FFFFFF">
                    <a:alpha val="1117"/>
                  </a:srgbClr>
                </a:gs>
                <a:gs pos="100000">
                  <a:srgbClr val="FFFFFF">
                    <a:alpha val="3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6" name="Splat 1766"/>
            <p:cNvSpPr>
              <a:spLocks noGrp="1"/>
            </p:cNvSpPr>
            <p:nvPr/>
          </p:nvSpPr>
          <p:spPr>
            <a:xfrm rot="-10756430">
              <a:off x="2953906" y="2115413"/>
              <a:ext cx="54031" cy="13508"/>
            </a:xfrm>
            <a:prstGeom prst="ellipse">
              <a:avLst/>
            </a:prstGeom>
            <a:gradFill>
              <a:gsLst>
                <a:gs pos="0">
                  <a:srgbClr val="DFECF7">
                    <a:alpha val="19472"/>
                  </a:srgbClr>
                </a:gs>
                <a:gs pos="14286">
                  <a:srgbClr val="DFECF7">
                    <a:alpha val="18049"/>
                  </a:srgbClr>
                </a:gs>
                <a:gs pos="28571">
                  <a:srgbClr val="DFECF7">
                    <a:alpha val="14320"/>
                  </a:srgbClr>
                </a:gs>
                <a:gs pos="42857">
                  <a:srgbClr val="DFECF7">
                    <a:alpha val="9640"/>
                  </a:srgbClr>
                </a:gs>
                <a:gs pos="57143">
                  <a:srgbClr val="DFECF7">
                    <a:alpha val="5462"/>
                  </a:srgbClr>
                </a:gs>
                <a:gs pos="71429">
                  <a:srgbClr val="DFECF7">
                    <a:alpha val="2595"/>
                  </a:srgbClr>
                </a:gs>
                <a:gs pos="85714">
                  <a:srgbClr val="DFECF7">
                    <a:alpha val="1034"/>
                  </a:srgbClr>
                </a:gs>
                <a:gs pos="100000">
                  <a:srgbClr val="DFECF7">
                    <a:alpha val="3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7" name="Splat 1767"/>
            <p:cNvSpPr>
              <a:spLocks noGrp="1"/>
            </p:cNvSpPr>
            <p:nvPr/>
          </p:nvSpPr>
          <p:spPr>
            <a:xfrm rot="-9906515">
              <a:off x="1817523" y="1501719"/>
              <a:ext cx="47773" cy="11943"/>
            </a:xfrm>
            <a:prstGeom prst="ellipse">
              <a:avLst/>
            </a:prstGeom>
            <a:gradFill>
              <a:gsLst>
                <a:gs pos="0">
                  <a:srgbClr val="BBFFFF">
                    <a:alpha val="20581"/>
                  </a:srgbClr>
                </a:gs>
                <a:gs pos="14286">
                  <a:srgbClr val="BBFFFF">
                    <a:alpha val="19087"/>
                  </a:srgbClr>
                </a:gs>
                <a:gs pos="28571">
                  <a:srgbClr val="BBFFFF">
                    <a:alpha val="15164"/>
                  </a:srgbClr>
                </a:gs>
                <a:gs pos="42857">
                  <a:srgbClr val="BBFFFF">
                    <a:alpha val="10225"/>
                  </a:srgbClr>
                </a:gs>
                <a:gs pos="57143">
                  <a:srgbClr val="BBFFFF">
                    <a:alpha val="5802"/>
                  </a:srgbClr>
                </a:gs>
                <a:gs pos="71429">
                  <a:srgbClr val="BBFFFF">
                    <a:alpha val="2759"/>
                  </a:srgbClr>
                </a:gs>
                <a:gs pos="85714">
                  <a:srgbClr val="BBFFFF">
                    <a:alpha val="1100"/>
                  </a:srgbClr>
                </a:gs>
                <a:gs pos="100000">
                  <a:srgbClr val="BBFFFF">
                    <a:alpha val="3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8" name="Splat 1768"/>
            <p:cNvSpPr>
              <a:spLocks noGrp="1"/>
            </p:cNvSpPr>
            <p:nvPr/>
          </p:nvSpPr>
          <p:spPr>
            <a:xfrm rot="5400000">
              <a:off x="-204815" y="4231344"/>
              <a:ext cx="492975" cy="492975"/>
            </a:xfrm>
            <a:prstGeom prst="ellipse">
              <a:avLst/>
            </a:prstGeom>
            <a:gradFill>
              <a:gsLst>
                <a:gs pos="0">
                  <a:srgbClr val="AB00FF">
                    <a:alpha val="15853"/>
                  </a:srgbClr>
                </a:gs>
                <a:gs pos="14286">
                  <a:srgbClr val="AB00FF">
                    <a:alpha val="14670"/>
                  </a:srgbClr>
                </a:gs>
                <a:gs pos="28571">
                  <a:srgbClr val="AB00FF">
                    <a:alpha val="11589"/>
                  </a:srgbClr>
                </a:gs>
                <a:gs pos="42857">
                  <a:srgbClr val="AB00FF">
                    <a:alpha val="7762"/>
                  </a:srgbClr>
                </a:gs>
                <a:gs pos="57143">
                  <a:srgbClr val="AB00FF">
                    <a:alpha val="4378"/>
                  </a:srgbClr>
                </a:gs>
                <a:gs pos="71429">
                  <a:srgbClr val="AB00FF">
                    <a:alpha val="2074"/>
                  </a:srgbClr>
                </a:gs>
                <a:gs pos="85714">
                  <a:srgbClr val="AB00FF">
                    <a:alpha val="825"/>
                  </a:srgbClr>
                </a:gs>
                <a:gs pos="100000">
                  <a:srgbClr val="AB00FF">
                    <a:alpha val="2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9" name="Splat 1769"/>
            <p:cNvSpPr>
              <a:spLocks noGrp="1"/>
            </p:cNvSpPr>
            <p:nvPr/>
          </p:nvSpPr>
          <p:spPr>
            <a:xfrm rot="-8608701">
              <a:off x="3224754" y="1372990"/>
              <a:ext cx="46381" cy="11595"/>
            </a:xfrm>
            <a:prstGeom prst="ellipse">
              <a:avLst/>
            </a:prstGeom>
            <a:gradFill>
              <a:gsLst>
                <a:gs pos="0">
                  <a:srgbClr val="99C3F2">
                    <a:alpha val="20825"/>
                  </a:srgbClr>
                </a:gs>
                <a:gs pos="14286">
                  <a:srgbClr val="99C3F2">
                    <a:alpha val="19316"/>
                  </a:srgbClr>
                </a:gs>
                <a:gs pos="28571">
                  <a:srgbClr val="99C3F2">
                    <a:alpha val="15350"/>
                  </a:srgbClr>
                </a:gs>
                <a:gs pos="42857">
                  <a:srgbClr val="99C3F2">
                    <a:alpha val="10354"/>
                  </a:srgbClr>
                </a:gs>
                <a:gs pos="57143">
                  <a:srgbClr val="99C3F2">
                    <a:alpha val="5877"/>
                  </a:srgbClr>
                </a:gs>
                <a:gs pos="71429">
                  <a:srgbClr val="99C3F2">
                    <a:alpha val="2795"/>
                  </a:srgbClr>
                </a:gs>
                <a:gs pos="85714">
                  <a:srgbClr val="99C3F2">
                    <a:alpha val="1115"/>
                  </a:srgbClr>
                </a:gs>
                <a:gs pos="100000">
                  <a:srgbClr val="99C3F2">
                    <a:alpha val="3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0" name="Splat 1770"/>
            <p:cNvSpPr>
              <a:spLocks noGrp="1"/>
            </p:cNvSpPr>
            <p:nvPr/>
          </p:nvSpPr>
          <p:spPr>
            <a:xfrm rot="8113600">
              <a:off x="2435872" y="1122353"/>
              <a:ext cx="100401" cy="45637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1" name="Splat 1771"/>
            <p:cNvSpPr>
              <a:spLocks noGrp="1"/>
            </p:cNvSpPr>
            <p:nvPr/>
          </p:nvSpPr>
          <p:spPr>
            <a:xfrm rot="8177068">
              <a:off x="759249" y="887030"/>
              <a:ext cx="617446" cy="253297"/>
            </a:xfrm>
            <a:prstGeom prst="ellipse">
              <a:avLst/>
            </a:prstGeom>
            <a:gradFill>
              <a:gsLst>
                <a:gs pos="0">
                  <a:srgbClr val="C10000">
                    <a:alpha val="30203"/>
                  </a:srgbClr>
                </a:gs>
                <a:gs pos="14286">
                  <a:srgbClr val="C10000">
                    <a:alpha val="28144"/>
                  </a:srgbClr>
                </a:gs>
                <a:gs pos="28571">
                  <a:srgbClr val="C10000">
                    <a:alpha val="22633"/>
                  </a:srgbClr>
                </a:gs>
                <a:gs pos="42857">
                  <a:srgbClr val="C10000">
                    <a:alpha val="15492"/>
                  </a:srgbClr>
                </a:gs>
                <a:gs pos="57143">
                  <a:srgbClr val="C10000">
                    <a:alpha val="8905"/>
                  </a:srgbClr>
                </a:gs>
                <a:gs pos="71429">
                  <a:srgbClr val="C10000">
                    <a:alpha val="4272"/>
                  </a:srgbClr>
                </a:gs>
                <a:gs pos="85714">
                  <a:srgbClr val="C10000">
                    <a:alpha val="1712"/>
                  </a:srgbClr>
                </a:gs>
                <a:gs pos="100000">
                  <a:srgbClr val="C10000">
                    <a:alpha val="5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2" name="Splat 1772"/>
            <p:cNvSpPr>
              <a:spLocks noGrp="1"/>
            </p:cNvSpPr>
            <p:nvPr/>
          </p:nvSpPr>
          <p:spPr>
            <a:xfrm rot="5400000">
              <a:off x="1563356" y="495278"/>
              <a:ext cx="441330" cy="441330"/>
            </a:xfrm>
            <a:prstGeom prst="ellipse">
              <a:avLst/>
            </a:prstGeom>
            <a:gradFill>
              <a:gsLst>
                <a:gs pos="0">
                  <a:srgbClr val="B30000">
                    <a:alpha val="32968"/>
                  </a:srgbClr>
                </a:gs>
                <a:gs pos="14286">
                  <a:srgbClr val="B30000">
                    <a:alpha val="30764"/>
                  </a:srgbClr>
                </a:gs>
                <a:gs pos="28571">
                  <a:srgbClr val="B30000">
                    <a:alpha val="24833"/>
                  </a:srgbClr>
                </a:gs>
                <a:gs pos="42857">
                  <a:srgbClr val="B30000">
                    <a:alpha val="17075"/>
                  </a:srgbClr>
                </a:gs>
                <a:gs pos="57143">
                  <a:srgbClr val="B30000">
                    <a:alpha val="9855"/>
                  </a:srgbClr>
                </a:gs>
                <a:gs pos="71429">
                  <a:srgbClr val="B30000">
                    <a:alpha val="4740"/>
                  </a:srgbClr>
                </a:gs>
                <a:gs pos="85714">
                  <a:srgbClr val="B30000">
                    <a:alpha val="1902"/>
                  </a:srgbClr>
                </a:gs>
                <a:gs pos="100000">
                  <a:srgbClr val="B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3" name="Splat 1773"/>
            <p:cNvSpPr>
              <a:spLocks noGrp="1"/>
            </p:cNvSpPr>
            <p:nvPr/>
          </p:nvSpPr>
          <p:spPr>
            <a:xfrm rot="5148657">
              <a:off x="3100308" y="1314827"/>
              <a:ext cx="497487" cy="255912"/>
            </a:xfrm>
            <a:prstGeom prst="ellipse">
              <a:avLst/>
            </a:prstGeom>
            <a:gradFill>
              <a:gsLst>
                <a:gs pos="0">
                  <a:srgbClr val="003F00">
                    <a:alpha val="32968"/>
                  </a:srgbClr>
                </a:gs>
                <a:gs pos="14286">
                  <a:srgbClr val="003F00">
                    <a:alpha val="30764"/>
                  </a:srgbClr>
                </a:gs>
                <a:gs pos="28571">
                  <a:srgbClr val="003F00">
                    <a:alpha val="24833"/>
                  </a:srgbClr>
                </a:gs>
                <a:gs pos="42857">
                  <a:srgbClr val="003F00">
                    <a:alpha val="17075"/>
                  </a:srgbClr>
                </a:gs>
                <a:gs pos="57143">
                  <a:srgbClr val="003F00">
                    <a:alpha val="9855"/>
                  </a:srgbClr>
                </a:gs>
                <a:gs pos="71429">
                  <a:srgbClr val="003F00">
                    <a:alpha val="4740"/>
                  </a:srgbClr>
                </a:gs>
                <a:gs pos="85714">
                  <a:srgbClr val="003F00">
                    <a:alpha val="1902"/>
                  </a:srgbClr>
                </a:gs>
                <a:gs pos="100000">
                  <a:srgbClr val="003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4" name="Splat 1774"/>
            <p:cNvSpPr>
              <a:spLocks noGrp="1"/>
            </p:cNvSpPr>
            <p:nvPr/>
          </p:nvSpPr>
          <p:spPr>
            <a:xfrm rot="10633227">
              <a:off x="2903524" y="751755"/>
              <a:ext cx="98529" cy="44786"/>
            </a:xfrm>
            <a:prstGeom prst="ellipse">
              <a:avLst/>
            </a:prstGeom>
            <a:gradFill>
              <a:gsLst>
                <a:gs pos="0">
                  <a:srgbClr val="0000FE">
                    <a:alpha val="32968"/>
                  </a:srgbClr>
                </a:gs>
                <a:gs pos="14286">
                  <a:srgbClr val="0000FE">
                    <a:alpha val="30764"/>
                  </a:srgbClr>
                </a:gs>
                <a:gs pos="28571">
                  <a:srgbClr val="0000FE">
                    <a:alpha val="24833"/>
                  </a:srgbClr>
                </a:gs>
                <a:gs pos="42857">
                  <a:srgbClr val="0000FE">
                    <a:alpha val="17075"/>
                  </a:srgbClr>
                </a:gs>
                <a:gs pos="57143">
                  <a:srgbClr val="0000FE">
                    <a:alpha val="9855"/>
                  </a:srgbClr>
                </a:gs>
                <a:gs pos="71429">
                  <a:srgbClr val="0000FE">
                    <a:alpha val="4740"/>
                  </a:srgbClr>
                </a:gs>
                <a:gs pos="85714">
                  <a:srgbClr val="0000FE">
                    <a:alpha val="1902"/>
                  </a:srgbClr>
                </a:gs>
                <a:gs pos="100000">
                  <a:srgbClr val="0000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5" name="Splat 1775"/>
            <p:cNvSpPr>
              <a:spLocks noGrp="1"/>
            </p:cNvSpPr>
            <p:nvPr/>
          </p:nvSpPr>
          <p:spPr>
            <a:xfrm rot="5400000">
              <a:off x="545698" y="3954581"/>
              <a:ext cx="483822" cy="483822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6" name="Splat 1776"/>
            <p:cNvSpPr>
              <a:spLocks noGrp="1"/>
            </p:cNvSpPr>
            <p:nvPr/>
          </p:nvSpPr>
          <p:spPr>
            <a:xfrm rot="-8962226">
              <a:off x="1158524" y="1212785"/>
              <a:ext cx="50431" cy="12608"/>
            </a:xfrm>
            <a:prstGeom prst="ellipse">
              <a:avLst/>
            </a:prstGeom>
            <a:gradFill>
              <a:gsLst>
                <a:gs pos="0">
                  <a:srgbClr val="7D4A30">
                    <a:alpha val="20112"/>
                  </a:srgbClr>
                </a:gs>
                <a:gs pos="14286">
                  <a:srgbClr val="7D4A30">
                    <a:alpha val="18648"/>
                  </a:srgbClr>
                </a:gs>
                <a:gs pos="28571">
                  <a:srgbClr val="7D4A30">
                    <a:alpha val="14806"/>
                  </a:srgbClr>
                </a:gs>
                <a:gs pos="42857">
                  <a:srgbClr val="7D4A30">
                    <a:alpha val="9977"/>
                  </a:srgbClr>
                </a:gs>
                <a:gs pos="57143">
                  <a:srgbClr val="7D4A30">
                    <a:alpha val="5658"/>
                  </a:srgbClr>
                </a:gs>
                <a:gs pos="71429">
                  <a:srgbClr val="7D4A30">
                    <a:alpha val="2689"/>
                  </a:srgbClr>
                </a:gs>
                <a:gs pos="85714">
                  <a:srgbClr val="7D4A30">
                    <a:alpha val="1072"/>
                  </a:srgbClr>
                </a:gs>
                <a:gs pos="100000">
                  <a:srgbClr val="7D4A30">
                    <a:alpha val="3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7" name="Splat 1777"/>
            <p:cNvSpPr>
              <a:spLocks noGrp="1"/>
            </p:cNvSpPr>
            <p:nvPr/>
          </p:nvSpPr>
          <p:spPr>
            <a:xfrm rot="5400000">
              <a:off x="1663455" y="1122456"/>
              <a:ext cx="40543" cy="40543"/>
            </a:xfrm>
            <a:prstGeom prst="ellipse">
              <a:avLst/>
            </a:prstGeom>
            <a:gradFill>
              <a:gsLst>
                <a:gs pos="0">
                  <a:srgbClr val="B5EEFA">
                    <a:alpha val="18905"/>
                  </a:srgbClr>
                </a:gs>
                <a:gs pos="14286">
                  <a:srgbClr val="B5EEFA">
                    <a:alpha val="17519"/>
                  </a:srgbClr>
                </a:gs>
                <a:gs pos="28571">
                  <a:srgbClr val="B5EEFA">
                    <a:alpha val="13890"/>
                  </a:srgbClr>
                </a:gs>
                <a:gs pos="42857">
                  <a:srgbClr val="B5EEFA">
                    <a:alpha val="9343"/>
                  </a:srgbClr>
                </a:gs>
                <a:gs pos="57143">
                  <a:srgbClr val="B5EEFA">
                    <a:alpha val="5290"/>
                  </a:srgbClr>
                </a:gs>
                <a:gs pos="71429">
                  <a:srgbClr val="B5EEFA">
                    <a:alpha val="2512"/>
                  </a:srgbClr>
                </a:gs>
                <a:gs pos="85714">
                  <a:srgbClr val="B5EEFA">
                    <a:alpha val="1001"/>
                  </a:srgbClr>
                </a:gs>
                <a:gs pos="100000">
                  <a:srgbClr val="B5EEFA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8" name="Splat 1778"/>
            <p:cNvSpPr>
              <a:spLocks noGrp="1"/>
            </p:cNvSpPr>
            <p:nvPr/>
          </p:nvSpPr>
          <p:spPr>
            <a:xfrm rot="-9201929">
              <a:off x="1133272" y="1949181"/>
              <a:ext cx="54167" cy="13542"/>
            </a:xfrm>
            <a:prstGeom prst="ellipse">
              <a:avLst/>
            </a:prstGeom>
            <a:gradFill>
              <a:gsLst>
                <a:gs pos="0">
                  <a:srgbClr val="C8E1EE">
                    <a:alpha val="19448"/>
                  </a:srgbClr>
                </a:gs>
                <a:gs pos="14286">
                  <a:srgbClr val="C8E1EE">
                    <a:alpha val="18026"/>
                  </a:srgbClr>
                </a:gs>
                <a:gs pos="28571">
                  <a:srgbClr val="C8E1EE">
                    <a:alpha val="14302"/>
                  </a:srgbClr>
                </a:gs>
                <a:gs pos="42857">
                  <a:srgbClr val="C8E1EE">
                    <a:alpha val="9628"/>
                  </a:srgbClr>
                </a:gs>
                <a:gs pos="57143">
                  <a:srgbClr val="C8E1EE">
                    <a:alpha val="5455"/>
                  </a:srgbClr>
                </a:gs>
                <a:gs pos="71429">
                  <a:srgbClr val="C8E1EE">
                    <a:alpha val="2592"/>
                  </a:srgbClr>
                </a:gs>
                <a:gs pos="85714">
                  <a:srgbClr val="C8E1EE">
                    <a:alpha val="1033"/>
                  </a:srgbClr>
                </a:gs>
                <a:gs pos="100000">
                  <a:srgbClr val="C8E1EE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9" name="Splat 1779"/>
            <p:cNvSpPr>
              <a:spLocks noGrp="1"/>
            </p:cNvSpPr>
            <p:nvPr/>
          </p:nvSpPr>
          <p:spPr>
            <a:xfrm rot="5400000">
              <a:off x="2946560" y="899902"/>
              <a:ext cx="546258" cy="546258"/>
            </a:xfrm>
            <a:prstGeom prst="ellipse">
              <a:avLst/>
            </a:prstGeom>
            <a:gradFill>
              <a:gsLst>
                <a:gs pos="0">
                  <a:srgbClr val="FFDD00">
                    <a:alpha val="21634"/>
                  </a:srgbClr>
                </a:gs>
                <a:gs pos="14286">
                  <a:srgbClr val="FFDD00">
                    <a:alpha val="20073"/>
                  </a:srgbClr>
                </a:gs>
                <a:gs pos="28571">
                  <a:srgbClr val="FFDD00">
                    <a:alpha val="15968"/>
                  </a:srgbClr>
                </a:gs>
                <a:gs pos="42857">
                  <a:srgbClr val="FFDD00">
                    <a:alpha val="10784"/>
                  </a:srgbClr>
                </a:gs>
                <a:gs pos="57143">
                  <a:srgbClr val="FFDD00">
                    <a:alpha val="6127"/>
                  </a:srgbClr>
                </a:gs>
                <a:gs pos="71429">
                  <a:srgbClr val="FFDD00">
                    <a:alpha val="2916"/>
                  </a:srgbClr>
                </a:gs>
                <a:gs pos="85714">
                  <a:srgbClr val="FFDD00">
                    <a:alpha val="1164"/>
                  </a:srgbClr>
                </a:gs>
                <a:gs pos="100000">
                  <a:srgbClr val="FFDD00">
                    <a:alpha val="3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0" name="Splat 1780"/>
            <p:cNvSpPr>
              <a:spLocks noGrp="1"/>
            </p:cNvSpPr>
            <p:nvPr/>
          </p:nvSpPr>
          <p:spPr>
            <a:xfrm rot="9511688">
              <a:off x="1078497" y="957907"/>
              <a:ext cx="58363" cy="14591"/>
            </a:xfrm>
            <a:prstGeom prst="ellipse">
              <a:avLst/>
            </a:prstGeom>
            <a:gradFill>
              <a:gsLst>
                <a:gs pos="0">
                  <a:srgbClr val="F3CDCF">
                    <a:alpha val="18696"/>
                  </a:srgbClr>
                </a:gs>
                <a:gs pos="14286">
                  <a:srgbClr val="F3CDCF">
                    <a:alpha val="17323"/>
                  </a:srgbClr>
                </a:gs>
                <a:gs pos="28571">
                  <a:srgbClr val="F3CDCF">
                    <a:alpha val="13731"/>
                  </a:srgbClr>
                </a:gs>
                <a:gs pos="42857">
                  <a:srgbClr val="F3CDCF">
                    <a:alpha val="9234"/>
                  </a:srgbClr>
                </a:gs>
                <a:gs pos="57143">
                  <a:srgbClr val="F3CDCF">
                    <a:alpha val="5227"/>
                  </a:srgbClr>
                </a:gs>
                <a:gs pos="71429">
                  <a:srgbClr val="F3CDCF">
                    <a:alpha val="2482"/>
                  </a:srgbClr>
                </a:gs>
                <a:gs pos="85714">
                  <a:srgbClr val="F3CDCF">
                    <a:alpha val="989"/>
                  </a:srgbClr>
                </a:gs>
                <a:gs pos="100000">
                  <a:srgbClr val="F3CDCF">
                    <a:alpha val="3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1" name="Splat 1781"/>
            <p:cNvSpPr>
              <a:spLocks noGrp="1"/>
            </p:cNvSpPr>
            <p:nvPr/>
          </p:nvSpPr>
          <p:spPr>
            <a:xfrm rot="6442214">
              <a:off x="2773892" y="1214826"/>
              <a:ext cx="57075" cy="14269"/>
            </a:xfrm>
            <a:prstGeom prst="ellipse">
              <a:avLst/>
            </a:prstGeom>
            <a:gradFill>
              <a:gsLst>
                <a:gs pos="0">
                  <a:srgbClr val="C0B99B">
                    <a:alpha val="18927"/>
                  </a:srgbClr>
                </a:gs>
                <a:gs pos="14286">
                  <a:srgbClr val="C0B99B">
                    <a:alpha val="17540"/>
                  </a:srgbClr>
                </a:gs>
                <a:gs pos="28571">
                  <a:srgbClr val="C0B99B">
                    <a:alpha val="13907"/>
                  </a:srgbClr>
                </a:gs>
                <a:gs pos="42857">
                  <a:srgbClr val="C0B99B">
                    <a:alpha val="9355"/>
                  </a:srgbClr>
                </a:gs>
                <a:gs pos="57143">
                  <a:srgbClr val="C0B99B">
                    <a:alpha val="5297"/>
                  </a:srgbClr>
                </a:gs>
                <a:gs pos="71429">
                  <a:srgbClr val="C0B99B">
                    <a:alpha val="2515"/>
                  </a:srgbClr>
                </a:gs>
                <a:gs pos="85714">
                  <a:srgbClr val="C0B99B">
                    <a:alpha val="1002"/>
                  </a:srgbClr>
                </a:gs>
                <a:gs pos="100000">
                  <a:srgbClr val="C0B99B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2" name="Splat 1782"/>
            <p:cNvSpPr>
              <a:spLocks noGrp="1"/>
            </p:cNvSpPr>
            <p:nvPr/>
          </p:nvSpPr>
          <p:spPr>
            <a:xfrm rot="10704311">
              <a:off x="2070333" y="1488342"/>
              <a:ext cx="63133" cy="15783"/>
            </a:xfrm>
            <a:prstGeom prst="ellipse">
              <a:avLst/>
            </a:prstGeom>
            <a:gradFill>
              <a:gsLst>
                <a:gs pos="0">
                  <a:srgbClr val="95DCE5">
                    <a:alpha val="17832"/>
                  </a:srgbClr>
                </a:gs>
                <a:gs pos="14286">
                  <a:srgbClr val="95DCE5">
                    <a:alpha val="16516"/>
                  </a:srgbClr>
                </a:gs>
                <a:gs pos="28571">
                  <a:srgbClr val="95DCE5">
                    <a:alpha val="13078"/>
                  </a:srgbClr>
                </a:gs>
                <a:gs pos="42857">
                  <a:srgbClr val="95DCE5">
                    <a:alpha val="8784"/>
                  </a:srgbClr>
                </a:gs>
                <a:gs pos="57143">
                  <a:srgbClr val="95DCE5">
                    <a:alpha val="4967"/>
                  </a:srgbClr>
                </a:gs>
                <a:gs pos="71429">
                  <a:srgbClr val="95DCE5">
                    <a:alpha val="2356"/>
                  </a:srgbClr>
                </a:gs>
                <a:gs pos="85714">
                  <a:srgbClr val="95DCE5">
                    <a:alpha val="938"/>
                  </a:srgbClr>
                </a:gs>
                <a:gs pos="100000">
                  <a:srgbClr val="95DCE5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3" name="Splat 1783"/>
            <p:cNvSpPr>
              <a:spLocks noGrp="1"/>
            </p:cNvSpPr>
            <p:nvPr/>
          </p:nvSpPr>
          <p:spPr>
            <a:xfrm rot="7431440">
              <a:off x="1359694" y="1983599"/>
              <a:ext cx="328613" cy="147602"/>
            </a:xfrm>
            <a:prstGeom prst="ellipse">
              <a:avLst/>
            </a:prstGeom>
            <a:gradFill>
              <a:gsLst>
                <a:gs pos="0">
                  <a:srgbClr val="00B5DA">
                    <a:alpha val="32968"/>
                  </a:srgbClr>
                </a:gs>
                <a:gs pos="14286">
                  <a:srgbClr val="00B5DA">
                    <a:alpha val="30764"/>
                  </a:srgbClr>
                </a:gs>
                <a:gs pos="28571">
                  <a:srgbClr val="00B5DA">
                    <a:alpha val="24833"/>
                  </a:srgbClr>
                </a:gs>
                <a:gs pos="42857">
                  <a:srgbClr val="00B5DA">
                    <a:alpha val="17075"/>
                  </a:srgbClr>
                </a:gs>
                <a:gs pos="57143">
                  <a:srgbClr val="00B5DA">
                    <a:alpha val="9855"/>
                  </a:srgbClr>
                </a:gs>
                <a:gs pos="71429">
                  <a:srgbClr val="00B5DA">
                    <a:alpha val="4740"/>
                  </a:srgbClr>
                </a:gs>
                <a:gs pos="85714">
                  <a:srgbClr val="00B5DA">
                    <a:alpha val="1902"/>
                  </a:srgbClr>
                </a:gs>
                <a:gs pos="100000">
                  <a:srgbClr val="00B5D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4" name="Splat 1784"/>
            <p:cNvSpPr>
              <a:spLocks noGrp="1"/>
            </p:cNvSpPr>
            <p:nvPr/>
          </p:nvSpPr>
          <p:spPr>
            <a:xfrm rot="7278350">
              <a:off x="1483393" y="2036962"/>
              <a:ext cx="62865" cy="15716"/>
            </a:xfrm>
            <a:prstGeom prst="ellipse">
              <a:avLst/>
            </a:prstGeom>
            <a:gradFill>
              <a:gsLst>
                <a:gs pos="0">
                  <a:srgbClr val="B2C2D9">
                    <a:alpha val="17881"/>
                  </a:srgbClr>
                </a:gs>
                <a:gs pos="14286">
                  <a:srgbClr val="B2C2D9">
                    <a:alpha val="16562"/>
                  </a:srgbClr>
                </a:gs>
                <a:gs pos="28571">
                  <a:srgbClr val="B2C2D9">
                    <a:alpha val="13115"/>
                  </a:srgbClr>
                </a:gs>
                <a:gs pos="42857">
                  <a:srgbClr val="B2C2D9">
                    <a:alpha val="8809"/>
                  </a:srgbClr>
                </a:gs>
                <a:gs pos="57143">
                  <a:srgbClr val="B2C2D9">
                    <a:alpha val="4981"/>
                  </a:srgbClr>
                </a:gs>
                <a:gs pos="71429">
                  <a:srgbClr val="B2C2D9">
                    <a:alpha val="2363"/>
                  </a:srgbClr>
                </a:gs>
                <a:gs pos="85714">
                  <a:srgbClr val="B2C2D9">
                    <a:alpha val="941"/>
                  </a:srgbClr>
                </a:gs>
                <a:gs pos="100000">
                  <a:srgbClr val="B2C2D9">
                    <a:alpha val="3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5" name="Splat 1785"/>
            <p:cNvSpPr>
              <a:spLocks noGrp="1"/>
            </p:cNvSpPr>
            <p:nvPr/>
          </p:nvSpPr>
          <p:spPr>
            <a:xfrm rot="9410235">
              <a:off x="1569552" y="1276211"/>
              <a:ext cx="62570" cy="15643"/>
            </a:xfrm>
            <a:prstGeom prst="ellipse">
              <a:avLst/>
            </a:prstGeom>
            <a:gradFill>
              <a:gsLst>
                <a:gs pos="0">
                  <a:srgbClr val="677C96">
                    <a:alpha val="17934"/>
                  </a:srgbClr>
                </a:gs>
                <a:gs pos="14286">
                  <a:srgbClr val="677C96">
                    <a:alpha val="16612"/>
                  </a:srgbClr>
                </a:gs>
                <a:gs pos="28571">
                  <a:srgbClr val="677C96">
                    <a:alpha val="13156"/>
                  </a:srgbClr>
                </a:gs>
                <a:gs pos="42857">
                  <a:srgbClr val="677C96">
                    <a:alpha val="8837"/>
                  </a:srgbClr>
                </a:gs>
                <a:gs pos="57143">
                  <a:srgbClr val="677C96">
                    <a:alpha val="4997"/>
                  </a:srgbClr>
                </a:gs>
                <a:gs pos="71429">
                  <a:srgbClr val="677C96">
                    <a:alpha val="2371"/>
                  </a:srgbClr>
                </a:gs>
                <a:gs pos="85714">
                  <a:srgbClr val="677C96">
                    <a:alpha val="944"/>
                  </a:srgbClr>
                </a:gs>
                <a:gs pos="100000">
                  <a:srgbClr val="677C96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6" name="Splat 1786"/>
            <p:cNvSpPr>
              <a:spLocks noGrp="1"/>
            </p:cNvSpPr>
            <p:nvPr/>
          </p:nvSpPr>
          <p:spPr>
            <a:xfrm rot="9950579">
              <a:off x="2122676" y="1780880"/>
              <a:ext cx="54018" cy="13505"/>
            </a:xfrm>
            <a:prstGeom prst="ellipse">
              <a:avLst/>
            </a:prstGeom>
            <a:gradFill>
              <a:gsLst>
                <a:gs pos="0">
                  <a:srgbClr val="D3F2FA">
                    <a:alpha val="19474"/>
                  </a:srgbClr>
                </a:gs>
                <a:gs pos="14286">
                  <a:srgbClr val="D3F2FA">
                    <a:alpha val="18051"/>
                  </a:srgbClr>
                </a:gs>
                <a:gs pos="28571">
                  <a:srgbClr val="D3F2FA">
                    <a:alpha val="14322"/>
                  </a:srgbClr>
                </a:gs>
                <a:gs pos="42857">
                  <a:srgbClr val="D3F2FA">
                    <a:alpha val="9642"/>
                  </a:srgbClr>
                </a:gs>
                <a:gs pos="57143">
                  <a:srgbClr val="D3F2FA">
                    <a:alpha val="5463"/>
                  </a:srgbClr>
                </a:gs>
                <a:gs pos="71429">
                  <a:srgbClr val="D3F2FA">
                    <a:alpha val="2595"/>
                  </a:srgbClr>
                </a:gs>
                <a:gs pos="85714">
                  <a:srgbClr val="D3F2FA">
                    <a:alpha val="1034"/>
                  </a:srgbClr>
                </a:gs>
                <a:gs pos="100000">
                  <a:srgbClr val="D3F2FA">
                    <a:alpha val="3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7" name="Splat 1787"/>
            <p:cNvSpPr>
              <a:spLocks noGrp="1"/>
            </p:cNvSpPr>
            <p:nvPr/>
          </p:nvSpPr>
          <p:spPr>
            <a:xfrm rot="-10349118">
              <a:off x="2906399" y="1285270"/>
              <a:ext cx="94601" cy="43001"/>
            </a:xfrm>
            <a:prstGeom prst="ellipse">
              <a:avLst/>
            </a:prstGeom>
            <a:gradFill>
              <a:gsLst>
                <a:gs pos="0">
                  <a:srgbClr val="FFFFC0">
                    <a:alpha val="32968"/>
                  </a:srgbClr>
                </a:gs>
                <a:gs pos="14286">
                  <a:srgbClr val="FFFFC0">
                    <a:alpha val="30764"/>
                  </a:srgbClr>
                </a:gs>
                <a:gs pos="28571">
                  <a:srgbClr val="FFFFC0">
                    <a:alpha val="24833"/>
                  </a:srgbClr>
                </a:gs>
                <a:gs pos="42857">
                  <a:srgbClr val="FFFFC0">
                    <a:alpha val="17075"/>
                  </a:srgbClr>
                </a:gs>
                <a:gs pos="57143">
                  <a:srgbClr val="FFFFC0">
                    <a:alpha val="9855"/>
                  </a:srgbClr>
                </a:gs>
                <a:gs pos="71429">
                  <a:srgbClr val="FFFFC0">
                    <a:alpha val="4740"/>
                  </a:srgbClr>
                </a:gs>
                <a:gs pos="85714">
                  <a:srgbClr val="FFFFC0">
                    <a:alpha val="1902"/>
                  </a:srgbClr>
                </a:gs>
                <a:gs pos="100000">
                  <a:srgbClr val="FFFFC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8" name="Splat 1788"/>
            <p:cNvSpPr>
              <a:spLocks noGrp="1"/>
            </p:cNvSpPr>
            <p:nvPr/>
          </p:nvSpPr>
          <p:spPr>
            <a:xfrm rot="3094951">
              <a:off x="3257101" y="1058657"/>
              <a:ext cx="54007" cy="13502"/>
            </a:xfrm>
            <a:prstGeom prst="ellipse">
              <a:avLst/>
            </a:prstGeom>
            <a:gradFill>
              <a:gsLst>
                <a:gs pos="0">
                  <a:srgbClr val="E8B4C3">
                    <a:alpha val="19476"/>
                  </a:srgbClr>
                </a:gs>
                <a:gs pos="14286">
                  <a:srgbClr val="E8B4C3">
                    <a:alpha val="18053"/>
                  </a:srgbClr>
                </a:gs>
                <a:gs pos="28571">
                  <a:srgbClr val="E8B4C3">
                    <a:alpha val="14323"/>
                  </a:srgbClr>
                </a:gs>
                <a:gs pos="42857">
                  <a:srgbClr val="E8B4C3">
                    <a:alpha val="9643"/>
                  </a:srgbClr>
                </a:gs>
                <a:gs pos="57143">
                  <a:srgbClr val="E8B4C3">
                    <a:alpha val="5464"/>
                  </a:srgbClr>
                </a:gs>
                <a:gs pos="71429">
                  <a:srgbClr val="E8B4C3">
                    <a:alpha val="2596"/>
                  </a:srgbClr>
                </a:gs>
                <a:gs pos="85714">
                  <a:srgbClr val="E8B4C3">
                    <a:alpha val="1035"/>
                  </a:srgbClr>
                </a:gs>
                <a:gs pos="100000">
                  <a:srgbClr val="E8B4C3">
                    <a:alpha val="3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9" name="Splat 1789"/>
            <p:cNvSpPr>
              <a:spLocks noGrp="1"/>
            </p:cNvSpPr>
            <p:nvPr/>
          </p:nvSpPr>
          <p:spPr>
            <a:xfrm rot="-10190694">
              <a:off x="1089029" y="1288876"/>
              <a:ext cx="56058" cy="14015"/>
            </a:xfrm>
            <a:prstGeom prst="ellipse">
              <a:avLst/>
            </a:prstGeom>
            <a:gradFill>
              <a:gsLst>
                <a:gs pos="0">
                  <a:srgbClr val="D1D288">
                    <a:alpha val="19110"/>
                  </a:srgbClr>
                </a:gs>
                <a:gs pos="14286">
                  <a:srgbClr val="D1D288">
                    <a:alpha val="17710"/>
                  </a:srgbClr>
                </a:gs>
                <a:gs pos="28571">
                  <a:srgbClr val="D1D288">
                    <a:alpha val="14045"/>
                  </a:srgbClr>
                </a:gs>
                <a:gs pos="42857">
                  <a:srgbClr val="D1D288">
                    <a:alpha val="9450"/>
                  </a:srgbClr>
                </a:gs>
                <a:gs pos="57143">
                  <a:srgbClr val="D1D288">
                    <a:alpha val="5352"/>
                  </a:srgbClr>
                </a:gs>
                <a:gs pos="71429">
                  <a:srgbClr val="D1D288">
                    <a:alpha val="2542"/>
                  </a:srgbClr>
                </a:gs>
                <a:gs pos="85714">
                  <a:srgbClr val="D1D288">
                    <a:alpha val="1013"/>
                  </a:srgbClr>
                </a:gs>
                <a:gs pos="100000">
                  <a:srgbClr val="D1D288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0" name="Splat 1790"/>
            <p:cNvSpPr>
              <a:spLocks noGrp="1"/>
            </p:cNvSpPr>
            <p:nvPr/>
          </p:nvSpPr>
          <p:spPr>
            <a:xfrm rot="5400000">
              <a:off x="2946226" y="890404"/>
              <a:ext cx="549789" cy="549789"/>
            </a:xfrm>
            <a:prstGeom prst="ellipse">
              <a:avLst/>
            </a:prstGeom>
            <a:gradFill>
              <a:gsLst>
                <a:gs pos="0">
                  <a:srgbClr val="FF0000">
                    <a:alpha val="8062"/>
                  </a:srgbClr>
                </a:gs>
                <a:gs pos="14286">
                  <a:srgbClr val="FF0000">
                    <a:alpha val="7435"/>
                  </a:srgbClr>
                </a:gs>
                <a:gs pos="28571">
                  <a:srgbClr val="FF0000">
                    <a:alpha val="5822"/>
                  </a:srgbClr>
                </a:gs>
                <a:gs pos="42857">
                  <a:srgbClr val="FF0000">
                    <a:alpha val="3858"/>
                  </a:srgbClr>
                </a:gs>
                <a:gs pos="57143">
                  <a:srgbClr val="FF0000">
                    <a:alpha val="2157"/>
                  </a:srgbClr>
                </a:gs>
                <a:gs pos="71429">
                  <a:srgbClr val="FF0000">
                    <a:alpha val="1015"/>
                  </a:srgbClr>
                </a:gs>
                <a:gs pos="85714">
                  <a:srgbClr val="FF0000">
                    <a:alpha val="403"/>
                  </a:srgbClr>
                </a:gs>
                <a:gs pos="100000">
                  <a:srgbClr val="FF0000">
                    <a:alpha val="1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1" name="Splat 1791"/>
            <p:cNvSpPr>
              <a:spLocks noGrp="1"/>
            </p:cNvSpPr>
            <p:nvPr/>
          </p:nvSpPr>
          <p:spPr>
            <a:xfrm rot="10587275">
              <a:off x="2019002" y="1504966"/>
              <a:ext cx="129591" cy="5890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2" name="Splat 1792"/>
            <p:cNvSpPr>
              <a:spLocks noGrp="1"/>
            </p:cNvSpPr>
            <p:nvPr/>
          </p:nvSpPr>
          <p:spPr>
            <a:xfrm rot="9551859">
              <a:off x="1838868" y="1284504"/>
              <a:ext cx="93304" cy="4241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3" name="Splat 1793"/>
            <p:cNvSpPr>
              <a:spLocks noGrp="1"/>
            </p:cNvSpPr>
            <p:nvPr/>
          </p:nvSpPr>
          <p:spPr>
            <a:xfrm rot="7169182">
              <a:off x="880117" y="1149864"/>
              <a:ext cx="92390" cy="4199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4" name="Splat 1794"/>
            <p:cNvSpPr>
              <a:spLocks noGrp="1"/>
            </p:cNvSpPr>
            <p:nvPr/>
          </p:nvSpPr>
          <p:spPr>
            <a:xfrm rot="-9186989">
              <a:off x="1526049" y="999509"/>
              <a:ext cx="92050" cy="418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5" name="Splat 1795"/>
            <p:cNvSpPr>
              <a:spLocks noGrp="1"/>
            </p:cNvSpPr>
            <p:nvPr/>
          </p:nvSpPr>
          <p:spPr>
            <a:xfrm rot="5400000">
              <a:off x="2150708" y="1550028"/>
              <a:ext cx="44871" cy="44871"/>
            </a:xfrm>
            <a:prstGeom prst="ellipse">
              <a:avLst/>
            </a:prstGeom>
            <a:gradFill>
              <a:gsLst>
                <a:gs pos="0">
                  <a:srgbClr val="C6FBFC">
                    <a:alpha val="17806"/>
                  </a:srgbClr>
                </a:gs>
                <a:gs pos="14286">
                  <a:srgbClr val="C6FBFC">
                    <a:alpha val="16492"/>
                  </a:srgbClr>
                </a:gs>
                <a:gs pos="28571">
                  <a:srgbClr val="C6FBFC">
                    <a:alpha val="13059"/>
                  </a:srgbClr>
                </a:gs>
                <a:gs pos="42857">
                  <a:srgbClr val="C6FBFC">
                    <a:alpha val="8770"/>
                  </a:srgbClr>
                </a:gs>
                <a:gs pos="57143">
                  <a:srgbClr val="C6FBFC">
                    <a:alpha val="4959"/>
                  </a:srgbClr>
                </a:gs>
                <a:gs pos="71429">
                  <a:srgbClr val="C6FBFC">
                    <a:alpha val="2353"/>
                  </a:srgbClr>
                </a:gs>
                <a:gs pos="85714">
                  <a:srgbClr val="C6FBFC">
                    <a:alpha val="937"/>
                  </a:srgbClr>
                </a:gs>
                <a:gs pos="100000">
                  <a:srgbClr val="C6FBFC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6" name="Splat 1796"/>
            <p:cNvSpPr>
              <a:spLocks noGrp="1"/>
            </p:cNvSpPr>
            <p:nvPr/>
          </p:nvSpPr>
          <p:spPr>
            <a:xfrm rot="-10739427">
              <a:off x="1485763" y="1057927"/>
              <a:ext cx="91784" cy="4172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7" name="Splat 1797"/>
            <p:cNvSpPr>
              <a:spLocks noGrp="1"/>
            </p:cNvSpPr>
            <p:nvPr/>
          </p:nvSpPr>
          <p:spPr>
            <a:xfrm rot="-9597582">
              <a:off x="1615558" y="974021"/>
              <a:ext cx="62576" cy="15644"/>
            </a:xfrm>
            <a:prstGeom prst="ellipse">
              <a:avLst/>
            </a:prstGeom>
            <a:gradFill>
              <a:gsLst>
                <a:gs pos="0">
                  <a:srgbClr val="94C2DC">
                    <a:alpha val="17933"/>
                  </a:srgbClr>
                </a:gs>
                <a:gs pos="14286">
                  <a:srgbClr val="94C2DC">
                    <a:alpha val="16611"/>
                  </a:srgbClr>
                </a:gs>
                <a:gs pos="28571">
                  <a:srgbClr val="94C2DC">
                    <a:alpha val="13155"/>
                  </a:srgbClr>
                </a:gs>
                <a:gs pos="42857">
                  <a:srgbClr val="94C2DC">
                    <a:alpha val="8836"/>
                  </a:srgbClr>
                </a:gs>
                <a:gs pos="57143">
                  <a:srgbClr val="94C2DC">
                    <a:alpha val="4997"/>
                  </a:srgbClr>
                </a:gs>
                <a:gs pos="71429">
                  <a:srgbClr val="94C2DC">
                    <a:alpha val="2371"/>
                  </a:srgbClr>
                </a:gs>
                <a:gs pos="85714">
                  <a:srgbClr val="94C2DC">
                    <a:alpha val="944"/>
                  </a:srgbClr>
                </a:gs>
                <a:gs pos="100000">
                  <a:srgbClr val="94C2DC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8" name="Splat 1798"/>
            <p:cNvSpPr>
              <a:spLocks noGrp="1"/>
            </p:cNvSpPr>
            <p:nvPr/>
          </p:nvSpPr>
          <p:spPr>
            <a:xfrm rot="-10763853">
              <a:off x="1134350" y="1019403"/>
              <a:ext cx="89638" cy="40745"/>
            </a:xfrm>
            <a:prstGeom prst="ellipse">
              <a:avLst/>
            </a:prstGeom>
            <a:gradFill>
              <a:gsLst>
                <a:gs pos="0">
                  <a:srgbClr val="FFFFD0">
                    <a:alpha val="32968"/>
                  </a:srgbClr>
                </a:gs>
                <a:gs pos="14286">
                  <a:srgbClr val="FFFFD0">
                    <a:alpha val="30764"/>
                  </a:srgbClr>
                </a:gs>
                <a:gs pos="28571">
                  <a:srgbClr val="FFFFD0">
                    <a:alpha val="24833"/>
                  </a:srgbClr>
                </a:gs>
                <a:gs pos="42857">
                  <a:srgbClr val="FFFFD0">
                    <a:alpha val="17075"/>
                  </a:srgbClr>
                </a:gs>
                <a:gs pos="57143">
                  <a:srgbClr val="FFFFD0">
                    <a:alpha val="9855"/>
                  </a:srgbClr>
                </a:gs>
                <a:gs pos="71429">
                  <a:srgbClr val="FFFFD0">
                    <a:alpha val="4740"/>
                  </a:srgbClr>
                </a:gs>
                <a:gs pos="85714">
                  <a:srgbClr val="FFFFD0">
                    <a:alpha val="1902"/>
                  </a:srgbClr>
                </a:gs>
                <a:gs pos="100000">
                  <a:srgbClr val="FFFFD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9" name="Splat 1799"/>
            <p:cNvSpPr>
              <a:spLocks noGrp="1"/>
            </p:cNvSpPr>
            <p:nvPr/>
          </p:nvSpPr>
          <p:spPr>
            <a:xfrm rot="5845583">
              <a:off x="892701" y="1345117"/>
              <a:ext cx="58662" cy="14665"/>
            </a:xfrm>
            <a:prstGeom prst="ellipse">
              <a:avLst/>
            </a:prstGeom>
            <a:gradFill>
              <a:gsLst>
                <a:gs pos="0">
                  <a:srgbClr val="466E89">
                    <a:alpha val="18642"/>
                  </a:srgbClr>
                </a:gs>
                <a:gs pos="14286">
                  <a:srgbClr val="466E89">
                    <a:alpha val="17273"/>
                  </a:srgbClr>
                </a:gs>
                <a:gs pos="28571">
                  <a:srgbClr val="466E89">
                    <a:alpha val="13691"/>
                  </a:srgbClr>
                </a:gs>
                <a:gs pos="42857">
                  <a:srgbClr val="466E89">
                    <a:alpha val="9206"/>
                  </a:srgbClr>
                </a:gs>
                <a:gs pos="57143">
                  <a:srgbClr val="466E89">
                    <a:alpha val="5210"/>
                  </a:srgbClr>
                </a:gs>
                <a:gs pos="71429">
                  <a:srgbClr val="466E89">
                    <a:alpha val="2474"/>
                  </a:srgbClr>
                </a:gs>
                <a:gs pos="85714">
                  <a:srgbClr val="466E89">
                    <a:alpha val="986"/>
                  </a:srgbClr>
                </a:gs>
                <a:gs pos="100000">
                  <a:srgbClr val="466E89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0" name="Splat 1800"/>
            <p:cNvSpPr>
              <a:spLocks noGrp="1"/>
            </p:cNvSpPr>
            <p:nvPr/>
          </p:nvSpPr>
          <p:spPr>
            <a:xfrm rot="8698519">
              <a:off x="1471862" y="2056949"/>
              <a:ext cx="61626" cy="15406"/>
            </a:xfrm>
            <a:prstGeom prst="ellipse">
              <a:avLst/>
            </a:prstGeom>
            <a:gradFill>
              <a:gsLst>
                <a:gs pos="0">
                  <a:srgbClr val="BFCBD7">
                    <a:alpha val="18106"/>
                  </a:srgbClr>
                </a:gs>
                <a:gs pos="14286">
                  <a:srgbClr val="BFCBD7">
                    <a:alpha val="16772"/>
                  </a:srgbClr>
                </a:gs>
                <a:gs pos="28571">
                  <a:srgbClr val="BFCBD7">
                    <a:alpha val="13285"/>
                  </a:srgbClr>
                </a:gs>
                <a:gs pos="42857">
                  <a:srgbClr val="BFCBD7">
                    <a:alpha val="8926"/>
                  </a:srgbClr>
                </a:gs>
                <a:gs pos="57143">
                  <a:srgbClr val="BFCBD7">
                    <a:alpha val="5049"/>
                  </a:srgbClr>
                </a:gs>
                <a:gs pos="71429">
                  <a:srgbClr val="BFCBD7">
                    <a:alpha val="2396"/>
                  </a:srgbClr>
                </a:gs>
                <a:gs pos="85714">
                  <a:srgbClr val="BFCBD7">
                    <a:alpha val="954"/>
                  </a:srgbClr>
                </a:gs>
                <a:gs pos="100000">
                  <a:srgbClr val="BFCBD7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1" name="Splat 1801"/>
            <p:cNvSpPr>
              <a:spLocks noGrp="1"/>
            </p:cNvSpPr>
            <p:nvPr/>
          </p:nvSpPr>
          <p:spPr>
            <a:xfrm rot="5400000">
              <a:off x="2437938" y="1978732"/>
              <a:ext cx="203525" cy="203525"/>
            </a:xfrm>
            <a:prstGeom prst="ellipse">
              <a:avLst/>
            </a:prstGeom>
            <a:gradFill>
              <a:gsLst>
                <a:gs pos="0">
                  <a:srgbClr val="E6FFFF">
                    <a:alpha val="32968"/>
                  </a:srgbClr>
                </a:gs>
                <a:gs pos="14286">
                  <a:srgbClr val="E6FFFF">
                    <a:alpha val="30764"/>
                  </a:srgbClr>
                </a:gs>
                <a:gs pos="28571">
                  <a:srgbClr val="E6FFFF">
                    <a:alpha val="24833"/>
                  </a:srgbClr>
                </a:gs>
                <a:gs pos="42857">
                  <a:srgbClr val="E6FFFF">
                    <a:alpha val="17075"/>
                  </a:srgbClr>
                </a:gs>
                <a:gs pos="57143">
                  <a:srgbClr val="E6FFFF">
                    <a:alpha val="9855"/>
                  </a:srgbClr>
                </a:gs>
                <a:gs pos="71429">
                  <a:srgbClr val="E6FFFF">
                    <a:alpha val="4740"/>
                  </a:srgbClr>
                </a:gs>
                <a:gs pos="85714">
                  <a:srgbClr val="E6FFFF">
                    <a:alpha val="1902"/>
                  </a:srgbClr>
                </a:gs>
                <a:gs pos="100000">
                  <a:srgbClr val="E6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2" name="Splat 1802"/>
            <p:cNvSpPr>
              <a:spLocks noGrp="1"/>
            </p:cNvSpPr>
            <p:nvPr/>
          </p:nvSpPr>
          <p:spPr>
            <a:xfrm rot="10681324">
              <a:off x="2368216" y="1409524"/>
              <a:ext cx="86236" cy="39198"/>
            </a:xfrm>
            <a:prstGeom prst="ellipse">
              <a:avLst/>
            </a:prstGeom>
            <a:gradFill>
              <a:gsLst>
                <a:gs pos="0">
                  <a:srgbClr val="FFFD00">
                    <a:alpha val="30152"/>
                  </a:srgbClr>
                </a:gs>
                <a:gs pos="14286">
                  <a:srgbClr val="FFFD00">
                    <a:alpha val="28095"/>
                  </a:srgbClr>
                </a:gs>
                <a:gs pos="28571">
                  <a:srgbClr val="FFFD00">
                    <a:alpha val="22593"/>
                  </a:srgbClr>
                </a:gs>
                <a:gs pos="42857">
                  <a:srgbClr val="FFFD00">
                    <a:alpha val="15462"/>
                  </a:srgbClr>
                </a:gs>
                <a:gs pos="57143">
                  <a:srgbClr val="FFFD00">
                    <a:alpha val="8887"/>
                  </a:srgbClr>
                </a:gs>
                <a:gs pos="71429">
                  <a:srgbClr val="FFFD00">
                    <a:alpha val="4263"/>
                  </a:srgbClr>
                </a:gs>
                <a:gs pos="85714">
                  <a:srgbClr val="FFFD00">
                    <a:alpha val="1708"/>
                  </a:srgbClr>
                </a:gs>
                <a:gs pos="100000">
                  <a:srgbClr val="FFFD00">
                    <a:alpha val="5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3" name="Splat 1803"/>
            <p:cNvSpPr>
              <a:spLocks noGrp="1"/>
            </p:cNvSpPr>
            <p:nvPr/>
          </p:nvSpPr>
          <p:spPr>
            <a:xfrm rot="-10525765">
              <a:off x="1863493" y="1505892"/>
              <a:ext cx="85838" cy="39017"/>
            </a:xfrm>
            <a:prstGeom prst="ellipse">
              <a:avLst/>
            </a:prstGeom>
            <a:gradFill>
              <a:gsLst>
                <a:gs pos="0">
                  <a:srgbClr val="B200FF">
                    <a:alpha val="32968"/>
                  </a:srgbClr>
                </a:gs>
                <a:gs pos="14286">
                  <a:srgbClr val="B200FF">
                    <a:alpha val="30764"/>
                  </a:srgbClr>
                </a:gs>
                <a:gs pos="28571">
                  <a:srgbClr val="B200FF">
                    <a:alpha val="24833"/>
                  </a:srgbClr>
                </a:gs>
                <a:gs pos="42857">
                  <a:srgbClr val="B200FF">
                    <a:alpha val="17075"/>
                  </a:srgbClr>
                </a:gs>
                <a:gs pos="57143">
                  <a:srgbClr val="B200FF">
                    <a:alpha val="9855"/>
                  </a:srgbClr>
                </a:gs>
                <a:gs pos="71429">
                  <a:srgbClr val="B200FF">
                    <a:alpha val="4740"/>
                  </a:srgbClr>
                </a:gs>
                <a:gs pos="85714">
                  <a:srgbClr val="B200FF">
                    <a:alpha val="1902"/>
                  </a:srgbClr>
                </a:gs>
                <a:gs pos="100000">
                  <a:srgbClr val="B2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4" name="Splat 1804"/>
            <p:cNvSpPr>
              <a:spLocks noGrp="1"/>
            </p:cNvSpPr>
            <p:nvPr/>
          </p:nvSpPr>
          <p:spPr>
            <a:xfrm rot="-10067947">
              <a:off x="2577746" y="2067544"/>
              <a:ext cx="84918" cy="38599"/>
            </a:xfrm>
            <a:prstGeom prst="ellipse">
              <a:avLst/>
            </a:prstGeom>
            <a:gradFill>
              <a:gsLst>
                <a:gs pos="0">
                  <a:srgbClr val="FFFF56">
                    <a:alpha val="32968"/>
                  </a:srgbClr>
                </a:gs>
                <a:gs pos="14286">
                  <a:srgbClr val="FFFF56">
                    <a:alpha val="30764"/>
                  </a:srgbClr>
                </a:gs>
                <a:gs pos="28571">
                  <a:srgbClr val="FFFF56">
                    <a:alpha val="24833"/>
                  </a:srgbClr>
                </a:gs>
                <a:gs pos="42857">
                  <a:srgbClr val="FFFF56">
                    <a:alpha val="17075"/>
                  </a:srgbClr>
                </a:gs>
                <a:gs pos="57143">
                  <a:srgbClr val="FFFF56">
                    <a:alpha val="9855"/>
                  </a:srgbClr>
                </a:gs>
                <a:gs pos="71429">
                  <a:srgbClr val="FFFF56">
                    <a:alpha val="4740"/>
                  </a:srgbClr>
                </a:gs>
                <a:gs pos="85714">
                  <a:srgbClr val="FFFF56">
                    <a:alpha val="1902"/>
                  </a:srgbClr>
                </a:gs>
                <a:gs pos="100000">
                  <a:srgbClr val="FFFF5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5" name="Splat 1805"/>
            <p:cNvSpPr>
              <a:spLocks noGrp="1"/>
            </p:cNvSpPr>
            <p:nvPr/>
          </p:nvSpPr>
          <p:spPr>
            <a:xfrm rot="-8455202">
              <a:off x="3196700" y="1306994"/>
              <a:ext cx="84877" cy="38580"/>
            </a:xfrm>
            <a:prstGeom prst="ellipse">
              <a:avLst/>
            </a:prstGeom>
            <a:gradFill>
              <a:gsLst>
                <a:gs pos="0">
                  <a:srgbClr val="0000EB">
                    <a:alpha val="32968"/>
                  </a:srgbClr>
                </a:gs>
                <a:gs pos="14286">
                  <a:srgbClr val="0000EB">
                    <a:alpha val="30764"/>
                  </a:srgbClr>
                </a:gs>
                <a:gs pos="28571">
                  <a:srgbClr val="0000EB">
                    <a:alpha val="24833"/>
                  </a:srgbClr>
                </a:gs>
                <a:gs pos="42857">
                  <a:srgbClr val="0000EB">
                    <a:alpha val="17075"/>
                  </a:srgbClr>
                </a:gs>
                <a:gs pos="57143">
                  <a:srgbClr val="0000EB">
                    <a:alpha val="9855"/>
                  </a:srgbClr>
                </a:gs>
                <a:gs pos="71429">
                  <a:srgbClr val="0000EB">
                    <a:alpha val="4740"/>
                  </a:srgbClr>
                </a:gs>
                <a:gs pos="85714">
                  <a:srgbClr val="0000EB">
                    <a:alpha val="1902"/>
                  </a:srgbClr>
                </a:gs>
                <a:gs pos="100000">
                  <a:srgbClr val="0000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6" name="Splat 1806"/>
            <p:cNvSpPr>
              <a:spLocks noGrp="1"/>
            </p:cNvSpPr>
            <p:nvPr/>
          </p:nvSpPr>
          <p:spPr>
            <a:xfrm rot="10321736">
              <a:off x="2077306" y="1469677"/>
              <a:ext cx="60493" cy="15123"/>
            </a:xfrm>
            <a:prstGeom prst="ellipse">
              <a:avLst/>
            </a:prstGeom>
            <a:gradFill>
              <a:gsLst>
                <a:gs pos="0">
                  <a:srgbClr val="7DD9E1">
                    <a:alpha val="18311"/>
                  </a:srgbClr>
                </a:gs>
                <a:gs pos="14286">
                  <a:srgbClr val="7DD9E1">
                    <a:alpha val="16964"/>
                  </a:srgbClr>
                </a:gs>
                <a:gs pos="28571">
                  <a:srgbClr val="7DD9E1">
                    <a:alpha val="13440"/>
                  </a:srgbClr>
                </a:gs>
                <a:gs pos="42857">
                  <a:srgbClr val="7DD9E1">
                    <a:alpha val="9033"/>
                  </a:srgbClr>
                </a:gs>
                <a:gs pos="57143">
                  <a:srgbClr val="7DD9E1">
                    <a:alpha val="5111"/>
                  </a:srgbClr>
                </a:gs>
                <a:gs pos="71429">
                  <a:srgbClr val="7DD9E1">
                    <a:alpha val="2426"/>
                  </a:srgbClr>
                </a:gs>
                <a:gs pos="85714">
                  <a:srgbClr val="7DD9E1">
                    <a:alpha val="966"/>
                  </a:srgbClr>
                </a:gs>
                <a:gs pos="100000">
                  <a:srgbClr val="7DD9E1">
                    <a:alpha val="3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7" name="Splat 1807"/>
            <p:cNvSpPr>
              <a:spLocks noGrp="1"/>
            </p:cNvSpPr>
            <p:nvPr/>
          </p:nvSpPr>
          <p:spPr>
            <a:xfrm rot="6640935">
              <a:off x="859782" y="1238684"/>
              <a:ext cx="46255" cy="11564"/>
            </a:xfrm>
            <a:prstGeom prst="ellipse">
              <a:avLst/>
            </a:prstGeom>
            <a:gradFill>
              <a:gsLst>
                <a:gs pos="0">
                  <a:srgbClr val="E6F0F9">
                    <a:alpha val="20847"/>
                  </a:srgbClr>
                </a:gs>
                <a:gs pos="14286">
                  <a:srgbClr val="E6F0F9">
                    <a:alpha val="19336"/>
                  </a:srgbClr>
                </a:gs>
                <a:gs pos="28571">
                  <a:srgbClr val="E6F0F9">
                    <a:alpha val="15367"/>
                  </a:srgbClr>
                </a:gs>
                <a:gs pos="42857">
                  <a:srgbClr val="E6F0F9">
                    <a:alpha val="10366"/>
                  </a:srgbClr>
                </a:gs>
                <a:gs pos="57143">
                  <a:srgbClr val="E6F0F9">
                    <a:alpha val="5884"/>
                  </a:srgbClr>
                </a:gs>
                <a:gs pos="71429">
                  <a:srgbClr val="E6F0F9">
                    <a:alpha val="2799"/>
                  </a:srgbClr>
                </a:gs>
                <a:gs pos="85714">
                  <a:srgbClr val="E6F0F9">
                    <a:alpha val="1116"/>
                  </a:srgbClr>
                </a:gs>
                <a:gs pos="100000">
                  <a:srgbClr val="E6F0F9">
                    <a:alpha val="3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8" name="Splat 1808"/>
            <p:cNvSpPr>
              <a:spLocks noGrp="1"/>
            </p:cNvSpPr>
            <p:nvPr/>
          </p:nvSpPr>
          <p:spPr>
            <a:xfrm rot="10216270">
              <a:off x="2045926" y="1803325"/>
              <a:ext cx="81727" cy="37149"/>
            </a:xfrm>
            <a:prstGeom prst="ellipse">
              <a:avLst/>
            </a:prstGeom>
            <a:gradFill>
              <a:gsLst>
                <a:gs pos="0">
                  <a:srgbClr val="FFFF7D">
                    <a:alpha val="32968"/>
                  </a:srgbClr>
                </a:gs>
                <a:gs pos="14286">
                  <a:srgbClr val="FFFF7D">
                    <a:alpha val="30764"/>
                  </a:srgbClr>
                </a:gs>
                <a:gs pos="28571">
                  <a:srgbClr val="FFFF7D">
                    <a:alpha val="24833"/>
                  </a:srgbClr>
                </a:gs>
                <a:gs pos="42857">
                  <a:srgbClr val="FFFF7D">
                    <a:alpha val="17075"/>
                  </a:srgbClr>
                </a:gs>
                <a:gs pos="57143">
                  <a:srgbClr val="FFFF7D">
                    <a:alpha val="9855"/>
                  </a:srgbClr>
                </a:gs>
                <a:gs pos="71429">
                  <a:srgbClr val="FFFF7D">
                    <a:alpha val="4740"/>
                  </a:srgbClr>
                </a:gs>
                <a:gs pos="85714">
                  <a:srgbClr val="FFFF7D">
                    <a:alpha val="1902"/>
                  </a:srgbClr>
                </a:gs>
                <a:gs pos="100000">
                  <a:srgbClr val="FFFF7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9" name="Splat 1809"/>
            <p:cNvSpPr>
              <a:spLocks noGrp="1"/>
            </p:cNvSpPr>
            <p:nvPr/>
          </p:nvSpPr>
          <p:spPr>
            <a:xfrm rot="-8779468">
              <a:off x="2798930" y="856391"/>
              <a:ext cx="696866" cy="193574"/>
            </a:xfrm>
            <a:prstGeom prst="ellipse">
              <a:avLst/>
            </a:prstGeom>
            <a:gradFill>
              <a:gsLst>
                <a:gs pos="0">
                  <a:srgbClr val="4F0000">
                    <a:alpha val="25722"/>
                  </a:srgbClr>
                </a:gs>
                <a:gs pos="14286">
                  <a:srgbClr val="4F0000">
                    <a:alpha val="23914"/>
                  </a:srgbClr>
                </a:gs>
                <a:gs pos="28571">
                  <a:srgbClr val="4F0000">
                    <a:alpha val="19120"/>
                  </a:srgbClr>
                </a:gs>
                <a:gs pos="42857">
                  <a:srgbClr val="4F0000">
                    <a:alpha val="12994"/>
                  </a:srgbClr>
                </a:gs>
                <a:gs pos="57143">
                  <a:srgbClr val="4F0000">
                    <a:alpha val="7423"/>
                  </a:srgbClr>
                </a:gs>
                <a:gs pos="71429">
                  <a:srgbClr val="4F0000">
                    <a:alpha val="3546"/>
                  </a:srgbClr>
                </a:gs>
                <a:gs pos="85714">
                  <a:srgbClr val="4F0000">
                    <a:alpha val="1417"/>
                  </a:srgbClr>
                </a:gs>
                <a:gs pos="100000">
                  <a:srgbClr val="4F0000">
                    <a:alpha val="4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0" name="Splat 1810"/>
            <p:cNvSpPr>
              <a:spLocks noGrp="1"/>
            </p:cNvSpPr>
            <p:nvPr/>
          </p:nvSpPr>
          <p:spPr>
            <a:xfrm rot="-10788102">
              <a:off x="1584215" y="1374086"/>
              <a:ext cx="269371" cy="5611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1" name="Splat 1811"/>
            <p:cNvSpPr>
              <a:spLocks noGrp="1"/>
            </p:cNvSpPr>
            <p:nvPr/>
          </p:nvSpPr>
          <p:spPr>
            <a:xfrm rot="-10485838">
              <a:off x="1635560" y="1366269"/>
              <a:ext cx="42950" cy="10737"/>
            </a:xfrm>
            <a:prstGeom prst="ellipse">
              <a:avLst/>
            </a:prstGeom>
            <a:gradFill>
              <a:gsLst>
                <a:gs pos="0">
                  <a:srgbClr val="D2E4F5">
                    <a:alpha val="21425"/>
                  </a:srgbClr>
                </a:gs>
                <a:gs pos="14286">
                  <a:srgbClr val="D2E4F5">
                    <a:alpha val="19878"/>
                  </a:srgbClr>
                </a:gs>
                <a:gs pos="28571">
                  <a:srgbClr val="D2E4F5">
                    <a:alpha val="15808"/>
                  </a:srgbClr>
                </a:gs>
                <a:gs pos="42857">
                  <a:srgbClr val="D2E4F5">
                    <a:alpha val="10673"/>
                  </a:srgbClr>
                </a:gs>
                <a:gs pos="57143">
                  <a:srgbClr val="D2E4F5">
                    <a:alpha val="6062"/>
                  </a:srgbClr>
                </a:gs>
                <a:gs pos="71429">
                  <a:srgbClr val="D2E4F5">
                    <a:alpha val="2885"/>
                  </a:srgbClr>
                </a:gs>
                <a:gs pos="85714">
                  <a:srgbClr val="D2E4F5">
                    <a:alpha val="1151"/>
                  </a:srgbClr>
                </a:gs>
                <a:gs pos="100000">
                  <a:srgbClr val="D2E4F5">
                    <a:alpha val="3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2" name="Splat 1812"/>
            <p:cNvSpPr>
              <a:spLocks noGrp="1"/>
            </p:cNvSpPr>
            <p:nvPr/>
          </p:nvSpPr>
          <p:spPr>
            <a:xfrm rot="9849315">
              <a:off x="1539163" y="2088306"/>
              <a:ext cx="58876" cy="14719"/>
            </a:xfrm>
            <a:prstGeom prst="ellipse">
              <a:avLst/>
            </a:prstGeom>
            <a:gradFill>
              <a:gsLst>
                <a:gs pos="0">
                  <a:srgbClr val="ABBFDB">
                    <a:alpha val="18603"/>
                  </a:srgbClr>
                </a:gs>
                <a:gs pos="14286">
                  <a:srgbClr val="ABBFDB">
                    <a:alpha val="17237"/>
                  </a:srgbClr>
                </a:gs>
                <a:gs pos="28571">
                  <a:srgbClr val="ABBFDB">
                    <a:alpha val="13661"/>
                  </a:srgbClr>
                </a:gs>
                <a:gs pos="42857">
                  <a:srgbClr val="ABBFDB">
                    <a:alpha val="9185"/>
                  </a:srgbClr>
                </a:gs>
                <a:gs pos="57143">
                  <a:srgbClr val="ABBFDB">
                    <a:alpha val="5199"/>
                  </a:srgbClr>
                </a:gs>
                <a:gs pos="71429">
                  <a:srgbClr val="ABBFDB">
                    <a:alpha val="2468"/>
                  </a:srgbClr>
                </a:gs>
                <a:gs pos="85714">
                  <a:srgbClr val="ABBFDB">
                    <a:alpha val="983"/>
                  </a:srgbClr>
                </a:gs>
                <a:gs pos="100000">
                  <a:srgbClr val="ABBFDB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3" name="Splat 1813"/>
            <p:cNvSpPr>
              <a:spLocks noGrp="1"/>
            </p:cNvSpPr>
            <p:nvPr/>
          </p:nvSpPr>
          <p:spPr>
            <a:xfrm rot="-9854025">
              <a:off x="1799601" y="1736774"/>
              <a:ext cx="52032" cy="13008"/>
            </a:xfrm>
            <a:prstGeom prst="ellipse">
              <a:avLst/>
            </a:prstGeom>
            <a:gradFill>
              <a:gsLst>
                <a:gs pos="0">
                  <a:srgbClr val="5A6DA1">
                    <a:alpha val="19828"/>
                  </a:srgbClr>
                </a:gs>
                <a:gs pos="14286">
                  <a:srgbClr val="5A6DA1">
                    <a:alpha val="18382"/>
                  </a:srgbClr>
                </a:gs>
                <a:gs pos="28571">
                  <a:srgbClr val="5A6DA1">
                    <a:alpha val="14590"/>
                  </a:srgbClr>
                </a:gs>
                <a:gs pos="42857">
                  <a:srgbClr val="5A6DA1">
                    <a:alpha val="9828"/>
                  </a:srgbClr>
                </a:gs>
                <a:gs pos="57143">
                  <a:srgbClr val="5A6DA1">
                    <a:alpha val="5571"/>
                  </a:srgbClr>
                </a:gs>
                <a:gs pos="71429">
                  <a:srgbClr val="5A6DA1">
                    <a:alpha val="2647"/>
                  </a:srgbClr>
                </a:gs>
                <a:gs pos="85714">
                  <a:srgbClr val="5A6DA1">
                    <a:alpha val="1055"/>
                  </a:srgbClr>
                </a:gs>
                <a:gs pos="100000">
                  <a:srgbClr val="5A6DA1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4" name="Splat 1814"/>
            <p:cNvSpPr>
              <a:spLocks noGrp="1"/>
            </p:cNvSpPr>
            <p:nvPr/>
          </p:nvSpPr>
          <p:spPr>
            <a:xfrm rot="-9824443">
              <a:off x="1150251" y="1218360"/>
              <a:ext cx="57299" cy="14325"/>
            </a:xfrm>
            <a:prstGeom prst="ellipse">
              <a:avLst/>
            </a:prstGeom>
            <a:gradFill>
              <a:gsLst>
                <a:gs pos="0">
                  <a:srgbClr val="D3CD68">
                    <a:alpha val="18887"/>
                  </a:srgbClr>
                </a:gs>
                <a:gs pos="14286">
                  <a:srgbClr val="D3CD68">
                    <a:alpha val="17502"/>
                  </a:srgbClr>
                </a:gs>
                <a:gs pos="28571">
                  <a:srgbClr val="D3CD68">
                    <a:alpha val="13876"/>
                  </a:srgbClr>
                </a:gs>
                <a:gs pos="42857">
                  <a:srgbClr val="D3CD68">
                    <a:alpha val="9334"/>
                  </a:srgbClr>
                </a:gs>
                <a:gs pos="57143">
                  <a:srgbClr val="D3CD68">
                    <a:alpha val="5285"/>
                  </a:srgbClr>
                </a:gs>
                <a:gs pos="71429">
                  <a:srgbClr val="D3CD68">
                    <a:alpha val="2509"/>
                  </a:srgbClr>
                </a:gs>
                <a:gs pos="85714">
                  <a:srgbClr val="D3CD68">
                    <a:alpha val="1000"/>
                  </a:srgbClr>
                </a:gs>
                <a:gs pos="100000">
                  <a:srgbClr val="D3CD68">
                    <a:alpha val="3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5" name="Splat 1815"/>
            <p:cNvSpPr>
              <a:spLocks noGrp="1"/>
            </p:cNvSpPr>
            <p:nvPr/>
          </p:nvSpPr>
          <p:spPr>
            <a:xfrm rot="-10625217">
              <a:off x="2780735" y="2090059"/>
              <a:ext cx="74883" cy="340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6" name="Splat 1816"/>
            <p:cNvSpPr>
              <a:spLocks noGrp="1"/>
            </p:cNvSpPr>
            <p:nvPr/>
          </p:nvSpPr>
          <p:spPr>
            <a:xfrm rot="10267770">
              <a:off x="1461310" y="2110101"/>
              <a:ext cx="47180" cy="11795"/>
            </a:xfrm>
            <a:prstGeom prst="ellipse">
              <a:avLst/>
            </a:prstGeom>
            <a:gradFill>
              <a:gsLst>
                <a:gs pos="0">
                  <a:srgbClr val="D2F0FE">
                    <a:alpha val="20685"/>
                  </a:srgbClr>
                </a:gs>
                <a:gs pos="14286">
                  <a:srgbClr val="D2F0FE">
                    <a:alpha val="19185"/>
                  </a:srgbClr>
                </a:gs>
                <a:gs pos="28571">
                  <a:srgbClr val="D2F0FE">
                    <a:alpha val="15243"/>
                  </a:srgbClr>
                </a:gs>
                <a:gs pos="42857">
                  <a:srgbClr val="D2F0FE">
                    <a:alpha val="10280"/>
                  </a:srgbClr>
                </a:gs>
                <a:gs pos="57143">
                  <a:srgbClr val="D2F0FE">
                    <a:alpha val="5834"/>
                  </a:srgbClr>
                </a:gs>
                <a:gs pos="71429">
                  <a:srgbClr val="D2F0FE">
                    <a:alpha val="2774"/>
                  </a:srgbClr>
                </a:gs>
                <a:gs pos="85714">
                  <a:srgbClr val="D2F0FE">
                    <a:alpha val="1106"/>
                  </a:srgbClr>
                </a:gs>
                <a:gs pos="100000">
                  <a:srgbClr val="D2F0FE">
                    <a:alpha val="3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7" name="Splat 1817"/>
            <p:cNvSpPr>
              <a:spLocks noGrp="1"/>
            </p:cNvSpPr>
            <p:nvPr/>
          </p:nvSpPr>
          <p:spPr>
            <a:xfrm rot="-10164055">
              <a:off x="1552645" y="1215715"/>
              <a:ext cx="53515" cy="13379"/>
            </a:xfrm>
            <a:prstGeom prst="ellipse">
              <a:avLst/>
            </a:prstGeom>
            <a:gradFill>
              <a:gsLst>
                <a:gs pos="0">
                  <a:srgbClr val="92BCD9">
                    <a:alpha val="19564"/>
                  </a:srgbClr>
                </a:gs>
                <a:gs pos="14286">
                  <a:srgbClr val="92BCD9">
                    <a:alpha val="18135"/>
                  </a:srgbClr>
                </a:gs>
                <a:gs pos="28571">
                  <a:srgbClr val="92BCD9">
                    <a:alpha val="14390"/>
                  </a:srgbClr>
                </a:gs>
                <a:gs pos="42857">
                  <a:srgbClr val="92BCD9">
                    <a:alpha val="9689"/>
                  </a:srgbClr>
                </a:gs>
                <a:gs pos="57143">
                  <a:srgbClr val="92BCD9">
                    <a:alpha val="5490"/>
                  </a:srgbClr>
                </a:gs>
                <a:gs pos="71429">
                  <a:srgbClr val="92BCD9">
                    <a:alpha val="2609"/>
                  </a:srgbClr>
                </a:gs>
                <a:gs pos="85714">
                  <a:srgbClr val="92BCD9">
                    <a:alpha val="1040"/>
                  </a:srgbClr>
                </a:gs>
                <a:gs pos="100000">
                  <a:srgbClr val="92BCD9">
                    <a:alpha val="3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8" name="Splat 1818"/>
            <p:cNvSpPr>
              <a:spLocks noGrp="1"/>
            </p:cNvSpPr>
            <p:nvPr/>
          </p:nvSpPr>
          <p:spPr>
            <a:xfrm rot="10162698">
              <a:off x="2075118" y="1770636"/>
              <a:ext cx="176834" cy="49120"/>
            </a:xfrm>
            <a:prstGeom prst="ellipse">
              <a:avLst/>
            </a:prstGeom>
            <a:gradFill>
              <a:gsLst>
                <a:gs pos="0">
                  <a:srgbClr val="FFFF9C">
                    <a:alpha val="32968"/>
                  </a:srgbClr>
                </a:gs>
                <a:gs pos="14286">
                  <a:srgbClr val="FFFF9C">
                    <a:alpha val="30764"/>
                  </a:srgbClr>
                </a:gs>
                <a:gs pos="28571">
                  <a:srgbClr val="FFFF9C">
                    <a:alpha val="24833"/>
                  </a:srgbClr>
                </a:gs>
                <a:gs pos="42857">
                  <a:srgbClr val="FFFF9C">
                    <a:alpha val="17075"/>
                  </a:srgbClr>
                </a:gs>
                <a:gs pos="57143">
                  <a:srgbClr val="FFFF9C">
                    <a:alpha val="9855"/>
                  </a:srgbClr>
                </a:gs>
                <a:gs pos="71429">
                  <a:srgbClr val="FFFF9C">
                    <a:alpha val="4740"/>
                  </a:srgbClr>
                </a:gs>
                <a:gs pos="85714">
                  <a:srgbClr val="FFFF9C">
                    <a:alpha val="1902"/>
                  </a:srgbClr>
                </a:gs>
                <a:gs pos="100000">
                  <a:srgbClr val="FFFF9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9" name="Splat 1819"/>
            <p:cNvSpPr>
              <a:spLocks noGrp="1"/>
            </p:cNvSpPr>
            <p:nvPr/>
          </p:nvSpPr>
          <p:spPr>
            <a:xfrm rot="10221183">
              <a:off x="2060318" y="1796519"/>
              <a:ext cx="65164" cy="296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0" name="Splat 1820"/>
            <p:cNvSpPr>
              <a:spLocks noGrp="1"/>
            </p:cNvSpPr>
            <p:nvPr/>
          </p:nvSpPr>
          <p:spPr>
            <a:xfrm rot="-10210583">
              <a:off x="1784437" y="1734435"/>
              <a:ext cx="55409" cy="13852"/>
            </a:xfrm>
            <a:prstGeom prst="ellipse">
              <a:avLst/>
            </a:prstGeom>
            <a:gradFill>
              <a:gsLst>
                <a:gs pos="0">
                  <a:srgbClr val="94B1CA">
                    <a:alpha val="19226"/>
                  </a:srgbClr>
                </a:gs>
                <a:gs pos="14286">
                  <a:srgbClr val="94B1CA">
                    <a:alpha val="17819"/>
                  </a:srgbClr>
                </a:gs>
                <a:gs pos="28571">
                  <a:srgbClr val="94B1CA">
                    <a:alpha val="14133"/>
                  </a:srgbClr>
                </a:gs>
                <a:gs pos="42857">
                  <a:srgbClr val="94B1CA">
                    <a:alpha val="9511"/>
                  </a:srgbClr>
                </a:gs>
                <a:gs pos="57143">
                  <a:srgbClr val="94B1CA">
                    <a:alpha val="5387"/>
                  </a:srgbClr>
                </a:gs>
                <a:gs pos="71429">
                  <a:srgbClr val="94B1CA">
                    <a:alpha val="2559"/>
                  </a:srgbClr>
                </a:gs>
                <a:gs pos="85714">
                  <a:srgbClr val="94B1CA">
                    <a:alpha val="1020"/>
                  </a:srgbClr>
                </a:gs>
                <a:gs pos="100000">
                  <a:srgbClr val="94B1CA">
                    <a:alpha val="3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1" name="Splat 1821"/>
            <p:cNvSpPr>
              <a:spLocks noGrp="1"/>
            </p:cNvSpPr>
            <p:nvPr/>
          </p:nvSpPr>
          <p:spPr>
            <a:xfrm rot="9434851">
              <a:off x="1030528" y="1225792"/>
              <a:ext cx="58395" cy="26543"/>
            </a:xfrm>
            <a:prstGeom prst="ellipse">
              <a:avLst/>
            </a:prstGeom>
            <a:gradFill>
              <a:gsLst>
                <a:gs pos="0">
                  <a:srgbClr val="F2FF00">
                    <a:alpha val="32968"/>
                  </a:srgbClr>
                </a:gs>
                <a:gs pos="14286">
                  <a:srgbClr val="F2FF00">
                    <a:alpha val="30764"/>
                  </a:srgbClr>
                </a:gs>
                <a:gs pos="28571">
                  <a:srgbClr val="F2FF00">
                    <a:alpha val="24833"/>
                  </a:srgbClr>
                </a:gs>
                <a:gs pos="42857">
                  <a:srgbClr val="F2FF00">
                    <a:alpha val="17075"/>
                  </a:srgbClr>
                </a:gs>
                <a:gs pos="57143">
                  <a:srgbClr val="F2FF00">
                    <a:alpha val="9855"/>
                  </a:srgbClr>
                </a:gs>
                <a:gs pos="71429">
                  <a:srgbClr val="F2FF00">
                    <a:alpha val="4740"/>
                  </a:srgbClr>
                </a:gs>
                <a:gs pos="85714">
                  <a:srgbClr val="F2FF00">
                    <a:alpha val="1902"/>
                  </a:srgbClr>
                </a:gs>
                <a:gs pos="100000">
                  <a:srgbClr val="F2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2" name="Splat 1822"/>
            <p:cNvSpPr>
              <a:spLocks noGrp="1"/>
            </p:cNvSpPr>
            <p:nvPr/>
          </p:nvSpPr>
          <p:spPr>
            <a:xfrm rot="10769514">
              <a:off x="1686063" y="1378764"/>
              <a:ext cx="58183" cy="26447"/>
            </a:xfrm>
            <a:prstGeom prst="ellipse">
              <a:avLst/>
            </a:prstGeom>
            <a:gradFill>
              <a:gsLst>
                <a:gs pos="0">
                  <a:srgbClr val="BF005D">
                    <a:alpha val="32968"/>
                  </a:srgbClr>
                </a:gs>
                <a:gs pos="14286">
                  <a:srgbClr val="BF005D">
                    <a:alpha val="30764"/>
                  </a:srgbClr>
                </a:gs>
                <a:gs pos="28571">
                  <a:srgbClr val="BF005D">
                    <a:alpha val="24833"/>
                  </a:srgbClr>
                </a:gs>
                <a:gs pos="42857">
                  <a:srgbClr val="BF005D">
                    <a:alpha val="17075"/>
                  </a:srgbClr>
                </a:gs>
                <a:gs pos="57143">
                  <a:srgbClr val="BF005D">
                    <a:alpha val="9855"/>
                  </a:srgbClr>
                </a:gs>
                <a:gs pos="71429">
                  <a:srgbClr val="BF005D">
                    <a:alpha val="4740"/>
                  </a:srgbClr>
                </a:gs>
                <a:gs pos="85714">
                  <a:srgbClr val="BF005D">
                    <a:alpha val="1902"/>
                  </a:srgbClr>
                </a:gs>
                <a:gs pos="100000">
                  <a:srgbClr val="BF005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3" name="Splat 1823"/>
            <p:cNvSpPr>
              <a:spLocks noGrp="1"/>
            </p:cNvSpPr>
            <p:nvPr/>
          </p:nvSpPr>
          <p:spPr>
            <a:xfrm rot="5400000">
              <a:off x="994211" y="1527613"/>
              <a:ext cx="31535" cy="31535"/>
            </a:xfrm>
            <a:prstGeom prst="ellipse">
              <a:avLst/>
            </a:prstGeom>
            <a:gradFill>
              <a:gsLst>
                <a:gs pos="0">
                  <a:srgbClr val="ACFADB">
                    <a:alpha val="21147"/>
                  </a:srgbClr>
                </a:gs>
                <a:gs pos="14286">
                  <a:srgbClr val="ACFADB">
                    <a:alpha val="19617"/>
                  </a:srgbClr>
                </a:gs>
                <a:gs pos="28571">
                  <a:srgbClr val="ACFADB">
                    <a:alpha val="15596"/>
                  </a:srgbClr>
                </a:gs>
                <a:gs pos="42857">
                  <a:srgbClr val="ACFADB">
                    <a:alpha val="10525"/>
                  </a:srgbClr>
                </a:gs>
                <a:gs pos="57143">
                  <a:srgbClr val="ACFADB">
                    <a:alpha val="5976"/>
                  </a:srgbClr>
                </a:gs>
                <a:gs pos="71429">
                  <a:srgbClr val="ACFADB">
                    <a:alpha val="2843"/>
                  </a:srgbClr>
                </a:gs>
                <a:gs pos="85714">
                  <a:srgbClr val="ACFADB">
                    <a:alpha val="1134"/>
                  </a:srgbClr>
                </a:gs>
                <a:gs pos="100000">
                  <a:srgbClr val="ACFADB">
                    <a:alpha val="3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4" name="Splat 1824"/>
            <p:cNvSpPr>
              <a:spLocks noGrp="1"/>
            </p:cNvSpPr>
            <p:nvPr/>
          </p:nvSpPr>
          <p:spPr>
            <a:xfrm rot="-8810175">
              <a:off x="2831887" y="916851"/>
              <a:ext cx="791824" cy="219951"/>
            </a:xfrm>
            <a:prstGeom prst="ellipse">
              <a:avLst/>
            </a:prstGeom>
            <a:gradFill>
              <a:gsLst>
                <a:gs pos="0">
                  <a:srgbClr val="0000AF">
                    <a:alpha val="32968"/>
                  </a:srgbClr>
                </a:gs>
                <a:gs pos="14286">
                  <a:srgbClr val="0000AF">
                    <a:alpha val="30764"/>
                  </a:srgbClr>
                </a:gs>
                <a:gs pos="28571">
                  <a:srgbClr val="0000AF">
                    <a:alpha val="24833"/>
                  </a:srgbClr>
                </a:gs>
                <a:gs pos="42857">
                  <a:srgbClr val="0000AF">
                    <a:alpha val="17075"/>
                  </a:srgbClr>
                </a:gs>
                <a:gs pos="57143">
                  <a:srgbClr val="0000AF">
                    <a:alpha val="9855"/>
                  </a:srgbClr>
                </a:gs>
                <a:gs pos="71429">
                  <a:srgbClr val="0000AF">
                    <a:alpha val="4740"/>
                  </a:srgbClr>
                </a:gs>
                <a:gs pos="85714">
                  <a:srgbClr val="0000AF">
                    <a:alpha val="1902"/>
                  </a:srgbClr>
                </a:gs>
                <a:gs pos="100000">
                  <a:srgbClr val="0000A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5" name="Splat 1825"/>
            <p:cNvSpPr>
              <a:spLocks noGrp="1"/>
            </p:cNvSpPr>
            <p:nvPr/>
          </p:nvSpPr>
          <p:spPr>
            <a:xfrm rot="5519222">
              <a:off x="1847952" y="2858941"/>
              <a:ext cx="507932" cy="141092"/>
            </a:xfrm>
            <a:prstGeom prst="ellipse">
              <a:avLst/>
            </a:prstGeom>
            <a:gradFill>
              <a:gsLst>
                <a:gs pos="0">
                  <a:srgbClr val="FFFFEC">
                    <a:alpha val="32968"/>
                  </a:srgbClr>
                </a:gs>
                <a:gs pos="14286">
                  <a:srgbClr val="FFFFEC">
                    <a:alpha val="30764"/>
                  </a:srgbClr>
                </a:gs>
                <a:gs pos="28571">
                  <a:srgbClr val="FFFFEC">
                    <a:alpha val="24833"/>
                  </a:srgbClr>
                </a:gs>
                <a:gs pos="42857">
                  <a:srgbClr val="FFFFEC">
                    <a:alpha val="17075"/>
                  </a:srgbClr>
                </a:gs>
                <a:gs pos="57143">
                  <a:srgbClr val="FFFFEC">
                    <a:alpha val="9855"/>
                  </a:srgbClr>
                </a:gs>
                <a:gs pos="71429">
                  <a:srgbClr val="FFFFEC">
                    <a:alpha val="4740"/>
                  </a:srgbClr>
                </a:gs>
                <a:gs pos="85714">
                  <a:srgbClr val="FFFFEC">
                    <a:alpha val="1902"/>
                  </a:srgbClr>
                </a:gs>
                <a:gs pos="100000">
                  <a:srgbClr val="FFFFE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6" name="Splat 1826"/>
            <p:cNvSpPr>
              <a:spLocks noGrp="1"/>
            </p:cNvSpPr>
            <p:nvPr/>
          </p:nvSpPr>
          <p:spPr>
            <a:xfrm rot="5400000">
              <a:off x="788604" y="795905"/>
              <a:ext cx="485699" cy="485699"/>
            </a:xfrm>
            <a:prstGeom prst="ellipse">
              <a:avLst/>
            </a:prstGeom>
            <a:gradFill>
              <a:gsLst>
                <a:gs pos="0">
                  <a:srgbClr val="DB006E">
                    <a:alpha val="18315"/>
                  </a:srgbClr>
                </a:gs>
                <a:gs pos="14286">
                  <a:srgbClr val="DB006E">
                    <a:alpha val="16968"/>
                  </a:srgbClr>
                </a:gs>
                <a:gs pos="28571">
                  <a:srgbClr val="DB006E">
                    <a:alpha val="13444"/>
                  </a:srgbClr>
                </a:gs>
                <a:gs pos="42857">
                  <a:srgbClr val="DB006E">
                    <a:alpha val="9035"/>
                  </a:srgbClr>
                </a:gs>
                <a:gs pos="57143">
                  <a:srgbClr val="DB006E">
                    <a:alpha val="5112"/>
                  </a:srgbClr>
                </a:gs>
                <a:gs pos="71429">
                  <a:srgbClr val="DB006E">
                    <a:alpha val="2426"/>
                  </a:srgbClr>
                </a:gs>
                <a:gs pos="85714">
                  <a:srgbClr val="DB006E">
                    <a:alpha val="967"/>
                  </a:srgbClr>
                </a:gs>
                <a:gs pos="100000">
                  <a:srgbClr val="DB006E">
                    <a:alpha val="3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7" name="Splat 1827"/>
            <p:cNvSpPr>
              <a:spLocks noGrp="1"/>
            </p:cNvSpPr>
            <p:nvPr/>
          </p:nvSpPr>
          <p:spPr>
            <a:xfrm rot="6057338">
              <a:off x="787886" y="1324964"/>
              <a:ext cx="290153" cy="8760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8" name="Splat 1828"/>
            <p:cNvSpPr>
              <a:spLocks noGrp="1"/>
            </p:cNvSpPr>
            <p:nvPr/>
          </p:nvSpPr>
          <p:spPr>
            <a:xfrm rot="9283605">
              <a:off x="817455" y="1212929"/>
              <a:ext cx="447852" cy="124403"/>
            </a:xfrm>
            <a:prstGeom prst="ellipse">
              <a:avLst/>
            </a:prstGeom>
            <a:gradFill>
              <a:gsLst>
                <a:gs pos="0">
                  <a:srgbClr val="FFFFE2">
                    <a:alpha val="32968"/>
                  </a:srgbClr>
                </a:gs>
                <a:gs pos="14286">
                  <a:srgbClr val="FFFFE2">
                    <a:alpha val="30764"/>
                  </a:srgbClr>
                </a:gs>
                <a:gs pos="28571">
                  <a:srgbClr val="FFFFE2">
                    <a:alpha val="24833"/>
                  </a:srgbClr>
                </a:gs>
                <a:gs pos="42857">
                  <a:srgbClr val="FFFFE2">
                    <a:alpha val="17075"/>
                  </a:srgbClr>
                </a:gs>
                <a:gs pos="57143">
                  <a:srgbClr val="FFFFE2">
                    <a:alpha val="9855"/>
                  </a:srgbClr>
                </a:gs>
                <a:gs pos="71429">
                  <a:srgbClr val="FFFFE2">
                    <a:alpha val="4740"/>
                  </a:srgbClr>
                </a:gs>
                <a:gs pos="85714">
                  <a:srgbClr val="FFFFE2">
                    <a:alpha val="1902"/>
                  </a:srgbClr>
                </a:gs>
                <a:gs pos="100000">
                  <a:srgbClr val="FFFFE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9" name="Splat 1829"/>
            <p:cNvSpPr>
              <a:spLocks noGrp="1"/>
            </p:cNvSpPr>
            <p:nvPr/>
          </p:nvSpPr>
          <p:spPr>
            <a:xfrm rot="-10166527">
              <a:off x="1169834" y="792396"/>
              <a:ext cx="522986" cy="145274"/>
            </a:xfrm>
            <a:prstGeom prst="ellipse">
              <a:avLst/>
            </a:prstGeom>
            <a:gradFill>
              <a:gsLst>
                <a:gs pos="0">
                  <a:srgbClr val="86F9FF">
                    <a:alpha val="32968"/>
                  </a:srgbClr>
                </a:gs>
                <a:gs pos="14286">
                  <a:srgbClr val="86F9FF">
                    <a:alpha val="30764"/>
                  </a:srgbClr>
                </a:gs>
                <a:gs pos="28571">
                  <a:srgbClr val="86F9FF">
                    <a:alpha val="24833"/>
                  </a:srgbClr>
                </a:gs>
                <a:gs pos="42857">
                  <a:srgbClr val="86F9FF">
                    <a:alpha val="17075"/>
                  </a:srgbClr>
                </a:gs>
                <a:gs pos="57143">
                  <a:srgbClr val="86F9FF">
                    <a:alpha val="9855"/>
                  </a:srgbClr>
                </a:gs>
                <a:gs pos="71429">
                  <a:srgbClr val="86F9FF">
                    <a:alpha val="4740"/>
                  </a:srgbClr>
                </a:gs>
                <a:gs pos="85714">
                  <a:srgbClr val="86F9FF">
                    <a:alpha val="1902"/>
                  </a:srgbClr>
                </a:gs>
                <a:gs pos="100000">
                  <a:srgbClr val="86F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0" name="Splat 1830"/>
            <p:cNvSpPr>
              <a:spLocks noGrp="1"/>
            </p:cNvSpPr>
            <p:nvPr/>
          </p:nvSpPr>
          <p:spPr>
            <a:xfrm rot="5400000">
              <a:off x="1237212" y="658471"/>
              <a:ext cx="423915" cy="423915"/>
            </a:xfrm>
            <a:prstGeom prst="ellipse">
              <a:avLst/>
            </a:prstGeom>
            <a:gradFill>
              <a:gsLst>
                <a:gs pos="0">
                  <a:srgbClr val="BC00E0">
                    <a:alpha val="32968"/>
                  </a:srgbClr>
                </a:gs>
                <a:gs pos="14286">
                  <a:srgbClr val="BC00E0">
                    <a:alpha val="30764"/>
                  </a:srgbClr>
                </a:gs>
                <a:gs pos="28571">
                  <a:srgbClr val="BC00E0">
                    <a:alpha val="24833"/>
                  </a:srgbClr>
                </a:gs>
                <a:gs pos="42857">
                  <a:srgbClr val="BC00E0">
                    <a:alpha val="17075"/>
                  </a:srgbClr>
                </a:gs>
                <a:gs pos="57143">
                  <a:srgbClr val="BC00E0">
                    <a:alpha val="9855"/>
                  </a:srgbClr>
                </a:gs>
                <a:gs pos="71429">
                  <a:srgbClr val="BC00E0">
                    <a:alpha val="4740"/>
                  </a:srgbClr>
                </a:gs>
                <a:gs pos="85714">
                  <a:srgbClr val="BC00E0">
                    <a:alpha val="1902"/>
                  </a:srgbClr>
                </a:gs>
                <a:gs pos="100000">
                  <a:srgbClr val="BC00E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1" name="Splat 1831"/>
            <p:cNvSpPr>
              <a:spLocks noGrp="1"/>
            </p:cNvSpPr>
            <p:nvPr/>
          </p:nvSpPr>
          <p:spPr>
            <a:xfrm rot="5400000">
              <a:off x="3004585" y="1545097"/>
              <a:ext cx="505390" cy="505390"/>
            </a:xfrm>
            <a:prstGeom prst="ellipse">
              <a:avLst/>
            </a:prstGeom>
            <a:gradFill>
              <a:gsLst>
                <a:gs pos="0">
                  <a:srgbClr val="00BCFF">
                    <a:alpha val="32968"/>
                  </a:srgbClr>
                </a:gs>
                <a:gs pos="14286">
                  <a:srgbClr val="00BCFF">
                    <a:alpha val="30764"/>
                  </a:srgbClr>
                </a:gs>
                <a:gs pos="28571">
                  <a:srgbClr val="00BCFF">
                    <a:alpha val="24833"/>
                  </a:srgbClr>
                </a:gs>
                <a:gs pos="42857">
                  <a:srgbClr val="00BCFF">
                    <a:alpha val="17075"/>
                  </a:srgbClr>
                </a:gs>
                <a:gs pos="57143">
                  <a:srgbClr val="00BCFF">
                    <a:alpha val="9855"/>
                  </a:srgbClr>
                </a:gs>
                <a:gs pos="71429">
                  <a:srgbClr val="00BCFF">
                    <a:alpha val="4740"/>
                  </a:srgbClr>
                </a:gs>
                <a:gs pos="85714">
                  <a:srgbClr val="00BCFF">
                    <a:alpha val="1902"/>
                  </a:srgbClr>
                </a:gs>
                <a:gs pos="100000">
                  <a:srgbClr val="00B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platThis Theme">
  <a:themeElements>
    <a:clrScheme name="SplatThis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platThi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platTh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SplatThis</Application>
  <Slides>1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SplatThis Export</dc:title>
  <dc:creator>SplatThis</dc:creator>
  <cp:lastModifiedBy>SplatThis</cp:lastModifiedBy>
  <dcterms:created xsi:type="dcterms:W3CDTF">2026-07-28T21:44:15Z</dcterms:created>
  <dcterms:modified xsi:type="dcterms:W3CDTF">2026-07-28T21:44:15Z</dcterms:modified>
</cp:coreProperties>
</file>